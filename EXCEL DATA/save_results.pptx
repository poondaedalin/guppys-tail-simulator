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uke\Desktop\save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ke\Desktop\save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(Control,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save1!$EC$3:$EC$202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1</c:v>
                </c:pt>
                <c:pt idx="5">
                  <c:v>1.2</c:v>
                </c:pt>
                <c:pt idx="6">
                  <c:v>1.4</c:v>
                </c:pt>
                <c:pt idx="7">
                  <c:v>1.4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2.2000000000000002</c:v>
                </c:pt>
                <c:pt idx="12">
                  <c:v>2.2000000000000002</c:v>
                </c:pt>
                <c:pt idx="13">
                  <c:v>2.2000000000000002</c:v>
                </c:pt>
                <c:pt idx="14">
                  <c:v>2.4</c:v>
                </c:pt>
                <c:pt idx="15">
                  <c:v>2.6</c:v>
                </c:pt>
                <c:pt idx="16">
                  <c:v>2.8</c:v>
                </c:pt>
                <c:pt idx="17">
                  <c:v>2.8</c:v>
                </c:pt>
                <c:pt idx="18">
                  <c:v>3.2</c:v>
                </c:pt>
                <c:pt idx="19">
                  <c:v>3.2</c:v>
                </c:pt>
                <c:pt idx="20">
                  <c:v>3.2</c:v>
                </c:pt>
                <c:pt idx="21">
                  <c:v>3.2</c:v>
                </c:pt>
                <c:pt idx="22">
                  <c:v>3.2</c:v>
                </c:pt>
                <c:pt idx="23">
                  <c:v>3.4</c:v>
                </c:pt>
                <c:pt idx="24">
                  <c:v>3.6</c:v>
                </c:pt>
                <c:pt idx="25">
                  <c:v>4</c:v>
                </c:pt>
                <c:pt idx="26">
                  <c:v>4.5999999999999996</c:v>
                </c:pt>
                <c:pt idx="27">
                  <c:v>4.5999999999999996</c:v>
                </c:pt>
                <c:pt idx="28">
                  <c:v>5.4</c:v>
                </c:pt>
                <c:pt idx="29">
                  <c:v>5.6</c:v>
                </c:pt>
                <c:pt idx="30">
                  <c:v>5.6</c:v>
                </c:pt>
                <c:pt idx="31">
                  <c:v>5.8</c:v>
                </c:pt>
                <c:pt idx="32">
                  <c:v>6.6</c:v>
                </c:pt>
                <c:pt idx="33">
                  <c:v>7</c:v>
                </c:pt>
                <c:pt idx="34">
                  <c:v>7.2</c:v>
                </c:pt>
                <c:pt idx="35">
                  <c:v>7.2</c:v>
                </c:pt>
                <c:pt idx="36">
                  <c:v>7.2</c:v>
                </c:pt>
                <c:pt idx="37">
                  <c:v>7.4</c:v>
                </c:pt>
                <c:pt idx="38">
                  <c:v>7.4</c:v>
                </c:pt>
                <c:pt idx="39">
                  <c:v>7.6</c:v>
                </c:pt>
                <c:pt idx="40">
                  <c:v>7.8</c:v>
                </c:pt>
                <c:pt idx="41">
                  <c:v>7.8</c:v>
                </c:pt>
                <c:pt idx="42">
                  <c:v>8.1999999999999993</c:v>
                </c:pt>
                <c:pt idx="43">
                  <c:v>8.4</c:v>
                </c:pt>
                <c:pt idx="44">
                  <c:v>8.4</c:v>
                </c:pt>
                <c:pt idx="45">
                  <c:v>8.8000000000000007</c:v>
                </c:pt>
                <c:pt idx="46">
                  <c:v>8.8000000000000007</c:v>
                </c:pt>
                <c:pt idx="47">
                  <c:v>9</c:v>
                </c:pt>
                <c:pt idx="48">
                  <c:v>9.4</c:v>
                </c:pt>
                <c:pt idx="49">
                  <c:v>9.4</c:v>
                </c:pt>
                <c:pt idx="50">
                  <c:v>9.6</c:v>
                </c:pt>
                <c:pt idx="51">
                  <c:v>9.8000000000000007</c:v>
                </c:pt>
                <c:pt idx="52">
                  <c:v>10</c:v>
                </c:pt>
                <c:pt idx="53">
                  <c:v>10.199999999999999</c:v>
                </c:pt>
                <c:pt idx="54">
                  <c:v>10.4</c:v>
                </c:pt>
                <c:pt idx="55">
                  <c:v>10.6</c:v>
                </c:pt>
                <c:pt idx="56">
                  <c:v>10.6</c:v>
                </c:pt>
                <c:pt idx="57">
                  <c:v>10.8</c:v>
                </c:pt>
                <c:pt idx="58">
                  <c:v>11</c:v>
                </c:pt>
                <c:pt idx="59">
                  <c:v>11.4</c:v>
                </c:pt>
                <c:pt idx="60">
                  <c:v>11.4</c:v>
                </c:pt>
                <c:pt idx="61">
                  <c:v>11.4</c:v>
                </c:pt>
                <c:pt idx="62">
                  <c:v>11.4</c:v>
                </c:pt>
                <c:pt idx="63">
                  <c:v>11.4</c:v>
                </c:pt>
                <c:pt idx="64">
                  <c:v>11.8</c:v>
                </c:pt>
                <c:pt idx="65">
                  <c:v>12.2</c:v>
                </c:pt>
                <c:pt idx="66">
                  <c:v>12.4</c:v>
                </c:pt>
                <c:pt idx="67">
                  <c:v>12.6</c:v>
                </c:pt>
                <c:pt idx="68">
                  <c:v>12.6</c:v>
                </c:pt>
                <c:pt idx="69">
                  <c:v>12.6</c:v>
                </c:pt>
                <c:pt idx="70">
                  <c:v>12.8</c:v>
                </c:pt>
                <c:pt idx="71">
                  <c:v>13</c:v>
                </c:pt>
                <c:pt idx="72">
                  <c:v>13</c:v>
                </c:pt>
                <c:pt idx="73">
                  <c:v>13.2</c:v>
                </c:pt>
                <c:pt idx="74">
                  <c:v>13.2</c:v>
                </c:pt>
                <c:pt idx="75">
                  <c:v>13.4</c:v>
                </c:pt>
                <c:pt idx="76">
                  <c:v>13.6</c:v>
                </c:pt>
                <c:pt idx="77">
                  <c:v>13.8</c:v>
                </c:pt>
                <c:pt idx="78">
                  <c:v>14</c:v>
                </c:pt>
                <c:pt idx="79">
                  <c:v>14</c:v>
                </c:pt>
                <c:pt idx="80">
                  <c:v>14.2</c:v>
                </c:pt>
                <c:pt idx="81">
                  <c:v>14.4</c:v>
                </c:pt>
                <c:pt idx="82">
                  <c:v>14.6</c:v>
                </c:pt>
                <c:pt idx="83">
                  <c:v>14.6</c:v>
                </c:pt>
                <c:pt idx="84">
                  <c:v>14.8</c:v>
                </c:pt>
                <c:pt idx="85">
                  <c:v>14.8</c:v>
                </c:pt>
                <c:pt idx="86">
                  <c:v>15</c:v>
                </c:pt>
                <c:pt idx="87">
                  <c:v>15.2</c:v>
                </c:pt>
                <c:pt idx="88">
                  <c:v>15.4</c:v>
                </c:pt>
                <c:pt idx="89">
                  <c:v>15.6</c:v>
                </c:pt>
                <c:pt idx="90">
                  <c:v>15.8</c:v>
                </c:pt>
                <c:pt idx="91">
                  <c:v>15.8</c:v>
                </c:pt>
                <c:pt idx="92">
                  <c:v>15.8</c:v>
                </c:pt>
                <c:pt idx="93">
                  <c:v>16.2</c:v>
                </c:pt>
                <c:pt idx="94">
                  <c:v>16.600000000000001</c:v>
                </c:pt>
                <c:pt idx="95">
                  <c:v>16.600000000000001</c:v>
                </c:pt>
                <c:pt idx="96">
                  <c:v>16.8</c:v>
                </c:pt>
                <c:pt idx="97">
                  <c:v>16.8</c:v>
                </c:pt>
                <c:pt idx="98">
                  <c:v>17</c:v>
                </c:pt>
                <c:pt idx="99">
                  <c:v>17.399999999999999</c:v>
                </c:pt>
                <c:pt idx="100">
                  <c:v>17.8</c:v>
                </c:pt>
                <c:pt idx="101">
                  <c:v>17.8</c:v>
                </c:pt>
                <c:pt idx="102">
                  <c:v>17.8</c:v>
                </c:pt>
                <c:pt idx="103">
                  <c:v>17.8</c:v>
                </c:pt>
                <c:pt idx="104">
                  <c:v>18</c:v>
                </c:pt>
                <c:pt idx="105">
                  <c:v>18.2</c:v>
                </c:pt>
                <c:pt idx="106">
                  <c:v>18.2</c:v>
                </c:pt>
                <c:pt idx="107">
                  <c:v>18.399999999999999</c:v>
                </c:pt>
                <c:pt idx="108">
                  <c:v>18.600000000000001</c:v>
                </c:pt>
                <c:pt idx="109">
                  <c:v>18.600000000000001</c:v>
                </c:pt>
                <c:pt idx="110">
                  <c:v>18.600000000000001</c:v>
                </c:pt>
                <c:pt idx="111">
                  <c:v>19</c:v>
                </c:pt>
                <c:pt idx="112">
                  <c:v>19.2</c:v>
                </c:pt>
                <c:pt idx="113">
                  <c:v>19.2</c:v>
                </c:pt>
                <c:pt idx="114">
                  <c:v>19.2</c:v>
                </c:pt>
                <c:pt idx="115">
                  <c:v>19.2</c:v>
                </c:pt>
                <c:pt idx="116">
                  <c:v>20</c:v>
                </c:pt>
                <c:pt idx="117">
                  <c:v>20.2</c:v>
                </c:pt>
                <c:pt idx="118">
                  <c:v>20.2</c:v>
                </c:pt>
                <c:pt idx="119">
                  <c:v>20.399999999999999</c:v>
                </c:pt>
                <c:pt idx="120">
                  <c:v>20.6</c:v>
                </c:pt>
                <c:pt idx="121">
                  <c:v>20.8</c:v>
                </c:pt>
                <c:pt idx="122">
                  <c:v>20.8</c:v>
                </c:pt>
                <c:pt idx="123">
                  <c:v>21</c:v>
                </c:pt>
                <c:pt idx="124">
                  <c:v>21.2</c:v>
                </c:pt>
                <c:pt idx="125">
                  <c:v>21.4</c:v>
                </c:pt>
                <c:pt idx="126">
                  <c:v>21.6</c:v>
                </c:pt>
                <c:pt idx="127">
                  <c:v>21.6</c:v>
                </c:pt>
                <c:pt idx="128">
                  <c:v>21.6</c:v>
                </c:pt>
                <c:pt idx="129">
                  <c:v>21.8</c:v>
                </c:pt>
                <c:pt idx="130">
                  <c:v>22.4</c:v>
                </c:pt>
                <c:pt idx="131">
                  <c:v>23</c:v>
                </c:pt>
                <c:pt idx="132">
                  <c:v>23.2</c:v>
                </c:pt>
                <c:pt idx="133">
                  <c:v>23.4</c:v>
                </c:pt>
                <c:pt idx="134">
                  <c:v>23.4</c:v>
                </c:pt>
                <c:pt idx="135">
                  <c:v>23.8</c:v>
                </c:pt>
                <c:pt idx="136">
                  <c:v>24.2</c:v>
                </c:pt>
                <c:pt idx="137">
                  <c:v>24.4</c:v>
                </c:pt>
                <c:pt idx="138">
                  <c:v>24.6</c:v>
                </c:pt>
                <c:pt idx="139">
                  <c:v>25</c:v>
                </c:pt>
                <c:pt idx="140">
                  <c:v>26.2</c:v>
                </c:pt>
                <c:pt idx="141">
                  <c:v>26.4</c:v>
                </c:pt>
                <c:pt idx="142">
                  <c:v>26.6</c:v>
                </c:pt>
                <c:pt idx="143">
                  <c:v>27.2</c:v>
                </c:pt>
                <c:pt idx="144">
                  <c:v>27.4</c:v>
                </c:pt>
                <c:pt idx="145">
                  <c:v>28</c:v>
                </c:pt>
                <c:pt idx="146">
                  <c:v>28.2</c:v>
                </c:pt>
                <c:pt idx="147">
                  <c:v>28.2</c:v>
                </c:pt>
                <c:pt idx="148">
                  <c:v>28.2</c:v>
                </c:pt>
                <c:pt idx="149">
                  <c:v>28.4</c:v>
                </c:pt>
                <c:pt idx="150">
                  <c:v>28.4</c:v>
                </c:pt>
                <c:pt idx="151">
                  <c:v>28.8</c:v>
                </c:pt>
                <c:pt idx="152">
                  <c:v>29</c:v>
                </c:pt>
                <c:pt idx="153">
                  <c:v>29</c:v>
                </c:pt>
                <c:pt idx="154">
                  <c:v>29.2</c:v>
                </c:pt>
                <c:pt idx="155">
                  <c:v>29.4</c:v>
                </c:pt>
                <c:pt idx="156">
                  <c:v>29.6</c:v>
                </c:pt>
                <c:pt idx="157">
                  <c:v>29.6</c:v>
                </c:pt>
                <c:pt idx="158">
                  <c:v>29.8</c:v>
                </c:pt>
                <c:pt idx="159">
                  <c:v>29.8</c:v>
                </c:pt>
                <c:pt idx="160">
                  <c:v>29.8</c:v>
                </c:pt>
                <c:pt idx="161">
                  <c:v>29.8</c:v>
                </c:pt>
                <c:pt idx="162">
                  <c:v>30</c:v>
                </c:pt>
                <c:pt idx="163">
                  <c:v>30</c:v>
                </c:pt>
                <c:pt idx="164">
                  <c:v>30.2</c:v>
                </c:pt>
                <c:pt idx="165">
                  <c:v>30.6</c:v>
                </c:pt>
                <c:pt idx="166">
                  <c:v>30.6</c:v>
                </c:pt>
                <c:pt idx="167">
                  <c:v>30.6</c:v>
                </c:pt>
                <c:pt idx="168">
                  <c:v>30.8</c:v>
                </c:pt>
                <c:pt idx="169">
                  <c:v>30.8</c:v>
                </c:pt>
                <c:pt idx="170">
                  <c:v>30.8</c:v>
                </c:pt>
                <c:pt idx="171">
                  <c:v>30.8</c:v>
                </c:pt>
                <c:pt idx="172">
                  <c:v>31.2</c:v>
                </c:pt>
                <c:pt idx="173">
                  <c:v>31.2</c:v>
                </c:pt>
                <c:pt idx="174">
                  <c:v>31.4</c:v>
                </c:pt>
                <c:pt idx="175">
                  <c:v>31.8</c:v>
                </c:pt>
                <c:pt idx="176">
                  <c:v>32.200000000000003</c:v>
                </c:pt>
                <c:pt idx="177">
                  <c:v>32.799999999999997</c:v>
                </c:pt>
                <c:pt idx="178">
                  <c:v>32.799999999999997</c:v>
                </c:pt>
                <c:pt idx="179">
                  <c:v>32.799999999999997</c:v>
                </c:pt>
                <c:pt idx="180">
                  <c:v>33</c:v>
                </c:pt>
                <c:pt idx="181">
                  <c:v>33.4</c:v>
                </c:pt>
                <c:pt idx="182">
                  <c:v>33.6</c:v>
                </c:pt>
                <c:pt idx="183">
                  <c:v>33.799999999999997</c:v>
                </c:pt>
                <c:pt idx="184">
                  <c:v>34</c:v>
                </c:pt>
                <c:pt idx="185">
                  <c:v>34.4</c:v>
                </c:pt>
                <c:pt idx="186">
                  <c:v>34.6</c:v>
                </c:pt>
                <c:pt idx="187">
                  <c:v>35</c:v>
                </c:pt>
                <c:pt idx="188">
                  <c:v>35.4</c:v>
                </c:pt>
                <c:pt idx="189">
                  <c:v>35.4</c:v>
                </c:pt>
                <c:pt idx="190">
                  <c:v>35.799999999999997</c:v>
                </c:pt>
                <c:pt idx="191">
                  <c:v>36.200000000000003</c:v>
                </c:pt>
                <c:pt idx="192">
                  <c:v>36.6</c:v>
                </c:pt>
                <c:pt idx="193">
                  <c:v>36.6</c:v>
                </c:pt>
                <c:pt idx="194">
                  <c:v>36.799999999999997</c:v>
                </c:pt>
                <c:pt idx="195">
                  <c:v>36.799999999999997</c:v>
                </c:pt>
                <c:pt idx="196">
                  <c:v>37</c:v>
                </c:pt>
                <c:pt idx="197">
                  <c:v>37.200000000000003</c:v>
                </c:pt>
                <c:pt idx="198">
                  <c:v>37.200000000000003</c:v>
                </c:pt>
                <c:pt idx="199">
                  <c:v>37.200000000000003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6F2-4B09-BC30-848B8F1EA464}"/>
            </c:ext>
          </c:extLst>
        </c:ser>
        <c:ser>
          <c:idx val="1"/>
          <c:order val="1"/>
          <c:tx>
            <c:strRef>
              <c:f>save1!$ED$2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save1!$ED$3:$ED$202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0.6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1.4</c:v>
                </c:pt>
                <c:pt idx="11">
                  <c:v>1.4</c:v>
                </c:pt>
                <c:pt idx="12">
                  <c:v>1.6</c:v>
                </c:pt>
                <c:pt idx="13">
                  <c:v>1.6</c:v>
                </c:pt>
                <c:pt idx="14">
                  <c:v>1.6</c:v>
                </c:pt>
                <c:pt idx="15">
                  <c:v>1.6</c:v>
                </c:pt>
                <c:pt idx="16">
                  <c:v>1.8</c:v>
                </c:pt>
                <c:pt idx="17">
                  <c:v>1.8</c:v>
                </c:pt>
                <c:pt idx="18">
                  <c:v>1.8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2.2000000000000002</c:v>
                </c:pt>
                <c:pt idx="23">
                  <c:v>2.2000000000000002</c:v>
                </c:pt>
                <c:pt idx="24">
                  <c:v>2.2000000000000002</c:v>
                </c:pt>
                <c:pt idx="25">
                  <c:v>2.2000000000000002</c:v>
                </c:pt>
                <c:pt idx="26">
                  <c:v>2.4</c:v>
                </c:pt>
                <c:pt idx="27">
                  <c:v>2.6</c:v>
                </c:pt>
                <c:pt idx="28">
                  <c:v>2.8</c:v>
                </c:pt>
                <c:pt idx="29">
                  <c:v>2.8</c:v>
                </c:pt>
                <c:pt idx="30">
                  <c:v>3.2</c:v>
                </c:pt>
                <c:pt idx="31">
                  <c:v>3.2</c:v>
                </c:pt>
                <c:pt idx="32">
                  <c:v>3.6</c:v>
                </c:pt>
                <c:pt idx="33">
                  <c:v>3.6</c:v>
                </c:pt>
                <c:pt idx="34">
                  <c:v>3.8</c:v>
                </c:pt>
                <c:pt idx="35">
                  <c:v>4.2</c:v>
                </c:pt>
                <c:pt idx="36">
                  <c:v>4.2</c:v>
                </c:pt>
                <c:pt idx="37">
                  <c:v>4.2</c:v>
                </c:pt>
                <c:pt idx="38">
                  <c:v>4.4000000000000004</c:v>
                </c:pt>
                <c:pt idx="39">
                  <c:v>4.4000000000000004</c:v>
                </c:pt>
                <c:pt idx="40">
                  <c:v>4.4000000000000004</c:v>
                </c:pt>
                <c:pt idx="41">
                  <c:v>4.5999999999999996</c:v>
                </c:pt>
                <c:pt idx="42">
                  <c:v>4.8</c:v>
                </c:pt>
                <c:pt idx="43">
                  <c:v>5</c:v>
                </c:pt>
                <c:pt idx="44">
                  <c:v>5.4</c:v>
                </c:pt>
                <c:pt idx="45">
                  <c:v>5.6</c:v>
                </c:pt>
                <c:pt idx="46">
                  <c:v>5.8</c:v>
                </c:pt>
                <c:pt idx="47">
                  <c:v>6.4</c:v>
                </c:pt>
                <c:pt idx="48">
                  <c:v>6.4</c:v>
                </c:pt>
                <c:pt idx="49">
                  <c:v>6.8</c:v>
                </c:pt>
                <c:pt idx="50">
                  <c:v>7</c:v>
                </c:pt>
                <c:pt idx="51">
                  <c:v>7.2</c:v>
                </c:pt>
                <c:pt idx="52">
                  <c:v>7.2</c:v>
                </c:pt>
                <c:pt idx="53">
                  <c:v>7.2</c:v>
                </c:pt>
                <c:pt idx="54">
                  <c:v>7.2</c:v>
                </c:pt>
                <c:pt idx="55">
                  <c:v>7.2</c:v>
                </c:pt>
                <c:pt idx="56">
                  <c:v>7.6</c:v>
                </c:pt>
                <c:pt idx="57">
                  <c:v>8</c:v>
                </c:pt>
                <c:pt idx="58">
                  <c:v>8.1999999999999993</c:v>
                </c:pt>
                <c:pt idx="59">
                  <c:v>8.4</c:v>
                </c:pt>
                <c:pt idx="60">
                  <c:v>8.4</c:v>
                </c:pt>
                <c:pt idx="61">
                  <c:v>8.6</c:v>
                </c:pt>
                <c:pt idx="62">
                  <c:v>8.8000000000000007</c:v>
                </c:pt>
                <c:pt idx="63">
                  <c:v>9</c:v>
                </c:pt>
                <c:pt idx="64">
                  <c:v>9</c:v>
                </c:pt>
                <c:pt idx="65">
                  <c:v>9.1999999999999993</c:v>
                </c:pt>
                <c:pt idx="66">
                  <c:v>9.1999999999999993</c:v>
                </c:pt>
                <c:pt idx="67">
                  <c:v>9.4</c:v>
                </c:pt>
                <c:pt idx="68">
                  <c:v>9.4</c:v>
                </c:pt>
                <c:pt idx="69">
                  <c:v>9.6</c:v>
                </c:pt>
                <c:pt idx="70">
                  <c:v>9.8000000000000007</c:v>
                </c:pt>
                <c:pt idx="71">
                  <c:v>10.199999999999999</c:v>
                </c:pt>
                <c:pt idx="72">
                  <c:v>10.199999999999999</c:v>
                </c:pt>
                <c:pt idx="73">
                  <c:v>10.199999999999999</c:v>
                </c:pt>
                <c:pt idx="74">
                  <c:v>10.4</c:v>
                </c:pt>
                <c:pt idx="75">
                  <c:v>10.8</c:v>
                </c:pt>
                <c:pt idx="76">
                  <c:v>11</c:v>
                </c:pt>
                <c:pt idx="77">
                  <c:v>11.2</c:v>
                </c:pt>
                <c:pt idx="78">
                  <c:v>11.4</c:v>
                </c:pt>
                <c:pt idx="79">
                  <c:v>11.8</c:v>
                </c:pt>
                <c:pt idx="80">
                  <c:v>12</c:v>
                </c:pt>
                <c:pt idx="81">
                  <c:v>12.2</c:v>
                </c:pt>
                <c:pt idx="82">
                  <c:v>12.4</c:v>
                </c:pt>
                <c:pt idx="83">
                  <c:v>12.6</c:v>
                </c:pt>
                <c:pt idx="84">
                  <c:v>12.6</c:v>
                </c:pt>
                <c:pt idx="85">
                  <c:v>12.8</c:v>
                </c:pt>
                <c:pt idx="86">
                  <c:v>12.8</c:v>
                </c:pt>
                <c:pt idx="87">
                  <c:v>12.8</c:v>
                </c:pt>
                <c:pt idx="88">
                  <c:v>12.8</c:v>
                </c:pt>
                <c:pt idx="89">
                  <c:v>12.8</c:v>
                </c:pt>
                <c:pt idx="90">
                  <c:v>12.8</c:v>
                </c:pt>
                <c:pt idx="91">
                  <c:v>12.8</c:v>
                </c:pt>
                <c:pt idx="92">
                  <c:v>13.2</c:v>
                </c:pt>
                <c:pt idx="93">
                  <c:v>13.6</c:v>
                </c:pt>
                <c:pt idx="94">
                  <c:v>13.6</c:v>
                </c:pt>
                <c:pt idx="95">
                  <c:v>13.8</c:v>
                </c:pt>
                <c:pt idx="96">
                  <c:v>13.8</c:v>
                </c:pt>
                <c:pt idx="97">
                  <c:v>14.4</c:v>
                </c:pt>
                <c:pt idx="98">
                  <c:v>14.4</c:v>
                </c:pt>
                <c:pt idx="99">
                  <c:v>14.4</c:v>
                </c:pt>
                <c:pt idx="100">
                  <c:v>14.4</c:v>
                </c:pt>
                <c:pt idx="101">
                  <c:v>14.6</c:v>
                </c:pt>
                <c:pt idx="102">
                  <c:v>14.8</c:v>
                </c:pt>
                <c:pt idx="103">
                  <c:v>14.8</c:v>
                </c:pt>
                <c:pt idx="104">
                  <c:v>14.8</c:v>
                </c:pt>
                <c:pt idx="105">
                  <c:v>15</c:v>
                </c:pt>
                <c:pt idx="106">
                  <c:v>15.2</c:v>
                </c:pt>
                <c:pt idx="107">
                  <c:v>15.2</c:v>
                </c:pt>
                <c:pt idx="108">
                  <c:v>15.6</c:v>
                </c:pt>
                <c:pt idx="109">
                  <c:v>15.8</c:v>
                </c:pt>
                <c:pt idx="110">
                  <c:v>15.8</c:v>
                </c:pt>
                <c:pt idx="111">
                  <c:v>15.8</c:v>
                </c:pt>
                <c:pt idx="112">
                  <c:v>16</c:v>
                </c:pt>
                <c:pt idx="113">
                  <c:v>16</c:v>
                </c:pt>
                <c:pt idx="114">
                  <c:v>16.2</c:v>
                </c:pt>
                <c:pt idx="115">
                  <c:v>16.2</c:v>
                </c:pt>
                <c:pt idx="116">
                  <c:v>16.2</c:v>
                </c:pt>
                <c:pt idx="117">
                  <c:v>16.2</c:v>
                </c:pt>
                <c:pt idx="118">
                  <c:v>16.399999999999999</c:v>
                </c:pt>
                <c:pt idx="119">
                  <c:v>16.8</c:v>
                </c:pt>
                <c:pt idx="120">
                  <c:v>17</c:v>
                </c:pt>
                <c:pt idx="121">
                  <c:v>17.2</c:v>
                </c:pt>
                <c:pt idx="122">
                  <c:v>17.600000000000001</c:v>
                </c:pt>
                <c:pt idx="123">
                  <c:v>18</c:v>
                </c:pt>
                <c:pt idx="124">
                  <c:v>18.2</c:v>
                </c:pt>
                <c:pt idx="125">
                  <c:v>18.600000000000001</c:v>
                </c:pt>
                <c:pt idx="126">
                  <c:v>18.600000000000001</c:v>
                </c:pt>
                <c:pt idx="127">
                  <c:v>19</c:v>
                </c:pt>
                <c:pt idx="128">
                  <c:v>19</c:v>
                </c:pt>
                <c:pt idx="129">
                  <c:v>19</c:v>
                </c:pt>
                <c:pt idx="130">
                  <c:v>19.2</c:v>
                </c:pt>
                <c:pt idx="131">
                  <c:v>19.2</c:v>
                </c:pt>
                <c:pt idx="132">
                  <c:v>19.399999999999999</c:v>
                </c:pt>
                <c:pt idx="133">
                  <c:v>19.600000000000001</c:v>
                </c:pt>
                <c:pt idx="134">
                  <c:v>19.600000000000001</c:v>
                </c:pt>
                <c:pt idx="135">
                  <c:v>19.600000000000001</c:v>
                </c:pt>
                <c:pt idx="136">
                  <c:v>19.8</c:v>
                </c:pt>
                <c:pt idx="137">
                  <c:v>20</c:v>
                </c:pt>
                <c:pt idx="138">
                  <c:v>20.2</c:v>
                </c:pt>
                <c:pt idx="139">
                  <c:v>20.399999999999999</c:v>
                </c:pt>
                <c:pt idx="140">
                  <c:v>20.399999999999999</c:v>
                </c:pt>
                <c:pt idx="141">
                  <c:v>20.399999999999999</c:v>
                </c:pt>
                <c:pt idx="142">
                  <c:v>20.399999999999999</c:v>
                </c:pt>
                <c:pt idx="143">
                  <c:v>20.6</c:v>
                </c:pt>
                <c:pt idx="144">
                  <c:v>20.8</c:v>
                </c:pt>
                <c:pt idx="145">
                  <c:v>20.8</c:v>
                </c:pt>
                <c:pt idx="146">
                  <c:v>21</c:v>
                </c:pt>
                <c:pt idx="147">
                  <c:v>21</c:v>
                </c:pt>
                <c:pt idx="148">
                  <c:v>21.2</c:v>
                </c:pt>
                <c:pt idx="149">
                  <c:v>21.4</c:v>
                </c:pt>
                <c:pt idx="150">
                  <c:v>21.6</c:v>
                </c:pt>
                <c:pt idx="151">
                  <c:v>22</c:v>
                </c:pt>
                <c:pt idx="152">
                  <c:v>22.2</c:v>
                </c:pt>
                <c:pt idx="153">
                  <c:v>22.2</c:v>
                </c:pt>
                <c:pt idx="154">
                  <c:v>22.2</c:v>
                </c:pt>
                <c:pt idx="155">
                  <c:v>22.2</c:v>
                </c:pt>
                <c:pt idx="156">
                  <c:v>22.2</c:v>
                </c:pt>
                <c:pt idx="157">
                  <c:v>22.8</c:v>
                </c:pt>
                <c:pt idx="158">
                  <c:v>22.8</c:v>
                </c:pt>
                <c:pt idx="159">
                  <c:v>23.2</c:v>
                </c:pt>
                <c:pt idx="160">
                  <c:v>23.4</c:v>
                </c:pt>
                <c:pt idx="161">
                  <c:v>23.6</c:v>
                </c:pt>
                <c:pt idx="162">
                  <c:v>23.6</c:v>
                </c:pt>
                <c:pt idx="163">
                  <c:v>24</c:v>
                </c:pt>
                <c:pt idx="164">
                  <c:v>24.2</c:v>
                </c:pt>
                <c:pt idx="165">
                  <c:v>25</c:v>
                </c:pt>
                <c:pt idx="166">
                  <c:v>25.2</c:v>
                </c:pt>
                <c:pt idx="167">
                  <c:v>25.8</c:v>
                </c:pt>
                <c:pt idx="168">
                  <c:v>26.2</c:v>
                </c:pt>
                <c:pt idx="169">
                  <c:v>26.4</c:v>
                </c:pt>
                <c:pt idx="170">
                  <c:v>26.4</c:v>
                </c:pt>
                <c:pt idx="171">
                  <c:v>26.8</c:v>
                </c:pt>
                <c:pt idx="172">
                  <c:v>26.8</c:v>
                </c:pt>
                <c:pt idx="173">
                  <c:v>27</c:v>
                </c:pt>
                <c:pt idx="174">
                  <c:v>27.2</c:v>
                </c:pt>
                <c:pt idx="175">
                  <c:v>27.2</c:v>
                </c:pt>
                <c:pt idx="176">
                  <c:v>27.2</c:v>
                </c:pt>
                <c:pt idx="177">
                  <c:v>27.4</c:v>
                </c:pt>
                <c:pt idx="178">
                  <c:v>27.6</c:v>
                </c:pt>
                <c:pt idx="179">
                  <c:v>27.6</c:v>
                </c:pt>
                <c:pt idx="180">
                  <c:v>28</c:v>
                </c:pt>
                <c:pt idx="181">
                  <c:v>28.2</c:v>
                </c:pt>
                <c:pt idx="182">
                  <c:v>28.4</c:v>
                </c:pt>
                <c:pt idx="183">
                  <c:v>28.6</c:v>
                </c:pt>
                <c:pt idx="184">
                  <c:v>29</c:v>
                </c:pt>
                <c:pt idx="185">
                  <c:v>29.2</c:v>
                </c:pt>
                <c:pt idx="186">
                  <c:v>29.6</c:v>
                </c:pt>
                <c:pt idx="187">
                  <c:v>29.6</c:v>
                </c:pt>
                <c:pt idx="188">
                  <c:v>29.6</c:v>
                </c:pt>
                <c:pt idx="189">
                  <c:v>29.6</c:v>
                </c:pt>
                <c:pt idx="190">
                  <c:v>29.6</c:v>
                </c:pt>
                <c:pt idx="191">
                  <c:v>30</c:v>
                </c:pt>
                <c:pt idx="192">
                  <c:v>30.4</c:v>
                </c:pt>
                <c:pt idx="193">
                  <c:v>30.4</c:v>
                </c:pt>
                <c:pt idx="194">
                  <c:v>30.6</c:v>
                </c:pt>
                <c:pt idx="195">
                  <c:v>31</c:v>
                </c:pt>
                <c:pt idx="196">
                  <c:v>31</c:v>
                </c:pt>
                <c:pt idx="197">
                  <c:v>31.2</c:v>
                </c:pt>
                <c:pt idx="198">
                  <c:v>31.2</c:v>
                </c:pt>
                <c:pt idx="199">
                  <c:v>31.4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F2-4B09-BC30-848B8F1EA464}"/>
            </c:ext>
          </c:extLst>
        </c:ser>
        <c:ser>
          <c:idx val="2"/>
          <c:order val="2"/>
          <c:tx>
            <c:strRef>
              <c:f>save1!$EE$2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save1!$EE$3:$EE$202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0.4</c:v>
                </c:pt>
                <c:pt idx="5">
                  <c:v>1</c:v>
                </c:pt>
                <c:pt idx="6">
                  <c:v>1.2</c:v>
                </c:pt>
                <c:pt idx="7">
                  <c:v>1.4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2</c:v>
                </c:pt>
                <c:pt idx="12">
                  <c:v>2.2000000000000002</c:v>
                </c:pt>
                <c:pt idx="13">
                  <c:v>2.4</c:v>
                </c:pt>
                <c:pt idx="14">
                  <c:v>2.4</c:v>
                </c:pt>
                <c:pt idx="15">
                  <c:v>2.8</c:v>
                </c:pt>
                <c:pt idx="16">
                  <c:v>3</c:v>
                </c:pt>
                <c:pt idx="17">
                  <c:v>3.2</c:v>
                </c:pt>
                <c:pt idx="18">
                  <c:v>3.8</c:v>
                </c:pt>
                <c:pt idx="19">
                  <c:v>4</c:v>
                </c:pt>
                <c:pt idx="20">
                  <c:v>4</c:v>
                </c:pt>
                <c:pt idx="21">
                  <c:v>4.4000000000000004</c:v>
                </c:pt>
                <c:pt idx="22">
                  <c:v>4.8</c:v>
                </c:pt>
                <c:pt idx="23">
                  <c:v>4.8</c:v>
                </c:pt>
                <c:pt idx="24">
                  <c:v>5.2</c:v>
                </c:pt>
                <c:pt idx="25">
                  <c:v>5.2</c:v>
                </c:pt>
                <c:pt idx="26">
                  <c:v>5.4</c:v>
                </c:pt>
                <c:pt idx="27">
                  <c:v>5.8</c:v>
                </c:pt>
                <c:pt idx="28">
                  <c:v>6.2</c:v>
                </c:pt>
                <c:pt idx="29">
                  <c:v>6.2</c:v>
                </c:pt>
                <c:pt idx="30">
                  <c:v>6.2</c:v>
                </c:pt>
                <c:pt idx="31">
                  <c:v>6.4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6.8</c:v>
                </c:pt>
                <c:pt idx="36">
                  <c:v>7.2</c:v>
                </c:pt>
                <c:pt idx="37">
                  <c:v>7.8</c:v>
                </c:pt>
                <c:pt idx="38">
                  <c:v>7.8</c:v>
                </c:pt>
                <c:pt idx="39">
                  <c:v>8</c:v>
                </c:pt>
                <c:pt idx="40">
                  <c:v>8.1999999999999993</c:v>
                </c:pt>
                <c:pt idx="41">
                  <c:v>8.1999999999999993</c:v>
                </c:pt>
                <c:pt idx="42">
                  <c:v>8.1999999999999993</c:v>
                </c:pt>
                <c:pt idx="43">
                  <c:v>8.4</c:v>
                </c:pt>
                <c:pt idx="44">
                  <c:v>8.4</c:v>
                </c:pt>
                <c:pt idx="45">
                  <c:v>8.6</c:v>
                </c:pt>
                <c:pt idx="46">
                  <c:v>8.6</c:v>
                </c:pt>
                <c:pt idx="47">
                  <c:v>8.8000000000000007</c:v>
                </c:pt>
                <c:pt idx="48">
                  <c:v>9.1999999999999993</c:v>
                </c:pt>
                <c:pt idx="49">
                  <c:v>9.4</c:v>
                </c:pt>
                <c:pt idx="50">
                  <c:v>9.4</c:v>
                </c:pt>
                <c:pt idx="51">
                  <c:v>9.6</c:v>
                </c:pt>
                <c:pt idx="52">
                  <c:v>9.8000000000000007</c:v>
                </c:pt>
                <c:pt idx="53">
                  <c:v>10.199999999999999</c:v>
                </c:pt>
                <c:pt idx="54">
                  <c:v>10.6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11.2</c:v>
                </c:pt>
                <c:pt idx="59">
                  <c:v>11.6</c:v>
                </c:pt>
                <c:pt idx="60">
                  <c:v>12.4</c:v>
                </c:pt>
                <c:pt idx="61">
                  <c:v>12.6</c:v>
                </c:pt>
                <c:pt idx="62">
                  <c:v>12.8</c:v>
                </c:pt>
                <c:pt idx="63">
                  <c:v>12.8</c:v>
                </c:pt>
                <c:pt idx="64">
                  <c:v>13</c:v>
                </c:pt>
                <c:pt idx="65">
                  <c:v>13.2</c:v>
                </c:pt>
                <c:pt idx="66">
                  <c:v>13.2</c:v>
                </c:pt>
                <c:pt idx="67">
                  <c:v>13.4</c:v>
                </c:pt>
                <c:pt idx="68">
                  <c:v>13.6</c:v>
                </c:pt>
                <c:pt idx="69">
                  <c:v>14</c:v>
                </c:pt>
                <c:pt idx="70">
                  <c:v>14.2</c:v>
                </c:pt>
                <c:pt idx="71">
                  <c:v>14.2</c:v>
                </c:pt>
                <c:pt idx="72">
                  <c:v>14.6</c:v>
                </c:pt>
                <c:pt idx="73">
                  <c:v>15</c:v>
                </c:pt>
                <c:pt idx="74">
                  <c:v>15.4</c:v>
                </c:pt>
                <c:pt idx="75">
                  <c:v>15.4</c:v>
                </c:pt>
                <c:pt idx="76">
                  <c:v>15.8</c:v>
                </c:pt>
                <c:pt idx="77">
                  <c:v>16</c:v>
                </c:pt>
                <c:pt idx="78">
                  <c:v>16</c:v>
                </c:pt>
                <c:pt idx="79">
                  <c:v>16.2</c:v>
                </c:pt>
                <c:pt idx="80">
                  <c:v>16.600000000000001</c:v>
                </c:pt>
                <c:pt idx="81">
                  <c:v>17.2</c:v>
                </c:pt>
                <c:pt idx="82">
                  <c:v>17.399999999999999</c:v>
                </c:pt>
                <c:pt idx="83">
                  <c:v>17.8</c:v>
                </c:pt>
                <c:pt idx="84">
                  <c:v>18</c:v>
                </c:pt>
                <c:pt idx="85">
                  <c:v>18.2</c:v>
                </c:pt>
                <c:pt idx="86">
                  <c:v>18.600000000000001</c:v>
                </c:pt>
                <c:pt idx="87">
                  <c:v>18.8</c:v>
                </c:pt>
                <c:pt idx="88">
                  <c:v>19</c:v>
                </c:pt>
                <c:pt idx="89">
                  <c:v>19.600000000000001</c:v>
                </c:pt>
                <c:pt idx="90">
                  <c:v>19.8</c:v>
                </c:pt>
                <c:pt idx="91">
                  <c:v>20.399999999999999</c:v>
                </c:pt>
                <c:pt idx="92">
                  <c:v>20.8</c:v>
                </c:pt>
                <c:pt idx="93">
                  <c:v>20.8</c:v>
                </c:pt>
                <c:pt idx="94">
                  <c:v>20.8</c:v>
                </c:pt>
                <c:pt idx="95">
                  <c:v>21</c:v>
                </c:pt>
                <c:pt idx="96">
                  <c:v>21.4</c:v>
                </c:pt>
                <c:pt idx="97">
                  <c:v>21.4</c:v>
                </c:pt>
                <c:pt idx="98">
                  <c:v>21.8</c:v>
                </c:pt>
                <c:pt idx="99">
                  <c:v>22</c:v>
                </c:pt>
                <c:pt idx="100">
                  <c:v>22.6</c:v>
                </c:pt>
                <c:pt idx="101">
                  <c:v>23.2</c:v>
                </c:pt>
                <c:pt idx="102">
                  <c:v>23.2</c:v>
                </c:pt>
                <c:pt idx="103">
                  <c:v>23.6</c:v>
                </c:pt>
                <c:pt idx="104">
                  <c:v>24.2</c:v>
                </c:pt>
                <c:pt idx="105">
                  <c:v>24.4</c:v>
                </c:pt>
                <c:pt idx="106">
                  <c:v>24.6</c:v>
                </c:pt>
                <c:pt idx="107">
                  <c:v>24.6</c:v>
                </c:pt>
                <c:pt idx="108">
                  <c:v>24.6</c:v>
                </c:pt>
                <c:pt idx="109">
                  <c:v>24.8</c:v>
                </c:pt>
                <c:pt idx="110">
                  <c:v>24.8</c:v>
                </c:pt>
                <c:pt idx="111">
                  <c:v>25.2</c:v>
                </c:pt>
                <c:pt idx="112">
                  <c:v>25.6</c:v>
                </c:pt>
                <c:pt idx="113">
                  <c:v>25.6</c:v>
                </c:pt>
                <c:pt idx="114">
                  <c:v>25.8</c:v>
                </c:pt>
                <c:pt idx="115">
                  <c:v>26</c:v>
                </c:pt>
                <c:pt idx="116">
                  <c:v>26.2</c:v>
                </c:pt>
                <c:pt idx="117">
                  <c:v>26.2</c:v>
                </c:pt>
                <c:pt idx="118">
                  <c:v>26.4</c:v>
                </c:pt>
                <c:pt idx="119">
                  <c:v>26.4</c:v>
                </c:pt>
                <c:pt idx="120">
                  <c:v>26.6</c:v>
                </c:pt>
                <c:pt idx="121">
                  <c:v>26.6</c:v>
                </c:pt>
                <c:pt idx="122">
                  <c:v>27</c:v>
                </c:pt>
                <c:pt idx="123">
                  <c:v>27</c:v>
                </c:pt>
                <c:pt idx="124">
                  <c:v>27</c:v>
                </c:pt>
                <c:pt idx="125">
                  <c:v>27</c:v>
                </c:pt>
                <c:pt idx="126">
                  <c:v>27.6</c:v>
                </c:pt>
                <c:pt idx="127">
                  <c:v>28.4</c:v>
                </c:pt>
                <c:pt idx="128">
                  <c:v>28.8</c:v>
                </c:pt>
                <c:pt idx="129">
                  <c:v>29.4</c:v>
                </c:pt>
                <c:pt idx="130">
                  <c:v>29.4</c:v>
                </c:pt>
                <c:pt idx="131">
                  <c:v>29.4</c:v>
                </c:pt>
                <c:pt idx="132">
                  <c:v>29.4</c:v>
                </c:pt>
                <c:pt idx="133">
                  <c:v>29.6</c:v>
                </c:pt>
                <c:pt idx="134">
                  <c:v>30</c:v>
                </c:pt>
                <c:pt idx="135">
                  <c:v>30.4</c:v>
                </c:pt>
                <c:pt idx="136">
                  <c:v>30.6</c:v>
                </c:pt>
                <c:pt idx="137">
                  <c:v>30.8</c:v>
                </c:pt>
                <c:pt idx="138">
                  <c:v>31</c:v>
                </c:pt>
                <c:pt idx="139">
                  <c:v>31.2</c:v>
                </c:pt>
                <c:pt idx="140">
                  <c:v>31.4</c:v>
                </c:pt>
                <c:pt idx="141">
                  <c:v>31.6</c:v>
                </c:pt>
                <c:pt idx="142">
                  <c:v>32</c:v>
                </c:pt>
                <c:pt idx="143">
                  <c:v>32.4</c:v>
                </c:pt>
                <c:pt idx="144">
                  <c:v>32.6</c:v>
                </c:pt>
                <c:pt idx="145">
                  <c:v>32.6</c:v>
                </c:pt>
                <c:pt idx="146">
                  <c:v>32.6</c:v>
                </c:pt>
                <c:pt idx="147">
                  <c:v>32.799999999999997</c:v>
                </c:pt>
                <c:pt idx="148">
                  <c:v>33.200000000000003</c:v>
                </c:pt>
                <c:pt idx="149">
                  <c:v>33.6</c:v>
                </c:pt>
                <c:pt idx="150">
                  <c:v>33.799999999999997</c:v>
                </c:pt>
                <c:pt idx="151">
                  <c:v>33.799999999999997</c:v>
                </c:pt>
                <c:pt idx="152">
                  <c:v>34</c:v>
                </c:pt>
                <c:pt idx="153">
                  <c:v>34.200000000000003</c:v>
                </c:pt>
                <c:pt idx="154">
                  <c:v>34.6</c:v>
                </c:pt>
                <c:pt idx="155">
                  <c:v>34.799999999999997</c:v>
                </c:pt>
                <c:pt idx="156">
                  <c:v>34.799999999999997</c:v>
                </c:pt>
                <c:pt idx="157">
                  <c:v>35</c:v>
                </c:pt>
                <c:pt idx="158">
                  <c:v>35.4</c:v>
                </c:pt>
                <c:pt idx="159">
                  <c:v>35.6</c:v>
                </c:pt>
                <c:pt idx="160">
                  <c:v>36</c:v>
                </c:pt>
                <c:pt idx="161">
                  <c:v>36.6</c:v>
                </c:pt>
                <c:pt idx="162">
                  <c:v>36.799999999999997</c:v>
                </c:pt>
                <c:pt idx="163">
                  <c:v>37.200000000000003</c:v>
                </c:pt>
                <c:pt idx="164">
                  <c:v>37.6</c:v>
                </c:pt>
                <c:pt idx="165">
                  <c:v>37.799999999999997</c:v>
                </c:pt>
                <c:pt idx="166">
                  <c:v>37.799999999999997</c:v>
                </c:pt>
                <c:pt idx="167">
                  <c:v>38</c:v>
                </c:pt>
                <c:pt idx="168">
                  <c:v>38.200000000000003</c:v>
                </c:pt>
                <c:pt idx="169">
                  <c:v>38.4</c:v>
                </c:pt>
                <c:pt idx="170">
                  <c:v>38.799999999999997</c:v>
                </c:pt>
                <c:pt idx="171">
                  <c:v>38.799999999999997</c:v>
                </c:pt>
                <c:pt idx="172">
                  <c:v>38.799999999999997</c:v>
                </c:pt>
                <c:pt idx="173">
                  <c:v>39.4</c:v>
                </c:pt>
                <c:pt idx="174">
                  <c:v>39.6</c:v>
                </c:pt>
                <c:pt idx="175">
                  <c:v>40</c:v>
                </c:pt>
                <c:pt idx="176">
                  <c:v>40.4</c:v>
                </c:pt>
                <c:pt idx="177">
                  <c:v>40.799999999999997</c:v>
                </c:pt>
                <c:pt idx="178">
                  <c:v>40.799999999999997</c:v>
                </c:pt>
                <c:pt idx="179">
                  <c:v>41</c:v>
                </c:pt>
                <c:pt idx="180">
                  <c:v>41.2</c:v>
                </c:pt>
                <c:pt idx="181">
                  <c:v>41.4</c:v>
                </c:pt>
                <c:pt idx="182">
                  <c:v>41.6</c:v>
                </c:pt>
                <c:pt idx="183">
                  <c:v>41.8</c:v>
                </c:pt>
                <c:pt idx="184">
                  <c:v>42.2</c:v>
                </c:pt>
                <c:pt idx="185">
                  <c:v>42.4</c:v>
                </c:pt>
                <c:pt idx="186">
                  <c:v>42.4</c:v>
                </c:pt>
                <c:pt idx="187">
                  <c:v>42.6</c:v>
                </c:pt>
                <c:pt idx="188">
                  <c:v>43</c:v>
                </c:pt>
                <c:pt idx="189">
                  <c:v>43.4</c:v>
                </c:pt>
                <c:pt idx="190">
                  <c:v>43.6</c:v>
                </c:pt>
                <c:pt idx="191">
                  <c:v>43.6</c:v>
                </c:pt>
                <c:pt idx="192">
                  <c:v>43.6</c:v>
                </c:pt>
                <c:pt idx="193">
                  <c:v>43.8</c:v>
                </c:pt>
                <c:pt idx="194">
                  <c:v>44</c:v>
                </c:pt>
                <c:pt idx="195">
                  <c:v>44.2</c:v>
                </c:pt>
                <c:pt idx="196">
                  <c:v>44.6</c:v>
                </c:pt>
                <c:pt idx="197">
                  <c:v>44.8</c:v>
                </c:pt>
                <c:pt idx="198">
                  <c:v>44.8</c:v>
                </c:pt>
                <c:pt idx="199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6F2-4B09-BC30-848B8F1EA464}"/>
            </c:ext>
          </c:extLst>
        </c:ser>
        <c:ser>
          <c:idx val="3"/>
          <c:order val="3"/>
          <c:tx>
            <c:strRef>
              <c:f>save1!$EF$2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save1!$EF$3:$EF$202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1</c:v>
                </c:pt>
                <c:pt idx="4">
                  <c:v>1.8</c:v>
                </c:pt>
                <c:pt idx="5">
                  <c:v>1.8</c:v>
                </c:pt>
                <c:pt idx="6">
                  <c:v>2.2000000000000002</c:v>
                </c:pt>
                <c:pt idx="7">
                  <c:v>2.6</c:v>
                </c:pt>
                <c:pt idx="8">
                  <c:v>3.2</c:v>
                </c:pt>
                <c:pt idx="9">
                  <c:v>3.8</c:v>
                </c:pt>
                <c:pt idx="10">
                  <c:v>4.4000000000000004</c:v>
                </c:pt>
                <c:pt idx="11">
                  <c:v>4.8</c:v>
                </c:pt>
                <c:pt idx="12">
                  <c:v>5</c:v>
                </c:pt>
                <c:pt idx="13">
                  <c:v>5</c:v>
                </c:pt>
                <c:pt idx="14">
                  <c:v>5.2</c:v>
                </c:pt>
                <c:pt idx="15">
                  <c:v>5.2</c:v>
                </c:pt>
                <c:pt idx="16">
                  <c:v>5.2</c:v>
                </c:pt>
                <c:pt idx="17">
                  <c:v>5.6</c:v>
                </c:pt>
                <c:pt idx="18">
                  <c:v>5.6</c:v>
                </c:pt>
                <c:pt idx="19">
                  <c:v>6</c:v>
                </c:pt>
                <c:pt idx="20">
                  <c:v>6.4</c:v>
                </c:pt>
                <c:pt idx="21">
                  <c:v>6.6</c:v>
                </c:pt>
                <c:pt idx="22">
                  <c:v>6.8</c:v>
                </c:pt>
                <c:pt idx="23">
                  <c:v>7</c:v>
                </c:pt>
                <c:pt idx="24">
                  <c:v>7.4</c:v>
                </c:pt>
                <c:pt idx="25">
                  <c:v>7.4</c:v>
                </c:pt>
                <c:pt idx="26">
                  <c:v>7.4</c:v>
                </c:pt>
                <c:pt idx="27">
                  <c:v>7.4</c:v>
                </c:pt>
                <c:pt idx="28">
                  <c:v>7.8</c:v>
                </c:pt>
                <c:pt idx="29">
                  <c:v>8</c:v>
                </c:pt>
                <c:pt idx="30">
                  <c:v>8</c:v>
                </c:pt>
                <c:pt idx="31">
                  <c:v>8.4</c:v>
                </c:pt>
                <c:pt idx="32">
                  <c:v>8.4</c:v>
                </c:pt>
                <c:pt idx="33">
                  <c:v>9</c:v>
                </c:pt>
                <c:pt idx="34">
                  <c:v>9.4</c:v>
                </c:pt>
                <c:pt idx="35">
                  <c:v>9.6</c:v>
                </c:pt>
                <c:pt idx="36">
                  <c:v>10</c:v>
                </c:pt>
                <c:pt idx="37">
                  <c:v>10</c:v>
                </c:pt>
                <c:pt idx="38">
                  <c:v>10.199999999999999</c:v>
                </c:pt>
                <c:pt idx="39">
                  <c:v>10.6</c:v>
                </c:pt>
                <c:pt idx="40">
                  <c:v>10.8</c:v>
                </c:pt>
                <c:pt idx="41">
                  <c:v>11.2</c:v>
                </c:pt>
                <c:pt idx="42">
                  <c:v>11.4</c:v>
                </c:pt>
                <c:pt idx="43">
                  <c:v>11.6</c:v>
                </c:pt>
                <c:pt idx="44">
                  <c:v>12</c:v>
                </c:pt>
                <c:pt idx="45">
                  <c:v>12.4</c:v>
                </c:pt>
                <c:pt idx="46">
                  <c:v>12.4</c:v>
                </c:pt>
                <c:pt idx="47">
                  <c:v>12.8</c:v>
                </c:pt>
                <c:pt idx="48">
                  <c:v>13.2</c:v>
                </c:pt>
                <c:pt idx="49">
                  <c:v>13.8</c:v>
                </c:pt>
                <c:pt idx="50">
                  <c:v>13.8</c:v>
                </c:pt>
                <c:pt idx="51">
                  <c:v>14</c:v>
                </c:pt>
                <c:pt idx="52">
                  <c:v>14.2</c:v>
                </c:pt>
                <c:pt idx="53">
                  <c:v>14.2</c:v>
                </c:pt>
                <c:pt idx="54">
                  <c:v>14.6</c:v>
                </c:pt>
                <c:pt idx="55">
                  <c:v>14.6</c:v>
                </c:pt>
                <c:pt idx="56">
                  <c:v>14.8</c:v>
                </c:pt>
                <c:pt idx="57">
                  <c:v>14.8</c:v>
                </c:pt>
                <c:pt idx="58">
                  <c:v>15</c:v>
                </c:pt>
                <c:pt idx="59">
                  <c:v>15.4</c:v>
                </c:pt>
                <c:pt idx="60">
                  <c:v>15.4</c:v>
                </c:pt>
                <c:pt idx="61">
                  <c:v>15.8</c:v>
                </c:pt>
                <c:pt idx="62">
                  <c:v>16</c:v>
                </c:pt>
                <c:pt idx="63">
                  <c:v>16.399999999999999</c:v>
                </c:pt>
                <c:pt idx="64">
                  <c:v>16.399999999999999</c:v>
                </c:pt>
                <c:pt idx="65">
                  <c:v>16.399999999999999</c:v>
                </c:pt>
                <c:pt idx="66">
                  <c:v>16.600000000000001</c:v>
                </c:pt>
                <c:pt idx="67">
                  <c:v>16.8</c:v>
                </c:pt>
                <c:pt idx="68">
                  <c:v>17</c:v>
                </c:pt>
                <c:pt idx="69">
                  <c:v>17</c:v>
                </c:pt>
                <c:pt idx="70">
                  <c:v>17</c:v>
                </c:pt>
                <c:pt idx="71">
                  <c:v>17.2</c:v>
                </c:pt>
                <c:pt idx="72">
                  <c:v>17.399999999999999</c:v>
                </c:pt>
                <c:pt idx="73">
                  <c:v>17.399999999999999</c:v>
                </c:pt>
                <c:pt idx="74">
                  <c:v>17.8</c:v>
                </c:pt>
                <c:pt idx="75">
                  <c:v>18.2</c:v>
                </c:pt>
                <c:pt idx="76">
                  <c:v>18.399999999999999</c:v>
                </c:pt>
                <c:pt idx="77">
                  <c:v>18.600000000000001</c:v>
                </c:pt>
                <c:pt idx="78">
                  <c:v>19</c:v>
                </c:pt>
                <c:pt idx="79">
                  <c:v>19</c:v>
                </c:pt>
                <c:pt idx="80">
                  <c:v>19</c:v>
                </c:pt>
                <c:pt idx="81">
                  <c:v>19</c:v>
                </c:pt>
                <c:pt idx="82">
                  <c:v>19.399999999999999</c:v>
                </c:pt>
                <c:pt idx="83">
                  <c:v>19.399999999999999</c:v>
                </c:pt>
                <c:pt idx="84">
                  <c:v>19.399999999999999</c:v>
                </c:pt>
                <c:pt idx="85">
                  <c:v>19.600000000000001</c:v>
                </c:pt>
                <c:pt idx="86">
                  <c:v>19.600000000000001</c:v>
                </c:pt>
                <c:pt idx="87">
                  <c:v>19.8</c:v>
                </c:pt>
                <c:pt idx="88">
                  <c:v>20</c:v>
                </c:pt>
                <c:pt idx="89">
                  <c:v>20.2</c:v>
                </c:pt>
                <c:pt idx="90">
                  <c:v>20.6</c:v>
                </c:pt>
                <c:pt idx="91">
                  <c:v>20.6</c:v>
                </c:pt>
                <c:pt idx="92">
                  <c:v>20.6</c:v>
                </c:pt>
                <c:pt idx="93">
                  <c:v>20.8</c:v>
                </c:pt>
                <c:pt idx="94">
                  <c:v>21.2</c:v>
                </c:pt>
                <c:pt idx="95">
                  <c:v>21.6</c:v>
                </c:pt>
                <c:pt idx="96">
                  <c:v>21.6</c:v>
                </c:pt>
                <c:pt idx="97">
                  <c:v>21.8</c:v>
                </c:pt>
                <c:pt idx="98">
                  <c:v>22</c:v>
                </c:pt>
                <c:pt idx="99">
                  <c:v>22.2</c:v>
                </c:pt>
                <c:pt idx="100">
                  <c:v>22.4</c:v>
                </c:pt>
                <c:pt idx="101">
                  <c:v>22.4</c:v>
                </c:pt>
                <c:pt idx="102">
                  <c:v>22.6</c:v>
                </c:pt>
                <c:pt idx="103">
                  <c:v>23</c:v>
                </c:pt>
                <c:pt idx="104">
                  <c:v>23.4</c:v>
                </c:pt>
                <c:pt idx="105">
                  <c:v>23.6</c:v>
                </c:pt>
                <c:pt idx="106">
                  <c:v>23.8</c:v>
                </c:pt>
                <c:pt idx="107">
                  <c:v>24</c:v>
                </c:pt>
                <c:pt idx="108">
                  <c:v>24</c:v>
                </c:pt>
                <c:pt idx="109">
                  <c:v>24.2</c:v>
                </c:pt>
                <c:pt idx="110">
                  <c:v>24.8</c:v>
                </c:pt>
                <c:pt idx="111">
                  <c:v>24.8</c:v>
                </c:pt>
                <c:pt idx="112">
                  <c:v>24.8</c:v>
                </c:pt>
                <c:pt idx="113">
                  <c:v>25</c:v>
                </c:pt>
                <c:pt idx="114">
                  <c:v>25.2</c:v>
                </c:pt>
                <c:pt idx="115">
                  <c:v>25.6</c:v>
                </c:pt>
                <c:pt idx="116">
                  <c:v>26.2</c:v>
                </c:pt>
                <c:pt idx="117">
                  <c:v>26.4</c:v>
                </c:pt>
                <c:pt idx="118">
                  <c:v>26.8</c:v>
                </c:pt>
                <c:pt idx="119">
                  <c:v>27</c:v>
                </c:pt>
                <c:pt idx="120">
                  <c:v>27</c:v>
                </c:pt>
                <c:pt idx="121">
                  <c:v>27.2</c:v>
                </c:pt>
                <c:pt idx="122">
                  <c:v>27.2</c:v>
                </c:pt>
                <c:pt idx="123">
                  <c:v>27.2</c:v>
                </c:pt>
                <c:pt idx="124">
                  <c:v>27.4</c:v>
                </c:pt>
                <c:pt idx="125">
                  <c:v>27.8</c:v>
                </c:pt>
                <c:pt idx="126">
                  <c:v>27.8</c:v>
                </c:pt>
                <c:pt idx="127">
                  <c:v>28</c:v>
                </c:pt>
                <c:pt idx="128">
                  <c:v>28.4</c:v>
                </c:pt>
                <c:pt idx="129">
                  <c:v>28.6</c:v>
                </c:pt>
                <c:pt idx="130">
                  <c:v>28.6</c:v>
                </c:pt>
                <c:pt idx="131">
                  <c:v>29.2</c:v>
                </c:pt>
                <c:pt idx="132">
                  <c:v>29.4</c:v>
                </c:pt>
                <c:pt idx="133">
                  <c:v>29.8</c:v>
                </c:pt>
                <c:pt idx="134">
                  <c:v>30.2</c:v>
                </c:pt>
                <c:pt idx="135">
                  <c:v>30.2</c:v>
                </c:pt>
                <c:pt idx="136">
                  <c:v>30.4</c:v>
                </c:pt>
                <c:pt idx="137">
                  <c:v>30.8</c:v>
                </c:pt>
                <c:pt idx="138">
                  <c:v>31</c:v>
                </c:pt>
                <c:pt idx="139">
                  <c:v>31.2</c:v>
                </c:pt>
                <c:pt idx="140">
                  <c:v>31.2</c:v>
                </c:pt>
                <c:pt idx="141">
                  <c:v>31.4</c:v>
                </c:pt>
                <c:pt idx="142">
                  <c:v>31.6</c:v>
                </c:pt>
                <c:pt idx="143">
                  <c:v>31.6</c:v>
                </c:pt>
                <c:pt idx="144">
                  <c:v>32</c:v>
                </c:pt>
                <c:pt idx="145">
                  <c:v>32.200000000000003</c:v>
                </c:pt>
                <c:pt idx="146">
                  <c:v>32.4</c:v>
                </c:pt>
                <c:pt idx="147">
                  <c:v>32.6</c:v>
                </c:pt>
                <c:pt idx="148">
                  <c:v>32.799999999999997</c:v>
                </c:pt>
                <c:pt idx="149">
                  <c:v>32.799999999999997</c:v>
                </c:pt>
                <c:pt idx="150">
                  <c:v>32.799999999999997</c:v>
                </c:pt>
                <c:pt idx="151">
                  <c:v>32.799999999999997</c:v>
                </c:pt>
                <c:pt idx="152">
                  <c:v>33</c:v>
                </c:pt>
                <c:pt idx="153">
                  <c:v>33.799999999999997</c:v>
                </c:pt>
                <c:pt idx="154">
                  <c:v>33.799999999999997</c:v>
                </c:pt>
                <c:pt idx="155">
                  <c:v>34</c:v>
                </c:pt>
                <c:pt idx="156">
                  <c:v>34.6</c:v>
                </c:pt>
                <c:pt idx="157">
                  <c:v>34.6</c:v>
                </c:pt>
                <c:pt idx="158">
                  <c:v>35</c:v>
                </c:pt>
                <c:pt idx="159">
                  <c:v>35</c:v>
                </c:pt>
                <c:pt idx="160">
                  <c:v>35.200000000000003</c:v>
                </c:pt>
                <c:pt idx="161">
                  <c:v>35.200000000000003</c:v>
                </c:pt>
                <c:pt idx="162">
                  <c:v>35.4</c:v>
                </c:pt>
                <c:pt idx="163">
                  <c:v>35.4</c:v>
                </c:pt>
                <c:pt idx="164">
                  <c:v>35.4</c:v>
                </c:pt>
                <c:pt idx="165">
                  <c:v>35.4</c:v>
                </c:pt>
                <c:pt idx="166">
                  <c:v>35.6</c:v>
                </c:pt>
                <c:pt idx="167">
                  <c:v>35.799999999999997</c:v>
                </c:pt>
                <c:pt idx="168">
                  <c:v>36</c:v>
                </c:pt>
                <c:pt idx="169">
                  <c:v>36.200000000000003</c:v>
                </c:pt>
                <c:pt idx="170">
                  <c:v>36.4</c:v>
                </c:pt>
                <c:pt idx="171">
                  <c:v>37</c:v>
                </c:pt>
                <c:pt idx="172">
                  <c:v>37.200000000000003</c:v>
                </c:pt>
                <c:pt idx="173">
                  <c:v>37.200000000000003</c:v>
                </c:pt>
                <c:pt idx="174">
                  <c:v>37.200000000000003</c:v>
                </c:pt>
                <c:pt idx="175">
                  <c:v>37.4</c:v>
                </c:pt>
                <c:pt idx="176">
                  <c:v>37.6</c:v>
                </c:pt>
                <c:pt idx="177">
                  <c:v>37.6</c:v>
                </c:pt>
                <c:pt idx="178">
                  <c:v>37.799999999999997</c:v>
                </c:pt>
                <c:pt idx="179">
                  <c:v>38</c:v>
                </c:pt>
                <c:pt idx="180">
                  <c:v>38</c:v>
                </c:pt>
                <c:pt idx="181">
                  <c:v>38</c:v>
                </c:pt>
                <c:pt idx="182">
                  <c:v>38.200000000000003</c:v>
                </c:pt>
                <c:pt idx="183">
                  <c:v>38.4</c:v>
                </c:pt>
                <c:pt idx="184">
                  <c:v>38.6</c:v>
                </c:pt>
                <c:pt idx="185">
                  <c:v>38.6</c:v>
                </c:pt>
                <c:pt idx="186">
                  <c:v>39</c:v>
                </c:pt>
                <c:pt idx="187">
                  <c:v>39.200000000000003</c:v>
                </c:pt>
                <c:pt idx="188">
                  <c:v>39.200000000000003</c:v>
                </c:pt>
                <c:pt idx="189">
                  <c:v>39.4</c:v>
                </c:pt>
                <c:pt idx="190">
                  <c:v>39.6</c:v>
                </c:pt>
                <c:pt idx="191">
                  <c:v>39.799999999999997</c:v>
                </c:pt>
                <c:pt idx="192">
                  <c:v>40.200000000000003</c:v>
                </c:pt>
                <c:pt idx="193">
                  <c:v>40.6</c:v>
                </c:pt>
                <c:pt idx="194">
                  <c:v>40.799999999999997</c:v>
                </c:pt>
                <c:pt idx="195">
                  <c:v>40.799999999999997</c:v>
                </c:pt>
                <c:pt idx="196">
                  <c:v>40.799999999999997</c:v>
                </c:pt>
                <c:pt idx="197">
                  <c:v>41.2</c:v>
                </c:pt>
                <c:pt idx="198">
                  <c:v>41.4</c:v>
                </c:pt>
                <c:pt idx="199">
                  <c:v>41.8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F2-4B09-BC30-848B8F1EA464}"/>
            </c:ext>
          </c:extLst>
        </c:ser>
        <c:ser>
          <c:idx val="4"/>
          <c:order val="4"/>
          <c:tx>
            <c:strRef>
              <c:f>save1!$EG$2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save1!$EG$3:$EG$202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0.6</c:v>
                </c:pt>
                <c:pt idx="15">
                  <c:v>0.8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1.2</c:v>
                </c:pt>
                <c:pt idx="21">
                  <c:v>1.4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1.6</c:v>
                </c:pt>
                <c:pt idx="39">
                  <c:v>1.6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2.4</c:v>
                </c:pt>
                <c:pt idx="73">
                  <c:v>2.4</c:v>
                </c:pt>
                <c:pt idx="74">
                  <c:v>2.4</c:v>
                </c:pt>
                <c:pt idx="75">
                  <c:v>2.4</c:v>
                </c:pt>
                <c:pt idx="76">
                  <c:v>2.4</c:v>
                </c:pt>
                <c:pt idx="77">
                  <c:v>2.4</c:v>
                </c:pt>
                <c:pt idx="78">
                  <c:v>2.4</c:v>
                </c:pt>
                <c:pt idx="79">
                  <c:v>2.4</c:v>
                </c:pt>
                <c:pt idx="80">
                  <c:v>2.4</c:v>
                </c:pt>
                <c:pt idx="81">
                  <c:v>2.4</c:v>
                </c:pt>
                <c:pt idx="82">
                  <c:v>2.4</c:v>
                </c:pt>
                <c:pt idx="83">
                  <c:v>2.4</c:v>
                </c:pt>
                <c:pt idx="84">
                  <c:v>2.6</c:v>
                </c:pt>
                <c:pt idx="85">
                  <c:v>2.6</c:v>
                </c:pt>
                <c:pt idx="86">
                  <c:v>2.6</c:v>
                </c:pt>
                <c:pt idx="87">
                  <c:v>2.6</c:v>
                </c:pt>
                <c:pt idx="88">
                  <c:v>2.8</c:v>
                </c:pt>
                <c:pt idx="89">
                  <c:v>3</c:v>
                </c:pt>
                <c:pt idx="90">
                  <c:v>3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3.4</c:v>
                </c:pt>
                <c:pt idx="95">
                  <c:v>3.4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3.4</c:v>
                </c:pt>
                <c:pt idx="100">
                  <c:v>3.4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3.6</c:v>
                </c:pt>
                <c:pt idx="107">
                  <c:v>3.6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3.8</c:v>
                </c:pt>
                <c:pt idx="112">
                  <c:v>3.8</c:v>
                </c:pt>
                <c:pt idx="113">
                  <c:v>4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4</c:v>
                </c:pt>
                <c:pt idx="121">
                  <c:v>4.2</c:v>
                </c:pt>
                <c:pt idx="122">
                  <c:v>4.2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4.5999999999999996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4.5999999999999996</c:v>
                </c:pt>
                <c:pt idx="136">
                  <c:v>4.5999999999999996</c:v>
                </c:pt>
                <c:pt idx="137">
                  <c:v>4.5999999999999996</c:v>
                </c:pt>
                <c:pt idx="138">
                  <c:v>4.5999999999999996</c:v>
                </c:pt>
                <c:pt idx="139">
                  <c:v>4.5999999999999996</c:v>
                </c:pt>
                <c:pt idx="140">
                  <c:v>4.5999999999999996</c:v>
                </c:pt>
                <c:pt idx="141">
                  <c:v>4.5999999999999996</c:v>
                </c:pt>
                <c:pt idx="142">
                  <c:v>4.5999999999999996</c:v>
                </c:pt>
                <c:pt idx="143">
                  <c:v>4.5999999999999996</c:v>
                </c:pt>
                <c:pt idx="144">
                  <c:v>4.5999999999999996</c:v>
                </c:pt>
                <c:pt idx="145">
                  <c:v>4.8</c:v>
                </c:pt>
                <c:pt idx="146">
                  <c:v>5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5.4</c:v>
                </c:pt>
                <c:pt idx="154">
                  <c:v>5.4</c:v>
                </c:pt>
                <c:pt idx="155">
                  <c:v>5.4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5.4</c:v>
                </c:pt>
                <c:pt idx="160">
                  <c:v>5.4</c:v>
                </c:pt>
                <c:pt idx="161">
                  <c:v>5.4</c:v>
                </c:pt>
                <c:pt idx="162">
                  <c:v>5.6</c:v>
                </c:pt>
                <c:pt idx="163">
                  <c:v>5.6</c:v>
                </c:pt>
                <c:pt idx="164">
                  <c:v>5.6</c:v>
                </c:pt>
                <c:pt idx="165">
                  <c:v>5.6</c:v>
                </c:pt>
                <c:pt idx="166">
                  <c:v>5.8</c:v>
                </c:pt>
                <c:pt idx="167">
                  <c:v>5.8</c:v>
                </c:pt>
                <c:pt idx="168">
                  <c:v>5.8</c:v>
                </c:pt>
                <c:pt idx="169">
                  <c:v>5.8</c:v>
                </c:pt>
                <c:pt idx="170">
                  <c:v>5.8</c:v>
                </c:pt>
                <c:pt idx="171">
                  <c:v>5.8</c:v>
                </c:pt>
                <c:pt idx="172">
                  <c:v>5.8</c:v>
                </c:pt>
                <c:pt idx="173">
                  <c:v>5.8</c:v>
                </c:pt>
                <c:pt idx="174">
                  <c:v>5.8</c:v>
                </c:pt>
                <c:pt idx="175">
                  <c:v>5.8</c:v>
                </c:pt>
                <c:pt idx="176">
                  <c:v>5.8</c:v>
                </c:pt>
                <c:pt idx="177">
                  <c:v>5.8</c:v>
                </c:pt>
                <c:pt idx="178">
                  <c:v>5.8</c:v>
                </c:pt>
                <c:pt idx="179">
                  <c:v>6</c:v>
                </c:pt>
                <c:pt idx="180">
                  <c:v>6</c:v>
                </c:pt>
                <c:pt idx="181">
                  <c:v>6</c:v>
                </c:pt>
                <c:pt idx="182">
                  <c:v>6</c:v>
                </c:pt>
                <c:pt idx="183">
                  <c:v>6</c:v>
                </c:pt>
                <c:pt idx="184">
                  <c:v>6</c:v>
                </c:pt>
                <c:pt idx="185">
                  <c:v>6.2</c:v>
                </c:pt>
                <c:pt idx="186">
                  <c:v>6.2</c:v>
                </c:pt>
                <c:pt idx="187">
                  <c:v>6.4</c:v>
                </c:pt>
                <c:pt idx="188">
                  <c:v>6.4</c:v>
                </c:pt>
                <c:pt idx="189">
                  <c:v>6.6</c:v>
                </c:pt>
                <c:pt idx="190">
                  <c:v>6.6</c:v>
                </c:pt>
                <c:pt idx="191">
                  <c:v>6.6</c:v>
                </c:pt>
                <c:pt idx="192">
                  <c:v>6.6</c:v>
                </c:pt>
                <c:pt idx="193">
                  <c:v>6.6</c:v>
                </c:pt>
                <c:pt idx="194">
                  <c:v>6.6</c:v>
                </c:pt>
                <c:pt idx="195">
                  <c:v>6.6</c:v>
                </c:pt>
                <c:pt idx="196">
                  <c:v>6.6</c:v>
                </c:pt>
                <c:pt idx="197">
                  <c:v>6.6</c:v>
                </c:pt>
                <c:pt idx="198">
                  <c:v>6.8</c:v>
                </c:pt>
                <c:pt idx="199">
                  <c:v>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6F2-4B09-BC30-848B8F1EA464}"/>
            </c:ext>
          </c:extLst>
        </c:ser>
        <c:ser>
          <c:idx val="5"/>
          <c:order val="5"/>
          <c:tx>
            <c:strRef>
              <c:f>save1!$EH$2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save1!$EH$3:$EH$202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1.2</c:v>
                </c:pt>
                <c:pt idx="14">
                  <c:v>1.2</c:v>
                </c:pt>
                <c:pt idx="15">
                  <c:v>1.4</c:v>
                </c:pt>
                <c:pt idx="16">
                  <c:v>1.4</c:v>
                </c:pt>
                <c:pt idx="17">
                  <c:v>1.4</c:v>
                </c:pt>
                <c:pt idx="18">
                  <c:v>1.4</c:v>
                </c:pt>
                <c:pt idx="19">
                  <c:v>1.4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2.4</c:v>
                </c:pt>
                <c:pt idx="48">
                  <c:v>2.4</c:v>
                </c:pt>
                <c:pt idx="49">
                  <c:v>2.6</c:v>
                </c:pt>
                <c:pt idx="50">
                  <c:v>2.8</c:v>
                </c:pt>
                <c:pt idx="51">
                  <c:v>2.8</c:v>
                </c:pt>
                <c:pt idx="52">
                  <c:v>2.8</c:v>
                </c:pt>
                <c:pt idx="53">
                  <c:v>2.8</c:v>
                </c:pt>
                <c:pt idx="54">
                  <c:v>2.8</c:v>
                </c:pt>
                <c:pt idx="55">
                  <c:v>2.8</c:v>
                </c:pt>
                <c:pt idx="56">
                  <c:v>2.8</c:v>
                </c:pt>
                <c:pt idx="57">
                  <c:v>2.8</c:v>
                </c:pt>
                <c:pt idx="58">
                  <c:v>2.8</c:v>
                </c:pt>
                <c:pt idx="59">
                  <c:v>3</c:v>
                </c:pt>
                <c:pt idx="60">
                  <c:v>3</c:v>
                </c:pt>
                <c:pt idx="61">
                  <c:v>3</c:v>
                </c:pt>
                <c:pt idx="62">
                  <c:v>3.2</c:v>
                </c:pt>
                <c:pt idx="63">
                  <c:v>3.2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3.2</c:v>
                </c:pt>
                <c:pt idx="69">
                  <c:v>3.2</c:v>
                </c:pt>
                <c:pt idx="70">
                  <c:v>3.4</c:v>
                </c:pt>
                <c:pt idx="71">
                  <c:v>3.6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3.8</c:v>
                </c:pt>
                <c:pt idx="76">
                  <c:v>3.8</c:v>
                </c:pt>
                <c:pt idx="77">
                  <c:v>4</c:v>
                </c:pt>
                <c:pt idx="78">
                  <c:v>4.2</c:v>
                </c:pt>
                <c:pt idx="79">
                  <c:v>4.2</c:v>
                </c:pt>
                <c:pt idx="80">
                  <c:v>4.2</c:v>
                </c:pt>
                <c:pt idx="81">
                  <c:v>4.2</c:v>
                </c:pt>
                <c:pt idx="82">
                  <c:v>4.2</c:v>
                </c:pt>
                <c:pt idx="83">
                  <c:v>4.2</c:v>
                </c:pt>
                <c:pt idx="84">
                  <c:v>4.2</c:v>
                </c:pt>
                <c:pt idx="85">
                  <c:v>4.2</c:v>
                </c:pt>
                <c:pt idx="86">
                  <c:v>4.2</c:v>
                </c:pt>
                <c:pt idx="87">
                  <c:v>4.2</c:v>
                </c:pt>
                <c:pt idx="88">
                  <c:v>4.4000000000000004</c:v>
                </c:pt>
                <c:pt idx="89">
                  <c:v>4.5999999999999996</c:v>
                </c:pt>
                <c:pt idx="90">
                  <c:v>4.5999999999999996</c:v>
                </c:pt>
                <c:pt idx="91">
                  <c:v>4.5999999999999996</c:v>
                </c:pt>
                <c:pt idx="92">
                  <c:v>4.5999999999999996</c:v>
                </c:pt>
                <c:pt idx="93">
                  <c:v>4.8</c:v>
                </c:pt>
                <c:pt idx="94">
                  <c:v>4.8</c:v>
                </c:pt>
                <c:pt idx="95">
                  <c:v>4.8</c:v>
                </c:pt>
                <c:pt idx="96">
                  <c:v>4.8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5.2</c:v>
                </c:pt>
                <c:pt idx="105">
                  <c:v>5.2</c:v>
                </c:pt>
                <c:pt idx="106">
                  <c:v>5.2</c:v>
                </c:pt>
                <c:pt idx="107">
                  <c:v>5.2</c:v>
                </c:pt>
                <c:pt idx="108">
                  <c:v>5.2</c:v>
                </c:pt>
                <c:pt idx="109">
                  <c:v>5.2</c:v>
                </c:pt>
                <c:pt idx="110">
                  <c:v>5.2</c:v>
                </c:pt>
                <c:pt idx="111">
                  <c:v>5.4</c:v>
                </c:pt>
                <c:pt idx="112">
                  <c:v>5.4</c:v>
                </c:pt>
                <c:pt idx="113">
                  <c:v>5.4</c:v>
                </c:pt>
                <c:pt idx="114">
                  <c:v>5.6</c:v>
                </c:pt>
                <c:pt idx="115">
                  <c:v>5.6</c:v>
                </c:pt>
                <c:pt idx="116">
                  <c:v>5.8</c:v>
                </c:pt>
                <c:pt idx="117">
                  <c:v>5.8</c:v>
                </c:pt>
                <c:pt idx="118">
                  <c:v>5.8</c:v>
                </c:pt>
                <c:pt idx="119">
                  <c:v>5.8</c:v>
                </c:pt>
                <c:pt idx="120">
                  <c:v>5.8</c:v>
                </c:pt>
                <c:pt idx="121">
                  <c:v>5.8</c:v>
                </c:pt>
                <c:pt idx="122">
                  <c:v>6</c:v>
                </c:pt>
                <c:pt idx="123">
                  <c:v>6</c:v>
                </c:pt>
                <c:pt idx="124">
                  <c:v>6.2</c:v>
                </c:pt>
                <c:pt idx="125">
                  <c:v>6.4</c:v>
                </c:pt>
                <c:pt idx="126">
                  <c:v>6.4</c:v>
                </c:pt>
                <c:pt idx="127">
                  <c:v>6.4</c:v>
                </c:pt>
                <c:pt idx="128">
                  <c:v>6.4</c:v>
                </c:pt>
                <c:pt idx="129">
                  <c:v>6.4</c:v>
                </c:pt>
                <c:pt idx="130">
                  <c:v>6.4</c:v>
                </c:pt>
                <c:pt idx="131">
                  <c:v>6.6</c:v>
                </c:pt>
                <c:pt idx="132">
                  <c:v>6.6</c:v>
                </c:pt>
                <c:pt idx="133">
                  <c:v>6.6</c:v>
                </c:pt>
                <c:pt idx="134">
                  <c:v>6.6</c:v>
                </c:pt>
                <c:pt idx="135">
                  <c:v>6.6</c:v>
                </c:pt>
                <c:pt idx="136">
                  <c:v>6.6</c:v>
                </c:pt>
                <c:pt idx="137">
                  <c:v>6.8</c:v>
                </c:pt>
                <c:pt idx="138">
                  <c:v>6.8</c:v>
                </c:pt>
                <c:pt idx="139">
                  <c:v>6.8</c:v>
                </c:pt>
                <c:pt idx="140">
                  <c:v>7</c:v>
                </c:pt>
                <c:pt idx="141">
                  <c:v>7</c:v>
                </c:pt>
                <c:pt idx="142">
                  <c:v>7</c:v>
                </c:pt>
                <c:pt idx="143">
                  <c:v>7.2</c:v>
                </c:pt>
                <c:pt idx="144">
                  <c:v>7.2</c:v>
                </c:pt>
                <c:pt idx="145">
                  <c:v>7.2</c:v>
                </c:pt>
                <c:pt idx="146">
                  <c:v>7.2</c:v>
                </c:pt>
                <c:pt idx="147">
                  <c:v>7.2</c:v>
                </c:pt>
                <c:pt idx="148">
                  <c:v>7.2</c:v>
                </c:pt>
                <c:pt idx="149">
                  <c:v>7.2</c:v>
                </c:pt>
                <c:pt idx="150">
                  <c:v>7.2</c:v>
                </c:pt>
                <c:pt idx="151">
                  <c:v>7.2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7.2</c:v>
                </c:pt>
                <c:pt idx="156">
                  <c:v>7.4</c:v>
                </c:pt>
                <c:pt idx="157">
                  <c:v>7.4</c:v>
                </c:pt>
                <c:pt idx="158">
                  <c:v>7.4</c:v>
                </c:pt>
                <c:pt idx="159">
                  <c:v>7.4</c:v>
                </c:pt>
                <c:pt idx="160">
                  <c:v>7.6</c:v>
                </c:pt>
                <c:pt idx="161">
                  <c:v>7.6</c:v>
                </c:pt>
                <c:pt idx="162">
                  <c:v>7.8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7.8</c:v>
                </c:pt>
                <c:pt idx="171">
                  <c:v>8</c:v>
                </c:pt>
                <c:pt idx="172">
                  <c:v>8</c:v>
                </c:pt>
                <c:pt idx="173">
                  <c:v>8</c:v>
                </c:pt>
                <c:pt idx="174">
                  <c:v>8</c:v>
                </c:pt>
                <c:pt idx="175">
                  <c:v>8</c:v>
                </c:pt>
                <c:pt idx="176">
                  <c:v>8</c:v>
                </c:pt>
                <c:pt idx="177">
                  <c:v>8.1999999999999993</c:v>
                </c:pt>
                <c:pt idx="178">
                  <c:v>8.4</c:v>
                </c:pt>
                <c:pt idx="179">
                  <c:v>8.4</c:v>
                </c:pt>
                <c:pt idx="180">
                  <c:v>8.4</c:v>
                </c:pt>
                <c:pt idx="181">
                  <c:v>8.4</c:v>
                </c:pt>
                <c:pt idx="182">
                  <c:v>8.4</c:v>
                </c:pt>
                <c:pt idx="183">
                  <c:v>8.4</c:v>
                </c:pt>
                <c:pt idx="184">
                  <c:v>8.6</c:v>
                </c:pt>
                <c:pt idx="185">
                  <c:v>8.6</c:v>
                </c:pt>
                <c:pt idx="186">
                  <c:v>8.6</c:v>
                </c:pt>
                <c:pt idx="187">
                  <c:v>8.6</c:v>
                </c:pt>
                <c:pt idx="188">
                  <c:v>8.6</c:v>
                </c:pt>
                <c:pt idx="189">
                  <c:v>8.6</c:v>
                </c:pt>
                <c:pt idx="190">
                  <c:v>8.6</c:v>
                </c:pt>
                <c:pt idx="191">
                  <c:v>8.8000000000000007</c:v>
                </c:pt>
                <c:pt idx="192">
                  <c:v>9</c:v>
                </c:pt>
                <c:pt idx="193">
                  <c:v>9</c:v>
                </c:pt>
                <c:pt idx="194">
                  <c:v>9</c:v>
                </c:pt>
                <c:pt idx="195">
                  <c:v>9</c:v>
                </c:pt>
                <c:pt idx="196">
                  <c:v>9</c:v>
                </c:pt>
                <c:pt idx="197">
                  <c:v>9</c:v>
                </c:pt>
                <c:pt idx="198">
                  <c:v>9</c:v>
                </c:pt>
                <c:pt idx="19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6F2-4B09-BC30-848B8F1EA464}"/>
            </c:ext>
          </c:extLst>
        </c:ser>
        <c:ser>
          <c:idx val="6"/>
          <c:order val="6"/>
          <c:tx>
            <c:strRef>
              <c:f>save1!$EI$2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save1!$EI$3:$EI$202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0.2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2.2000000000000002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2.2000000000000002</c:v>
                </c:pt>
                <c:pt idx="97">
                  <c:v>2.2000000000000002</c:v>
                </c:pt>
                <c:pt idx="98">
                  <c:v>2.2000000000000002</c:v>
                </c:pt>
                <c:pt idx="99">
                  <c:v>2.2000000000000002</c:v>
                </c:pt>
                <c:pt idx="100">
                  <c:v>2.2000000000000002</c:v>
                </c:pt>
                <c:pt idx="101">
                  <c:v>2.2000000000000002</c:v>
                </c:pt>
                <c:pt idx="102">
                  <c:v>2.2000000000000002</c:v>
                </c:pt>
                <c:pt idx="103">
                  <c:v>2.2000000000000002</c:v>
                </c:pt>
                <c:pt idx="104">
                  <c:v>2.2000000000000002</c:v>
                </c:pt>
                <c:pt idx="105">
                  <c:v>2.2000000000000002</c:v>
                </c:pt>
                <c:pt idx="106">
                  <c:v>2.4</c:v>
                </c:pt>
                <c:pt idx="107">
                  <c:v>2.4</c:v>
                </c:pt>
                <c:pt idx="108">
                  <c:v>2.4</c:v>
                </c:pt>
                <c:pt idx="109">
                  <c:v>2.4</c:v>
                </c:pt>
                <c:pt idx="110">
                  <c:v>2.4</c:v>
                </c:pt>
                <c:pt idx="111">
                  <c:v>2.4</c:v>
                </c:pt>
                <c:pt idx="112">
                  <c:v>2.4</c:v>
                </c:pt>
                <c:pt idx="113">
                  <c:v>2.4</c:v>
                </c:pt>
                <c:pt idx="114">
                  <c:v>2.4</c:v>
                </c:pt>
                <c:pt idx="115">
                  <c:v>2.6</c:v>
                </c:pt>
                <c:pt idx="116">
                  <c:v>2.6</c:v>
                </c:pt>
                <c:pt idx="117">
                  <c:v>2.6</c:v>
                </c:pt>
                <c:pt idx="118">
                  <c:v>2.6</c:v>
                </c:pt>
                <c:pt idx="119">
                  <c:v>2.6</c:v>
                </c:pt>
                <c:pt idx="120">
                  <c:v>2.6</c:v>
                </c:pt>
                <c:pt idx="121">
                  <c:v>2.6</c:v>
                </c:pt>
                <c:pt idx="122">
                  <c:v>2.6</c:v>
                </c:pt>
                <c:pt idx="123">
                  <c:v>2.6</c:v>
                </c:pt>
                <c:pt idx="124">
                  <c:v>2.6</c:v>
                </c:pt>
                <c:pt idx="125">
                  <c:v>2.6</c:v>
                </c:pt>
                <c:pt idx="126">
                  <c:v>2.6</c:v>
                </c:pt>
                <c:pt idx="127">
                  <c:v>2.6</c:v>
                </c:pt>
                <c:pt idx="128">
                  <c:v>2.6</c:v>
                </c:pt>
                <c:pt idx="129">
                  <c:v>2.6</c:v>
                </c:pt>
                <c:pt idx="130">
                  <c:v>2.6</c:v>
                </c:pt>
                <c:pt idx="131">
                  <c:v>2.6</c:v>
                </c:pt>
                <c:pt idx="132">
                  <c:v>2.6</c:v>
                </c:pt>
                <c:pt idx="133">
                  <c:v>2.6</c:v>
                </c:pt>
                <c:pt idx="134">
                  <c:v>2.8</c:v>
                </c:pt>
                <c:pt idx="135">
                  <c:v>2.8</c:v>
                </c:pt>
                <c:pt idx="136">
                  <c:v>2.8</c:v>
                </c:pt>
                <c:pt idx="137">
                  <c:v>2.8</c:v>
                </c:pt>
                <c:pt idx="138">
                  <c:v>2.8</c:v>
                </c:pt>
                <c:pt idx="139">
                  <c:v>2.8</c:v>
                </c:pt>
                <c:pt idx="140">
                  <c:v>2.8</c:v>
                </c:pt>
                <c:pt idx="141">
                  <c:v>2.8</c:v>
                </c:pt>
                <c:pt idx="142">
                  <c:v>2.8</c:v>
                </c:pt>
                <c:pt idx="143">
                  <c:v>2.8</c:v>
                </c:pt>
                <c:pt idx="144">
                  <c:v>2.8</c:v>
                </c:pt>
                <c:pt idx="145">
                  <c:v>2.8</c:v>
                </c:pt>
                <c:pt idx="146">
                  <c:v>2.8</c:v>
                </c:pt>
                <c:pt idx="147">
                  <c:v>2.8</c:v>
                </c:pt>
                <c:pt idx="148">
                  <c:v>2.8</c:v>
                </c:pt>
                <c:pt idx="149">
                  <c:v>3</c:v>
                </c:pt>
                <c:pt idx="150">
                  <c:v>3</c:v>
                </c:pt>
                <c:pt idx="151">
                  <c:v>3</c:v>
                </c:pt>
                <c:pt idx="152">
                  <c:v>3</c:v>
                </c:pt>
                <c:pt idx="153">
                  <c:v>3</c:v>
                </c:pt>
                <c:pt idx="154">
                  <c:v>3.2</c:v>
                </c:pt>
                <c:pt idx="155">
                  <c:v>3.2</c:v>
                </c:pt>
                <c:pt idx="156">
                  <c:v>3.2</c:v>
                </c:pt>
                <c:pt idx="157">
                  <c:v>3.4</c:v>
                </c:pt>
                <c:pt idx="158">
                  <c:v>3.4</c:v>
                </c:pt>
                <c:pt idx="159">
                  <c:v>3.4</c:v>
                </c:pt>
                <c:pt idx="160">
                  <c:v>3.6</c:v>
                </c:pt>
                <c:pt idx="161">
                  <c:v>3.6</c:v>
                </c:pt>
                <c:pt idx="162">
                  <c:v>3.6</c:v>
                </c:pt>
                <c:pt idx="163">
                  <c:v>3.6</c:v>
                </c:pt>
                <c:pt idx="164">
                  <c:v>3.6</c:v>
                </c:pt>
                <c:pt idx="165">
                  <c:v>3.6</c:v>
                </c:pt>
                <c:pt idx="166">
                  <c:v>3.6</c:v>
                </c:pt>
                <c:pt idx="167">
                  <c:v>3.6</c:v>
                </c:pt>
                <c:pt idx="168">
                  <c:v>3.6</c:v>
                </c:pt>
                <c:pt idx="169">
                  <c:v>3.6</c:v>
                </c:pt>
                <c:pt idx="170">
                  <c:v>3.6</c:v>
                </c:pt>
                <c:pt idx="171">
                  <c:v>3.6</c:v>
                </c:pt>
                <c:pt idx="172">
                  <c:v>3.6</c:v>
                </c:pt>
                <c:pt idx="173">
                  <c:v>3.6</c:v>
                </c:pt>
                <c:pt idx="174">
                  <c:v>3.6</c:v>
                </c:pt>
                <c:pt idx="175">
                  <c:v>3.6</c:v>
                </c:pt>
                <c:pt idx="176">
                  <c:v>3.6</c:v>
                </c:pt>
                <c:pt idx="177">
                  <c:v>3.8</c:v>
                </c:pt>
                <c:pt idx="178">
                  <c:v>4</c:v>
                </c:pt>
                <c:pt idx="179">
                  <c:v>4</c:v>
                </c:pt>
                <c:pt idx="180">
                  <c:v>4</c:v>
                </c:pt>
                <c:pt idx="181">
                  <c:v>4</c:v>
                </c:pt>
                <c:pt idx="182">
                  <c:v>4</c:v>
                </c:pt>
                <c:pt idx="183">
                  <c:v>4</c:v>
                </c:pt>
                <c:pt idx="184">
                  <c:v>4</c:v>
                </c:pt>
                <c:pt idx="185">
                  <c:v>4</c:v>
                </c:pt>
                <c:pt idx="186">
                  <c:v>4</c:v>
                </c:pt>
                <c:pt idx="187">
                  <c:v>4</c:v>
                </c:pt>
                <c:pt idx="188">
                  <c:v>4.2</c:v>
                </c:pt>
                <c:pt idx="189">
                  <c:v>4.2</c:v>
                </c:pt>
                <c:pt idx="190">
                  <c:v>4.2</c:v>
                </c:pt>
                <c:pt idx="191">
                  <c:v>4.2</c:v>
                </c:pt>
                <c:pt idx="192">
                  <c:v>4.2</c:v>
                </c:pt>
                <c:pt idx="193">
                  <c:v>4.2</c:v>
                </c:pt>
                <c:pt idx="194">
                  <c:v>4.2</c:v>
                </c:pt>
                <c:pt idx="195">
                  <c:v>4.2</c:v>
                </c:pt>
                <c:pt idx="196">
                  <c:v>4.4000000000000004</c:v>
                </c:pt>
                <c:pt idx="197">
                  <c:v>4.4000000000000004</c:v>
                </c:pt>
                <c:pt idx="198">
                  <c:v>4.4000000000000004</c:v>
                </c:pt>
                <c:pt idx="199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6F2-4B09-BC30-848B8F1EA464}"/>
            </c:ext>
          </c:extLst>
        </c:ser>
        <c:ser>
          <c:idx val="7"/>
          <c:order val="7"/>
          <c:tx>
            <c:strRef>
              <c:f>save1!$EJ$2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save1!$EJ$3:$EJ$202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0.4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0.8</c:v>
                </c:pt>
                <c:pt idx="41">
                  <c:v>0.8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1.4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1.4</c:v>
                </c:pt>
                <c:pt idx="61">
                  <c:v>1.4</c:v>
                </c:pt>
                <c:pt idx="62">
                  <c:v>1.4</c:v>
                </c:pt>
                <c:pt idx="63">
                  <c:v>1.4</c:v>
                </c:pt>
                <c:pt idx="64">
                  <c:v>1.4</c:v>
                </c:pt>
                <c:pt idx="65">
                  <c:v>1.4</c:v>
                </c:pt>
                <c:pt idx="66">
                  <c:v>1.4</c:v>
                </c:pt>
                <c:pt idx="67">
                  <c:v>1.4</c:v>
                </c:pt>
                <c:pt idx="68">
                  <c:v>1.4</c:v>
                </c:pt>
                <c:pt idx="69">
                  <c:v>1.4</c:v>
                </c:pt>
                <c:pt idx="70">
                  <c:v>1.4</c:v>
                </c:pt>
                <c:pt idx="71">
                  <c:v>1.4</c:v>
                </c:pt>
                <c:pt idx="72">
                  <c:v>1.4</c:v>
                </c:pt>
                <c:pt idx="73">
                  <c:v>1.6</c:v>
                </c:pt>
                <c:pt idx="74">
                  <c:v>1.6</c:v>
                </c:pt>
                <c:pt idx="75">
                  <c:v>1.6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2.2000000000000002</c:v>
                </c:pt>
                <c:pt idx="85">
                  <c:v>2.2000000000000002</c:v>
                </c:pt>
                <c:pt idx="86">
                  <c:v>2.2000000000000002</c:v>
                </c:pt>
                <c:pt idx="87">
                  <c:v>2.2000000000000002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2.2000000000000002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2.2000000000000002</c:v>
                </c:pt>
                <c:pt idx="97">
                  <c:v>2.2000000000000002</c:v>
                </c:pt>
                <c:pt idx="98">
                  <c:v>2.2000000000000002</c:v>
                </c:pt>
                <c:pt idx="99">
                  <c:v>2.2000000000000002</c:v>
                </c:pt>
                <c:pt idx="100">
                  <c:v>2.4</c:v>
                </c:pt>
                <c:pt idx="101">
                  <c:v>2.4</c:v>
                </c:pt>
                <c:pt idx="102">
                  <c:v>2.4</c:v>
                </c:pt>
                <c:pt idx="103">
                  <c:v>2.4</c:v>
                </c:pt>
                <c:pt idx="104">
                  <c:v>2.4</c:v>
                </c:pt>
                <c:pt idx="105">
                  <c:v>2.4</c:v>
                </c:pt>
                <c:pt idx="106">
                  <c:v>2.4</c:v>
                </c:pt>
                <c:pt idx="107">
                  <c:v>2.4</c:v>
                </c:pt>
                <c:pt idx="108">
                  <c:v>2.4</c:v>
                </c:pt>
                <c:pt idx="109">
                  <c:v>2.4</c:v>
                </c:pt>
                <c:pt idx="110">
                  <c:v>2.4</c:v>
                </c:pt>
                <c:pt idx="111">
                  <c:v>2.4</c:v>
                </c:pt>
                <c:pt idx="112">
                  <c:v>2.4</c:v>
                </c:pt>
                <c:pt idx="113">
                  <c:v>2.4</c:v>
                </c:pt>
                <c:pt idx="114">
                  <c:v>2.4</c:v>
                </c:pt>
                <c:pt idx="115">
                  <c:v>2.4</c:v>
                </c:pt>
                <c:pt idx="116">
                  <c:v>2.4</c:v>
                </c:pt>
                <c:pt idx="117">
                  <c:v>2.4</c:v>
                </c:pt>
                <c:pt idx="118">
                  <c:v>2.4</c:v>
                </c:pt>
                <c:pt idx="119">
                  <c:v>2.4</c:v>
                </c:pt>
                <c:pt idx="120">
                  <c:v>2.4</c:v>
                </c:pt>
                <c:pt idx="121">
                  <c:v>2.4</c:v>
                </c:pt>
                <c:pt idx="122">
                  <c:v>2.4</c:v>
                </c:pt>
                <c:pt idx="123">
                  <c:v>2.4</c:v>
                </c:pt>
                <c:pt idx="124">
                  <c:v>2.4</c:v>
                </c:pt>
                <c:pt idx="125">
                  <c:v>2.4</c:v>
                </c:pt>
                <c:pt idx="126">
                  <c:v>2.4</c:v>
                </c:pt>
                <c:pt idx="127">
                  <c:v>2.6</c:v>
                </c:pt>
                <c:pt idx="128">
                  <c:v>2.6</c:v>
                </c:pt>
                <c:pt idx="129">
                  <c:v>2.6</c:v>
                </c:pt>
                <c:pt idx="130">
                  <c:v>2.6</c:v>
                </c:pt>
                <c:pt idx="131">
                  <c:v>2.6</c:v>
                </c:pt>
                <c:pt idx="132">
                  <c:v>2.6</c:v>
                </c:pt>
                <c:pt idx="133">
                  <c:v>2.6</c:v>
                </c:pt>
                <c:pt idx="134">
                  <c:v>2.8</c:v>
                </c:pt>
                <c:pt idx="135">
                  <c:v>2.8</c:v>
                </c:pt>
                <c:pt idx="136">
                  <c:v>2.8</c:v>
                </c:pt>
                <c:pt idx="137">
                  <c:v>2.8</c:v>
                </c:pt>
                <c:pt idx="138">
                  <c:v>2.8</c:v>
                </c:pt>
                <c:pt idx="139">
                  <c:v>2.8</c:v>
                </c:pt>
                <c:pt idx="140">
                  <c:v>2.8</c:v>
                </c:pt>
                <c:pt idx="141">
                  <c:v>2.8</c:v>
                </c:pt>
                <c:pt idx="142">
                  <c:v>2.8</c:v>
                </c:pt>
                <c:pt idx="143">
                  <c:v>2.8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  <c:pt idx="151">
                  <c:v>3</c:v>
                </c:pt>
                <c:pt idx="152">
                  <c:v>3</c:v>
                </c:pt>
                <c:pt idx="153">
                  <c:v>3</c:v>
                </c:pt>
                <c:pt idx="154">
                  <c:v>3</c:v>
                </c:pt>
                <c:pt idx="155">
                  <c:v>3</c:v>
                </c:pt>
                <c:pt idx="156">
                  <c:v>3</c:v>
                </c:pt>
                <c:pt idx="157">
                  <c:v>3</c:v>
                </c:pt>
                <c:pt idx="158">
                  <c:v>3.2</c:v>
                </c:pt>
                <c:pt idx="159">
                  <c:v>3.2</c:v>
                </c:pt>
                <c:pt idx="160">
                  <c:v>3.2</c:v>
                </c:pt>
                <c:pt idx="161">
                  <c:v>3.2</c:v>
                </c:pt>
                <c:pt idx="162">
                  <c:v>3.2</c:v>
                </c:pt>
                <c:pt idx="163">
                  <c:v>3.2</c:v>
                </c:pt>
                <c:pt idx="164">
                  <c:v>3.2</c:v>
                </c:pt>
                <c:pt idx="165">
                  <c:v>3.4</c:v>
                </c:pt>
                <c:pt idx="166">
                  <c:v>3.4</c:v>
                </c:pt>
                <c:pt idx="167">
                  <c:v>3.4</c:v>
                </c:pt>
                <c:pt idx="168">
                  <c:v>3.4</c:v>
                </c:pt>
                <c:pt idx="169">
                  <c:v>3.4</c:v>
                </c:pt>
                <c:pt idx="170">
                  <c:v>3.4</c:v>
                </c:pt>
                <c:pt idx="171">
                  <c:v>3.4</c:v>
                </c:pt>
                <c:pt idx="172">
                  <c:v>3.4</c:v>
                </c:pt>
                <c:pt idx="173">
                  <c:v>3.4</c:v>
                </c:pt>
                <c:pt idx="174">
                  <c:v>3.4</c:v>
                </c:pt>
                <c:pt idx="175">
                  <c:v>3.4</c:v>
                </c:pt>
                <c:pt idx="176">
                  <c:v>3.4</c:v>
                </c:pt>
                <c:pt idx="177">
                  <c:v>3.4</c:v>
                </c:pt>
                <c:pt idx="178">
                  <c:v>3.4</c:v>
                </c:pt>
                <c:pt idx="179">
                  <c:v>3.4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6F2-4B09-BC30-848B8F1EA464}"/>
            </c:ext>
          </c:extLst>
        </c:ser>
        <c:ser>
          <c:idx val="8"/>
          <c:order val="8"/>
          <c:tx>
            <c:strRef>
              <c:f>save1!$EK$2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save1!$EK$3:$EK$202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0.6</c:v>
                </c:pt>
                <c:pt idx="93">
                  <c:v>0.6</c:v>
                </c:pt>
                <c:pt idx="94">
                  <c:v>0.6</c:v>
                </c:pt>
                <c:pt idx="95">
                  <c:v>0.6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0.8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0.8</c:v>
                </c:pt>
                <c:pt idx="122">
                  <c:v>0.8</c:v>
                </c:pt>
                <c:pt idx="123">
                  <c:v>0.8</c:v>
                </c:pt>
                <c:pt idx="124">
                  <c:v>0.8</c:v>
                </c:pt>
                <c:pt idx="125">
                  <c:v>0.8</c:v>
                </c:pt>
                <c:pt idx="126">
                  <c:v>0.8</c:v>
                </c:pt>
                <c:pt idx="127">
                  <c:v>0.8</c:v>
                </c:pt>
                <c:pt idx="128">
                  <c:v>0.8</c:v>
                </c:pt>
                <c:pt idx="129">
                  <c:v>0.8</c:v>
                </c:pt>
                <c:pt idx="130">
                  <c:v>0.8</c:v>
                </c:pt>
                <c:pt idx="131">
                  <c:v>0.8</c:v>
                </c:pt>
                <c:pt idx="132">
                  <c:v>0.8</c:v>
                </c:pt>
                <c:pt idx="133">
                  <c:v>0.8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6F2-4B09-BC30-848B8F1EA464}"/>
            </c:ext>
          </c:extLst>
        </c:ser>
        <c:ser>
          <c:idx val="9"/>
          <c:order val="9"/>
          <c:tx>
            <c:strRef>
              <c:f>save1!$EL$2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save1!$EL$3:$EL$202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6F2-4B09-BC30-848B8F1EA4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(Control,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save1!$EU$3:$EU$202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1.6</c:v>
                </c:pt>
                <c:pt idx="3">
                  <c:v>2.4</c:v>
                </c:pt>
                <c:pt idx="4">
                  <c:v>3.4</c:v>
                </c:pt>
                <c:pt idx="5">
                  <c:v>3.4</c:v>
                </c:pt>
                <c:pt idx="6">
                  <c:v>3.4</c:v>
                </c:pt>
                <c:pt idx="7">
                  <c:v>3.4</c:v>
                </c:pt>
                <c:pt idx="8">
                  <c:v>3.4</c:v>
                </c:pt>
                <c:pt idx="9">
                  <c:v>4</c:v>
                </c:pt>
                <c:pt idx="10">
                  <c:v>5.6</c:v>
                </c:pt>
                <c:pt idx="11">
                  <c:v>5.6</c:v>
                </c:pt>
                <c:pt idx="12">
                  <c:v>5.6</c:v>
                </c:pt>
                <c:pt idx="13">
                  <c:v>5.8</c:v>
                </c:pt>
                <c:pt idx="14">
                  <c:v>6.4</c:v>
                </c:pt>
                <c:pt idx="15">
                  <c:v>7</c:v>
                </c:pt>
                <c:pt idx="16">
                  <c:v>7.6</c:v>
                </c:pt>
                <c:pt idx="17">
                  <c:v>7.8</c:v>
                </c:pt>
                <c:pt idx="18">
                  <c:v>8</c:v>
                </c:pt>
                <c:pt idx="19">
                  <c:v>9.6</c:v>
                </c:pt>
                <c:pt idx="20">
                  <c:v>11.2</c:v>
                </c:pt>
                <c:pt idx="21">
                  <c:v>11.2</c:v>
                </c:pt>
                <c:pt idx="22">
                  <c:v>11.6</c:v>
                </c:pt>
                <c:pt idx="23">
                  <c:v>11.6</c:v>
                </c:pt>
                <c:pt idx="24">
                  <c:v>11.8</c:v>
                </c:pt>
                <c:pt idx="25">
                  <c:v>11.8</c:v>
                </c:pt>
                <c:pt idx="26">
                  <c:v>12.6</c:v>
                </c:pt>
                <c:pt idx="27">
                  <c:v>13.4</c:v>
                </c:pt>
                <c:pt idx="28">
                  <c:v>13.4</c:v>
                </c:pt>
                <c:pt idx="29">
                  <c:v>14</c:v>
                </c:pt>
                <c:pt idx="30">
                  <c:v>14</c:v>
                </c:pt>
                <c:pt idx="31">
                  <c:v>14.2</c:v>
                </c:pt>
                <c:pt idx="32">
                  <c:v>14.8</c:v>
                </c:pt>
                <c:pt idx="33">
                  <c:v>15.4</c:v>
                </c:pt>
                <c:pt idx="34">
                  <c:v>15.6</c:v>
                </c:pt>
                <c:pt idx="35">
                  <c:v>15.8</c:v>
                </c:pt>
                <c:pt idx="36">
                  <c:v>16</c:v>
                </c:pt>
                <c:pt idx="37">
                  <c:v>16</c:v>
                </c:pt>
                <c:pt idx="38">
                  <c:v>17.2</c:v>
                </c:pt>
                <c:pt idx="39">
                  <c:v>17.2</c:v>
                </c:pt>
                <c:pt idx="40">
                  <c:v>18</c:v>
                </c:pt>
                <c:pt idx="41">
                  <c:v>18</c:v>
                </c:pt>
                <c:pt idx="42">
                  <c:v>18</c:v>
                </c:pt>
                <c:pt idx="43">
                  <c:v>19.2</c:v>
                </c:pt>
                <c:pt idx="44">
                  <c:v>19.399999999999999</c:v>
                </c:pt>
                <c:pt idx="45">
                  <c:v>19.600000000000001</c:v>
                </c:pt>
                <c:pt idx="46">
                  <c:v>19.600000000000001</c:v>
                </c:pt>
                <c:pt idx="47">
                  <c:v>19.600000000000001</c:v>
                </c:pt>
                <c:pt idx="48">
                  <c:v>19.8</c:v>
                </c:pt>
                <c:pt idx="49">
                  <c:v>19.8</c:v>
                </c:pt>
                <c:pt idx="50">
                  <c:v>20</c:v>
                </c:pt>
                <c:pt idx="51">
                  <c:v>21.6</c:v>
                </c:pt>
                <c:pt idx="52">
                  <c:v>21.6</c:v>
                </c:pt>
                <c:pt idx="53">
                  <c:v>21.8</c:v>
                </c:pt>
                <c:pt idx="54">
                  <c:v>24</c:v>
                </c:pt>
                <c:pt idx="55">
                  <c:v>24.4</c:v>
                </c:pt>
                <c:pt idx="56">
                  <c:v>24.4</c:v>
                </c:pt>
                <c:pt idx="57">
                  <c:v>24.6</c:v>
                </c:pt>
                <c:pt idx="58">
                  <c:v>25.2</c:v>
                </c:pt>
                <c:pt idx="59">
                  <c:v>28.2</c:v>
                </c:pt>
                <c:pt idx="60">
                  <c:v>28.4</c:v>
                </c:pt>
                <c:pt idx="61">
                  <c:v>30</c:v>
                </c:pt>
                <c:pt idx="62">
                  <c:v>30.4</c:v>
                </c:pt>
                <c:pt idx="63">
                  <c:v>31.2</c:v>
                </c:pt>
                <c:pt idx="64">
                  <c:v>32</c:v>
                </c:pt>
                <c:pt idx="65">
                  <c:v>32.6</c:v>
                </c:pt>
                <c:pt idx="66">
                  <c:v>32.6</c:v>
                </c:pt>
                <c:pt idx="67">
                  <c:v>32.6</c:v>
                </c:pt>
                <c:pt idx="68">
                  <c:v>33.200000000000003</c:v>
                </c:pt>
                <c:pt idx="69">
                  <c:v>34.4</c:v>
                </c:pt>
                <c:pt idx="70">
                  <c:v>34.4</c:v>
                </c:pt>
                <c:pt idx="71">
                  <c:v>34.4</c:v>
                </c:pt>
                <c:pt idx="72">
                  <c:v>34.4</c:v>
                </c:pt>
                <c:pt idx="73">
                  <c:v>38.6</c:v>
                </c:pt>
                <c:pt idx="74">
                  <c:v>38.6</c:v>
                </c:pt>
                <c:pt idx="75">
                  <c:v>38.799999999999997</c:v>
                </c:pt>
                <c:pt idx="76">
                  <c:v>39</c:v>
                </c:pt>
                <c:pt idx="77">
                  <c:v>40.4</c:v>
                </c:pt>
                <c:pt idx="78">
                  <c:v>40.799999999999997</c:v>
                </c:pt>
                <c:pt idx="79">
                  <c:v>41</c:v>
                </c:pt>
                <c:pt idx="80">
                  <c:v>41</c:v>
                </c:pt>
                <c:pt idx="81">
                  <c:v>42</c:v>
                </c:pt>
                <c:pt idx="82">
                  <c:v>43.4</c:v>
                </c:pt>
                <c:pt idx="83">
                  <c:v>43.4</c:v>
                </c:pt>
                <c:pt idx="84">
                  <c:v>43.6</c:v>
                </c:pt>
                <c:pt idx="85">
                  <c:v>44.6</c:v>
                </c:pt>
                <c:pt idx="86">
                  <c:v>44.6</c:v>
                </c:pt>
                <c:pt idx="87">
                  <c:v>44.8</c:v>
                </c:pt>
                <c:pt idx="88">
                  <c:v>45.4</c:v>
                </c:pt>
                <c:pt idx="89">
                  <c:v>46</c:v>
                </c:pt>
                <c:pt idx="90">
                  <c:v>46</c:v>
                </c:pt>
                <c:pt idx="91">
                  <c:v>47.4</c:v>
                </c:pt>
                <c:pt idx="92">
                  <c:v>47.6</c:v>
                </c:pt>
                <c:pt idx="93">
                  <c:v>48.8</c:v>
                </c:pt>
                <c:pt idx="94">
                  <c:v>49</c:v>
                </c:pt>
                <c:pt idx="95">
                  <c:v>49.8</c:v>
                </c:pt>
                <c:pt idx="96">
                  <c:v>52.6</c:v>
                </c:pt>
                <c:pt idx="97">
                  <c:v>52.6</c:v>
                </c:pt>
                <c:pt idx="98">
                  <c:v>55</c:v>
                </c:pt>
                <c:pt idx="99">
                  <c:v>55.8</c:v>
                </c:pt>
                <c:pt idx="100">
                  <c:v>55.8</c:v>
                </c:pt>
                <c:pt idx="101">
                  <c:v>58.2</c:v>
                </c:pt>
                <c:pt idx="102">
                  <c:v>60.8</c:v>
                </c:pt>
                <c:pt idx="103">
                  <c:v>61</c:v>
                </c:pt>
                <c:pt idx="104">
                  <c:v>61.2</c:v>
                </c:pt>
                <c:pt idx="105">
                  <c:v>61.4</c:v>
                </c:pt>
                <c:pt idx="106">
                  <c:v>61.6</c:v>
                </c:pt>
                <c:pt idx="107">
                  <c:v>62</c:v>
                </c:pt>
                <c:pt idx="108">
                  <c:v>62</c:v>
                </c:pt>
                <c:pt idx="109">
                  <c:v>62</c:v>
                </c:pt>
                <c:pt idx="110">
                  <c:v>62.4</c:v>
                </c:pt>
                <c:pt idx="111">
                  <c:v>62.4</c:v>
                </c:pt>
                <c:pt idx="112">
                  <c:v>62.4</c:v>
                </c:pt>
                <c:pt idx="113">
                  <c:v>62.8</c:v>
                </c:pt>
                <c:pt idx="114">
                  <c:v>62.8</c:v>
                </c:pt>
                <c:pt idx="115">
                  <c:v>64.400000000000006</c:v>
                </c:pt>
                <c:pt idx="116">
                  <c:v>65</c:v>
                </c:pt>
                <c:pt idx="117">
                  <c:v>66.599999999999994</c:v>
                </c:pt>
                <c:pt idx="118">
                  <c:v>66.599999999999994</c:v>
                </c:pt>
                <c:pt idx="119">
                  <c:v>66.599999999999994</c:v>
                </c:pt>
                <c:pt idx="120">
                  <c:v>67.400000000000006</c:v>
                </c:pt>
                <c:pt idx="121">
                  <c:v>68</c:v>
                </c:pt>
                <c:pt idx="122">
                  <c:v>68</c:v>
                </c:pt>
                <c:pt idx="123">
                  <c:v>68.8</c:v>
                </c:pt>
                <c:pt idx="124">
                  <c:v>68.8</c:v>
                </c:pt>
                <c:pt idx="125">
                  <c:v>68.8</c:v>
                </c:pt>
                <c:pt idx="126">
                  <c:v>70.8</c:v>
                </c:pt>
                <c:pt idx="127">
                  <c:v>70.8</c:v>
                </c:pt>
                <c:pt idx="128">
                  <c:v>70.8</c:v>
                </c:pt>
                <c:pt idx="129">
                  <c:v>72</c:v>
                </c:pt>
                <c:pt idx="130">
                  <c:v>72</c:v>
                </c:pt>
                <c:pt idx="131">
                  <c:v>72</c:v>
                </c:pt>
                <c:pt idx="132">
                  <c:v>72</c:v>
                </c:pt>
                <c:pt idx="133">
                  <c:v>73.400000000000006</c:v>
                </c:pt>
                <c:pt idx="134">
                  <c:v>73.400000000000006</c:v>
                </c:pt>
                <c:pt idx="135">
                  <c:v>74.2</c:v>
                </c:pt>
                <c:pt idx="136">
                  <c:v>74.599999999999994</c:v>
                </c:pt>
                <c:pt idx="137">
                  <c:v>74.8</c:v>
                </c:pt>
                <c:pt idx="138">
                  <c:v>74.8</c:v>
                </c:pt>
                <c:pt idx="139">
                  <c:v>76.400000000000006</c:v>
                </c:pt>
                <c:pt idx="140">
                  <c:v>78.400000000000006</c:v>
                </c:pt>
                <c:pt idx="141">
                  <c:v>78.400000000000006</c:v>
                </c:pt>
                <c:pt idx="142">
                  <c:v>80.2</c:v>
                </c:pt>
                <c:pt idx="143">
                  <c:v>81.400000000000006</c:v>
                </c:pt>
                <c:pt idx="144">
                  <c:v>81.599999999999994</c:v>
                </c:pt>
                <c:pt idx="145">
                  <c:v>81.8</c:v>
                </c:pt>
                <c:pt idx="146">
                  <c:v>82.2</c:v>
                </c:pt>
                <c:pt idx="147">
                  <c:v>83</c:v>
                </c:pt>
                <c:pt idx="148">
                  <c:v>83.6</c:v>
                </c:pt>
                <c:pt idx="149">
                  <c:v>83.6</c:v>
                </c:pt>
                <c:pt idx="150">
                  <c:v>84</c:v>
                </c:pt>
                <c:pt idx="151">
                  <c:v>85.6</c:v>
                </c:pt>
                <c:pt idx="152">
                  <c:v>85.8</c:v>
                </c:pt>
                <c:pt idx="153">
                  <c:v>86</c:v>
                </c:pt>
                <c:pt idx="154">
                  <c:v>86.4</c:v>
                </c:pt>
                <c:pt idx="155">
                  <c:v>87.6</c:v>
                </c:pt>
                <c:pt idx="156">
                  <c:v>88</c:v>
                </c:pt>
                <c:pt idx="157">
                  <c:v>88.2</c:v>
                </c:pt>
                <c:pt idx="158">
                  <c:v>88.2</c:v>
                </c:pt>
                <c:pt idx="159">
                  <c:v>88.8</c:v>
                </c:pt>
                <c:pt idx="160">
                  <c:v>89.4</c:v>
                </c:pt>
                <c:pt idx="161">
                  <c:v>89.8</c:v>
                </c:pt>
                <c:pt idx="162">
                  <c:v>89.8</c:v>
                </c:pt>
                <c:pt idx="163">
                  <c:v>90</c:v>
                </c:pt>
                <c:pt idx="164">
                  <c:v>90</c:v>
                </c:pt>
                <c:pt idx="165">
                  <c:v>90.8</c:v>
                </c:pt>
                <c:pt idx="166">
                  <c:v>91</c:v>
                </c:pt>
                <c:pt idx="167">
                  <c:v>91.4</c:v>
                </c:pt>
                <c:pt idx="168">
                  <c:v>92.6</c:v>
                </c:pt>
                <c:pt idx="169">
                  <c:v>93.8</c:v>
                </c:pt>
                <c:pt idx="170">
                  <c:v>95</c:v>
                </c:pt>
                <c:pt idx="171">
                  <c:v>97</c:v>
                </c:pt>
                <c:pt idx="172">
                  <c:v>97</c:v>
                </c:pt>
                <c:pt idx="173">
                  <c:v>98.4</c:v>
                </c:pt>
                <c:pt idx="174">
                  <c:v>99.8</c:v>
                </c:pt>
                <c:pt idx="175">
                  <c:v>100.2</c:v>
                </c:pt>
                <c:pt idx="176">
                  <c:v>101.2</c:v>
                </c:pt>
                <c:pt idx="177">
                  <c:v>103</c:v>
                </c:pt>
                <c:pt idx="178">
                  <c:v>103.6</c:v>
                </c:pt>
                <c:pt idx="179">
                  <c:v>104</c:v>
                </c:pt>
                <c:pt idx="180">
                  <c:v>105.6</c:v>
                </c:pt>
                <c:pt idx="181">
                  <c:v>106</c:v>
                </c:pt>
                <c:pt idx="182">
                  <c:v>106.6</c:v>
                </c:pt>
                <c:pt idx="183">
                  <c:v>106.8</c:v>
                </c:pt>
                <c:pt idx="184">
                  <c:v>107</c:v>
                </c:pt>
                <c:pt idx="185">
                  <c:v>108</c:v>
                </c:pt>
                <c:pt idx="186">
                  <c:v>108</c:v>
                </c:pt>
                <c:pt idx="187">
                  <c:v>108</c:v>
                </c:pt>
                <c:pt idx="188">
                  <c:v>109.4</c:v>
                </c:pt>
                <c:pt idx="189">
                  <c:v>110</c:v>
                </c:pt>
                <c:pt idx="190">
                  <c:v>110</c:v>
                </c:pt>
                <c:pt idx="191">
                  <c:v>112.8</c:v>
                </c:pt>
                <c:pt idx="192">
                  <c:v>113</c:v>
                </c:pt>
                <c:pt idx="193">
                  <c:v>113</c:v>
                </c:pt>
                <c:pt idx="194">
                  <c:v>113.6</c:v>
                </c:pt>
                <c:pt idx="195">
                  <c:v>114</c:v>
                </c:pt>
                <c:pt idx="196">
                  <c:v>114.6</c:v>
                </c:pt>
                <c:pt idx="197">
                  <c:v>117.4</c:v>
                </c:pt>
                <c:pt idx="198">
                  <c:v>119.2</c:v>
                </c:pt>
                <c:pt idx="199">
                  <c:v>119.2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B0-440F-99F8-AAF7F86A434D}"/>
            </c:ext>
          </c:extLst>
        </c:ser>
        <c:ser>
          <c:idx val="1"/>
          <c:order val="1"/>
          <c:tx>
            <c:strRef>
              <c:f>save1!$EV$2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save1!$EV$3:$EV$202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0.6</c:v>
                </c:pt>
                <c:pt idx="5">
                  <c:v>1.4</c:v>
                </c:pt>
                <c:pt idx="6">
                  <c:v>1.6</c:v>
                </c:pt>
                <c:pt idx="7">
                  <c:v>1.8</c:v>
                </c:pt>
                <c:pt idx="8">
                  <c:v>2.2000000000000002</c:v>
                </c:pt>
                <c:pt idx="9">
                  <c:v>2.4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3.4</c:v>
                </c:pt>
                <c:pt idx="16">
                  <c:v>3.6</c:v>
                </c:pt>
                <c:pt idx="17">
                  <c:v>3.6</c:v>
                </c:pt>
                <c:pt idx="18">
                  <c:v>4</c:v>
                </c:pt>
                <c:pt idx="19">
                  <c:v>4.4000000000000004</c:v>
                </c:pt>
                <c:pt idx="20">
                  <c:v>4.5999999999999996</c:v>
                </c:pt>
                <c:pt idx="21">
                  <c:v>4.8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5.2</c:v>
                </c:pt>
                <c:pt idx="27">
                  <c:v>5.6</c:v>
                </c:pt>
                <c:pt idx="28">
                  <c:v>5.6</c:v>
                </c:pt>
                <c:pt idx="29">
                  <c:v>5.8</c:v>
                </c:pt>
                <c:pt idx="30">
                  <c:v>6.2</c:v>
                </c:pt>
                <c:pt idx="31">
                  <c:v>6.2</c:v>
                </c:pt>
                <c:pt idx="32">
                  <c:v>6.4</c:v>
                </c:pt>
                <c:pt idx="33">
                  <c:v>7</c:v>
                </c:pt>
                <c:pt idx="34">
                  <c:v>7</c:v>
                </c:pt>
                <c:pt idx="35">
                  <c:v>7</c:v>
                </c:pt>
                <c:pt idx="36">
                  <c:v>7</c:v>
                </c:pt>
                <c:pt idx="37">
                  <c:v>7.4</c:v>
                </c:pt>
                <c:pt idx="38">
                  <c:v>7.8</c:v>
                </c:pt>
                <c:pt idx="39">
                  <c:v>8</c:v>
                </c:pt>
                <c:pt idx="40">
                  <c:v>8.1999999999999993</c:v>
                </c:pt>
                <c:pt idx="41">
                  <c:v>8.4</c:v>
                </c:pt>
                <c:pt idx="42">
                  <c:v>8.6</c:v>
                </c:pt>
                <c:pt idx="43">
                  <c:v>8.8000000000000007</c:v>
                </c:pt>
                <c:pt idx="44">
                  <c:v>9</c:v>
                </c:pt>
                <c:pt idx="45">
                  <c:v>9.1999999999999993</c:v>
                </c:pt>
                <c:pt idx="46">
                  <c:v>9.4</c:v>
                </c:pt>
                <c:pt idx="47">
                  <c:v>9.4</c:v>
                </c:pt>
                <c:pt idx="48">
                  <c:v>9.4</c:v>
                </c:pt>
                <c:pt idx="49">
                  <c:v>9.4</c:v>
                </c:pt>
                <c:pt idx="50">
                  <c:v>9.4</c:v>
                </c:pt>
                <c:pt idx="51">
                  <c:v>9.8000000000000007</c:v>
                </c:pt>
                <c:pt idx="52">
                  <c:v>9.8000000000000007</c:v>
                </c:pt>
                <c:pt idx="53">
                  <c:v>10</c:v>
                </c:pt>
                <c:pt idx="54">
                  <c:v>10.8</c:v>
                </c:pt>
                <c:pt idx="55">
                  <c:v>11.2</c:v>
                </c:pt>
                <c:pt idx="56">
                  <c:v>11.2</c:v>
                </c:pt>
                <c:pt idx="57">
                  <c:v>11.2</c:v>
                </c:pt>
                <c:pt idx="58">
                  <c:v>11.4</c:v>
                </c:pt>
                <c:pt idx="59">
                  <c:v>11.6</c:v>
                </c:pt>
                <c:pt idx="60">
                  <c:v>11.6</c:v>
                </c:pt>
                <c:pt idx="61">
                  <c:v>11.8</c:v>
                </c:pt>
                <c:pt idx="62">
                  <c:v>12</c:v>
                </c:pt>
                <c:pt idx="63">
                  <c:v>12.2</c:v>
                </c:pt>
                <c:pt idx="64">
                  <c:v>12.6</c:v>
                </c:pt>
                <c:pt idx="65">
                  <c:v>13.2</c:v>
                </c:pt>
                <c:pt idx="66">
                  <c:v>13.2</c:v>
                </c:pt>
                <c:pt idx="67">
                  <c:v>13.4</c:v>
                </c:pt>
                <c:pt idx="68">
                  <c:v>13.6</c:v>
                </c:pt>
                <c:pt idx="69">
                  <c:v>14</c:v>
                </c:pt>
                <c:pt idx="70">
                  <c:v>14</c:v>
                </c:pt>
                <c:pt idx="71">
                  <c:v>14.2</c:v>
                </c:pt>
                <c:pt idx="72">
                  <c:v>14.4</c:v>
                </c:pt>
                <c:pt idx="73">
                  <c:v>14.6</c:v>
                </c:pt>
                <c:pt idx="74">
                  <c:v>14.6</c:v>
                </c:pt>
                <c:pt idx="75">
                  <c:v>14.8</c:v>
                </c:pt>
                <c:pt idx="76">
                  <c:v>14.8</c:v>
                </c:pt>
                <c:pt idx="77">
                  <c:v>14.8</c:v>
                </c:pt>
                <c:pt idx="78">
                  <c:v>14.8</c:v>
                </c:pt>
                <c:pt idx="79">
                  <c:v>14.8</c:v>
                </c:pt>
                <c:pt idx="80">
                  <c:v>14.8</c:v>
                </c:pt>
                <c:pt idx="81">
                  <c:v>14.8</c:v>
                </c:pt>
                <c:pt idx="82">
                  <c:v>15</c:v>
                </c:pt>
                <c:pt idx="83">
                  <c:v>15</c:v>
                </c:pt>
                <c:pt idx="84">
                  <c:v>15.2</c:v>
                </c:pt>
                <c:pt idx="85">
                  <c:v>15.4</c:v>
                </c:pt>
                <c:pt idx="86">
                  <c:v>15.6</c:v>
                </c:pt>
                <c:pt idx="87">
                  <c:v>15.8</c:v>
                </c:pt>
                <c:pt idx="88">
                  <c:v>16.2</c:v>
                </c:pt>
                <c:pt idx="89">
                  <c:v>16.399999999999999</c:v>
                </c:pt>
                <c:pt idx="90">
                  <c:v>16.600000000000001</c:v>
                </c:pt>
                <c:pt idx="91">
                  <c:v>16.600000000000001</c:v>
                </c:pt>
                <c:pt idx="92">
                  <c:v>17</c:v>
                </c:pt>
                <c:pt idx="93">
                  <c:v>17.2</c:v>
                </c:pt>
                <c:pt idx="94">
                  <c:v>17.8</c:v>
                </c:pt>
                <c:pt idx="95">
                  <c:v>17.8</c:v>
                </c:pt>
                <c:pt idx="96">
                  <c:v>18</c:v>
                </c:pt>
                <c:pt idx="97">
                  <c:v>18.2</c:v>
                </c:pt>
                <c:pt idx="98">
                  <c:v>18.2</c:v>
                </c:pt>
                <c:pt idx="99">
                  <c:v>18.8</c:v>
                </c:pt>
                <c:pt idx="100">
                  <c:v>18.8</c:v>
                </c:pt>
                <c:pt idx="101">
                  <c:v>19.2</c:v>
                </c:pt>
                <c:pt idx="102">
                  <c:v>19.600000000000001</c:v>
                </c:pt>
                <c:pt idx="103">
                  <c:v>19.600000000000001</c:v>
                </c:pt>
                <c:pt idx="104">
                  <c:v>19.600000000000001</c:v>
                </c:pt>
                <c:pt idx="105">
                  <c:v>19.8</c:v>
                </c:pt>
                <c:pt idx="106">
                  <c:v>20</c:v>
                </c:pt>
                <c:pt idx="107">
                  <c:v>20.399999999999999</c:v>
                </c:pt>
                <c:pt idx="108">
                  <c:v>20.399999999999999</c:v>
                </c:pt>
                <c:pt idx="109">
                  <c:v>20.8</c:v>
                </c:pt>
                <c:pt idx="110">
                  <c:v>21</c:v>
                </c:pt>
                <c:pt idx="111">
                  <c:v>21.2</c:v>
                </c:pt>
                <c:pt idx="112">
                  <c:v>21.4</c:v>
                </c:pt>
                <c:pt idx="113">
                  <c:v>21.4</c:v>
                </c:pt>
                <c:pt idx="114">
                  <c:v>21.4</c:v>
                </c:pt>
                <c:pt idx="115">
                  <c:v>22</c:v>
                </c:pt>
                <c:pt idx="116">
                  <c:v>22.2</c:v>
                </c:pt>
                <c:pt idx="117">
                  <c:v>22.4</c:v>
                </c:pt>
                <c:pt idx="118">
                  <c:v>22.4</c:v>
                </c:pt>
                <c:pt idx="119">
                  <c:v>22.4</c:v>
                </c:pt>
                <c:pt idx="120">
                  <c:v>22.4</c:v>
                </c:pt>
                <c:pt idx="121">
                  <c:v>22.4</c:v>
                </c:pt>
                <c:pt idx="122">
                  <c:v>22.6</c:v>
                </c:pt>
                <c:pt idx="123">
                  <c:v>22.6</c:v>
                </c:pt>
                <c:pt idx="124">
                  <c:v>22.6</c:v>
                </c:pt>
                <c:pt idx="125">
                  <c:v>23</c:v>
                </c:pt>
                <c:pt idx="126">
                  <c:v>23.4</c:v>
                </c:pt>
                <c:pt idx="127">
                  <c:v>23.4</c:v>
                </c:pt>
                <c:pt idx="128">
                  <c:v>23.6</c:v>
                </c:pt>
                <c:pt idx="129">
                  <c:v>24.2</c:v>
                </c:pt>
                <c:pt idx="130">
                  <c:v>24.6</c:v>
                </c:pt>
                <c:pt idx="131">
                  <c:v>24.8</c:v>
                </c:pt>
                <c:pt idx="132">
                  <c:v>25.2</c:v>
                </c:pt>
                <c:pt idx="133">
                  <c:v>25.4</c:v>
                </c:pt>
                <c:pt idx="134">
                  <c:v>25.8</c:v>
                </c:pt>
                <c:pt idx="135">
                  <c:v>26.2</c:v>
                </c:pt>
                <c:pt idx="136">
                  <c:v>26.2</c:v>
                </c:pt>
                <c:pt idx="137">
                  <c:v>26.4</c:v>
                </c:pt>
                <c:pt idx="138">
                  <c:v>26.6</c:v>
                </c:pt>
                <c:pt idx="139">
                  <c:v>26.6</c:v>
                </c:pt>
                <c:pt idx="140">
                  <c:v>26.8</c:v>
                </c:pt>
                <c:pt idx="141">
                  <c:v>27</c:v>
                </c:pt>
                <c:pt idx="142">
                  <c:v>27.2</c:v>
                </c:pt>
                <c:pt idx="143">
                  <c:v>27.4</c:v>
                </c:pt>
                <c:pt idx="144">
                  <c:v>27.4</c:v>
                </c:pt>
                <c:pt idx="145">
                  <c:v>27.4</c:v>
                </c:pt>
                <c:pt idx="146">
                  <c:v>27.4</c:v>
                </c:pt>
                <c:pt idx="147">
                  <c:v>27.6</c:v>
                </c:pt>
                <c:pt idx="148">
                  <c:v>27.8</c:v>
                </c:pt>
                <c:pt idx="149">
                  <c:v>28.4</c:v>
                </c:pt>
                <c:pt idx="150">
                  <c:v>28.4</c:v>
                </c:pt>
                <c:pt idx="151">
                  <c:v>29</c:v>
                </c:pt>
                <c:pt idx="152">
                  <c:v>29.4</c:v>
                </c:pt>
                <c:pt idx="153">
                  <c:v>29.8</c:v>
                </c:pt>
                <c:pt idx="154">
                  <c:v>29.8</c:v>
                </c:pt>
                <c:pt idx="155">
                  <c:v>30.8</c:v>
                </c:pt>
                <c:pt idx="156">
                  <c:v>31</c:v>
                </c:pt>
                <c:pt idx="157">
                  <c:v>31.2</c:v>
                </c:pt>
                <c:pt idx="158">
                  <c:v>31.2</c:v>
                </c:pt>
                <c:pt idx="159">
                  <c:v>31.2</c:v>
                </c:pt>
                <c:pt idx="160">
                  <c:v>31.4</c:v>
                </c:pt>
                <c:pt idx="161">
                  <c:v>31.6</c:v>
                </c:pt>
                <c:pt idx="162">
                  <c:v>31.6</c:v>
                </c:pt>
                <c:pt idx="163">
                  <c:v>31.8</c:v>
                </c:pt>
                <c:pt idx="164">
                  <c:v>31.8</c:v>
                </c:pt>
                <c:pt idx="165">
                  <c:v>31.8</c:v>
                </c:pt>
                <c:pt idx="166">
                  <c:v>32.200000000000003</c:v>
                </c:pt>
                <c:pt idx="167">
                  <c:v>32.200000000000003</c:v>
                </c:pt>
                <c:pt idx="168">
                  <c:v>32.4</c:v>
                </c:pt>
                <c:pt idx="169">
                  <c:v>33</c:v>
                </c:pt>
                <c:pt idx="170">
                  <c:v>33</c:v>
                </c:pt>
                <c:pt idx="171">
                  <c:v>33.200000000000003</c:v>
                </c:pt>
                <c:pt idx="172">
                  <c:v>33.200000000000003</c:v>
                </c:pt>
                <c:pt idx="173">
                  <c:v>33.799999999999997</c:v>
                </c:pt>
                <c:pt idx="174">
                  <c:v>34.200000000000003</c:v>
                </c:pt>
                <c:pt idx="175">
                  <c:v>34.200000000000003</c:v>
                </c:pt>
                <c:pt idx="176">
                  <c:v>34.200000000000003</c:v>
                </c:pt>
                <c:pt idx="177">
                  <c:v>34.200000000000003</c:v>
                </c:pt>
                <c:pt idx="178">
                  <c:v>34.6</c:v>
                </c:pt>
                <c:pt idx="179">
                  <c:v>34.799999999999997</c:v>
                </c:pt>
                <c:pt idx="180">
                  <c:v>35</c:v>
                </c:pt>
                <c:pt idx="181">
                  <c:v>35</c:v>
                </c:pt>
                <c:pt idx="182">
                  <c:v>35.799999999999997</c:v>
                </c:pt>
                <c:pt idx="183">
                  <c:v>35.799999999999997</c:v>
                </c:pt>
                <c:pt idx="184">
                  <c:v>36.799999999999997</c:v>
                </c:pt>
                <c:pt idx="185">
                  <c:v>37.200000000000003</c:v>
                </c:pt>
                <c:pt idx="186">
                  <c:v>37.200000000000003</c:v>
                </c:pt>
                <c:pt idx="187">
                  <c:v>37.4</c:v>
                </c:pt>
                <c:pt idx="188">
                  <c:v>37.6</c:v>
                </c:pt>
                <c:pt idx="189">
                  <c:v>37.799999999999997</c:v>
                </c:pt>
                <c:pt idx="190">
                  <c:v>38</c:v>
                </c:pt>
                <c:pt idx="191">
                  <c:v>38</c:v>
                </c:pt>
                <c:pt idx="192">
                  <c:v>38.200000000000003</c:v>
                </c:pt>
                <c:pt idx="193">
                  <c:v>38.6</c:v>
                </c:pt>
                <c:pt idx="194">
                  <c:v>38.799999999999997</c:v>
                </c:pt>
                <c:pt idx="195">
                  <c:v>38.799999999999997</c:v>
                </c:pt>
                <c:pt idx="196">
                  <c:v>38.799999999999997</c:v>
                </c:pt>
                <c:pt idx="197">
                  <c:v>39</c:v>
                </c:pt>
                <c:pt idx="198">
                  <c:v>39</c:v>
                </c:pt>
                <c:pt idx="199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8B0-440F-99F8-AAF7F86A434D}"/>
            </c:ext>
          </c:extLst>
        </c:ser>
        <c:ser>
          <c:idx val="2"/>
          <c:order val="2"/>
          <c:tx>
            <c:strRef>
              <c:f>save1!$EW$2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save1!$EW$3:$EW$202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0.4</c:v>
                </c:pt>
                <c:pt idx="8">
                  <c:v>0.6</c:v>
                </c:pt>
                <c:pt idx="9">
                  <c:v>0.6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0.4</c:v>
                </c:pt>
                <c:pt idx="14">
                  <c:v>0.2</c:v>
                </c:pt>
                <c:pt idx="15">
                  <c:v>0.2</c:v>
                </c:pt>
                <c:pt idx="16">
                  <c:v>0</c:v>
                </c:pt>
                <c:pt idx="17">
                  <c:v>0</c:v>
                </c:pt>
                <c:pt idx="18">
                  <c:v>0.2</c:v>
                </c:pt>
                <c:pt idx="19">
                  <c:v>0.2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0.2</c:v>
                </c:pt>
                <c:pt idx="35">
                  <c:v>0.4</c:v>
                </c:pt>
                <c:pt idx="36">
                  <c:v>0.2</c:v>
                </c:pt>
                <c:pt idx="37">
                  <c:v>0.2</c:v>
                </c:pt>
                <c:pt idx="38">
                  <c:v>0.4</c:v>
                </c:pt>
                <c:pt idx="39">
                  <c:v>0.4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0.8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0.4</c:v>
                </c:pt>
                <c:pt idx="51">
                  <c:v>0.2</c:v>
                </c:pt>
                <c:pt idx="52">
                  <c:v>0.2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0.6</c:v>
                </c:pt>
                <c:pt idx="59">
                  <c:v>0.8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0.8</c:v>
                </c:pt>
                <c:pt idx="67">
                  <c:v>0.8</c:v>
                </c:pt>
                <c:pt idx="68">
                  <c:v>1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0.6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1</c:v>
                </c:pt>
                <c:pt idx="99">
                  <c:v>1.6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2</c:v>
                </c:pt>
                <c:pt idx="104">
                  <c:v>2.2000000000000002</c:v>
                </c:pt>
                <c:pt idx="105">
                  <c:v>2.2000000000000002</c:v>
                </c:pt>
                <c:pt idx="106">
                  <c:v>2.2000000000000002</c:v>
                </c:pt>
                <c:pt idx="107">
                  <c:v>2.2000000000000002</c:v>
                </c:pt>
                <c:pt idx="108">
                  <c:v>2</c:v>
                </c:pt>
                <c:pt idx="109">
                  <c:v>2</c:v>
                </c:pt>
                <c:pt idx="110">
                  <c:v>1.8</c:v>
                </c:pt>
                <c:pt idx="111">
                  <c:v>1.8</c:v>
                </c:pt>
                <c:pt idx="112">
                  <c:v>2</c:v>
                </c:pt>
                <c:pt idx="113">
                  <c:v>2</c:v>
                </c:pt>
                <c:pt idx="114">
                  <c:v>2.2000000000000002</c:v>
                </c:pt>
                <c:pt idx="115">
                  <c:v>2</c:v>
                </c:pt>
                <c:pt idx="116">
                  <c:v>2.2000000000000002</c:v>
                </c:pt>
                <c:pt idx="117">
                  <c:v>2.4</c:v>
                </c:pt>
                <c:pt idx="118">
                  <c:v>2.6</c:v>
                </c:pt>
                <c:pt idx="119">
                  <c:v>2.6</c:v>
                </c:pt>
                <c:pt idx="120">
                  <c:v>2.6</c:v>
                </c:pt>
                <c:pt idx="121">
                  <c:v>2.6</c:v>
                </c:pt>
                <c:pt idx="122">
                  <c:v>2.6</c:v>
                </c:pt>
                <c:pt idx="123">
                  <c:v>2.8</c:v>
                </c:pt>
                <c:pt idx="124">
                  <c:v>3</c:v>
                </c:pt>
                <c:pt idx="125">
                  <c:v>2.8</c:v>
                </c:pt>
                <c:pt idx="126">
                  <c:v>2.8</c:v>
                </c:pt>
                <c:pt idx="127">
                  <c:v>3</c:v>
                </c:pt>
                <c:pt idx="128">
                  <c:v>2.8</c:v>
                </c:pt>
                <c:pt idx="129">
                  <c:v>2.8</c:v>
                </c:pt>
                <c:pt idx="130">
                  <c:v>2.6</c:v>
                </c:pt>
                <c:pt idx="131">
                  <c:v>2.6</c:v>
                </c:pt>
                <c:pt idx="132">
                  <c:v>2.6</c:v>
                </c:pt>
                <c:pt idx="133">
                  <c:v>2.8</c:v>
                </c:pt>
                <c:pt idx="134">
                  <c:v>2.6</c:v>
                </c:pt>
                <c:pt idx="135">
                  <c:v>2.6</c:v>
                </c:pt>
                <c:pt idx="136">
                  <c:v>2.8</c:v>
                </c:pt>
                <c:pt idx="137">
                  <c:v>2.8</c:v>
                </c:pt>
                <c:pt idx="138">
                  <c:v>2.8</c:v>
                </c:pt>
                <c:pt idx="139">
                  <c:v>2.6</c:v>
                </c:pt>
                <c:pt idx="140">
                  <c:v>2.6</c:v>
                </c:pt>
                <c:pt idx="141">
                  <c:v>2.6</c:v>
                </c:pt>
                <c:pt idx="142">
                  <c:v>2.4</c:v>
                </c:pt>
                <c:pt idx="143">
                  <c:v>2.4</c:v>
                </c:pt>
                <c:pt idx="144">
                  <c:v>2.2000000000000002</c:v>
                </c:pt>
                <c:pt idx="145">
                  <c:v>2.4</c:v>
                </c:pt>
                <c:pt idx="146">
                  <c:v>2.6</c:v>
                </c:pt>
                <c:pt idx="147">
                  <c:v>2.8</c:v>
                </c:pt>
                <c:pt idx="148">
                  <c:v>3.2</c:v>
                </c:pt>
                <c:pt idx="149">
                  <c:v>3.2</c:v>
                </c:pt>
                <c:pt idx="150">
                  <c:v>3.2</c:v>
                </c:pt>
                <c:pt idx="151">
                  <c:v>3</c:v>
                </c:pt>
                <c:pt idx="152">
                  <c:v>3</c:v>
                </c:pt>
                <c:pt idx="153">
                  <c:v>3</c:v>
                </c:pt>
                <c:pt idx="154">
                  <c:v>3.2</c:v>
                </c:pt>
                <c:pt idx="155">
                  <c:v>3.4</c:v>
                </c:pt>
                <c:pt idx="156">
                  <c:v>3.6</c:v>
                </c:pt>
                <c:pt idx="157">
                  <c:v>3.8</c:v>
                </c:pt>
                <c:pt idx="158">
                  <c:v>4</c:v>
                </c:pt>
                <c:pt idx="159">
                  <c:v>4.4000000000000004</c:v>
                </c:pt>
                <c:pt idx="160">
                  <c:v>4.2</c:v>
                </c:pt>
                <c:pt idx="161">
                  <c:v>4.2</c:v>
                </c:pt>
                <c:pt idx="162">
                  <c:v>4.5999999999999996</c:v>
                </c:pt>
                <c:pt idx="163">
                  <c:v>4.8</c:v>
                </c:pt>
                <c:pt idx="164">
                  <c:v>5</c:v>
                </c:pt>
                <c:pt idx="165">
                  <c:v>5.2</c:v>
                </c:pt>
                <c:pt idx="166">
                  <c:v>5</c:v>
                </c:pt>
                <c:pt idx="167">
                  <c:v>5</c:v>
                </c:pt>
                <c:pt idx="168">
                  <c:v>5.2</c:v>
                </c:pt>
                <c:pt idx="169">
                  <c:v>5</c:v>
                </c:pt>
                <c:pt idx="170">
                  <c:v>5.2</c:v>
                </c:pt>
                <c:pt idx="171">
                  <c:v>5.6</c:v>
                </c:pt>
                <c:pt idx="172">
                  <c:v>5.6</c:v>
                </c:pt>
                <c:pt idx="173">
                  <c:v>5.4</c:v>
                </c:pt>
                <c:pt idx="174">
                  <c:v>5</c:v>
                </c:pt>
                <c:pt idx="175">
                  <c:v>5.4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4.8</c:v>
                </c:pt>
                <c:pt idx="180">
                  <c:v>4.5999999999999996</c:v>
                </c:pt>
                <c:pt idx="181">
                  <c:v>4.8</c:v>
                </c:pt>
                <c:pt idx="182">
                  <c:v>4.5999999999999996</c:v>
                </c:pt>
                <c:pt idx="183">
                  <c:v>4.2</c:v>
                </c:pt>
                <c:pt idx="184">
                  <c:v>4</c:v>
                </c:pt>
                <c:pt idx="185">
                  <c:v>4</c:v>
                </c:pt>
                <c:pt idx="186">
                  <c:v>4.2</c:v>
                </c:pt>
                <c:pt idx="187">
                  <c:v>3.8</c:v>
                </c:pt>
                <c:pt idx="188">
                  <c:v>4.2</c:v>
                </c:pt>
                <c:pt idx="189">
                  <c:v>3.8</c:v>
                </c:pt>
                <c:pt idx="190">
                  <c:v>3.8</c:v>
                </c:pt>
                <c:pt idx="191">
                  <c:v>3.8</c:v>
                </c:pt>
                <c:pt idx="192">
                  <c:v>3.8</c:v>
                </c:pt>
                <c:pt idx="193">
                  <c:v>3.8</c:v>
                </c:pt>
                <c:pt idx="194">
                  <c:v>3.8</c:v>
                </c:pt>
                <c:pt idx="195">
                  <c:v>3.8</c:v>
                </c:pt>
                <c:pt idx="196">
                  <c:v>4</c:v>
                </c:pt>
                <c:pt idx="197">
                  <c:v>4</c:v>
                </c:pt>
                <c:pt idx="198">
                  <c:v>3.8</c:v>
                </c:pt>
                <c:pt idx="19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8B0-440F-99F8-AAF7F86A434D}"/>
            </c:ext>
          </c:extLst>
        </c:ser>
        <c:ser>
          <c:idx val="3"/>
          <c:order val="3"/>
          <c:tx>
            <c:strRef>
              <c:f>save1!$EX$2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save1!$EX$3:$EX$202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1.4</c:v>
                </c:pt>
                <c:pt idx="5">
                  <c:v>1.4</c:v>
                </c:pt>
                <c:pt idx="6">
                  <c:v>1.4</c:v>
                </c:pt>
                <c:pt idx="7">
                  <c:v>1.4</c:v>
                </c:pt>
                <c:pt idx="8">
                  <c:v>1.8</c:v>
                </c:pt>
                <c:pt idx="9">
                  <c:v>2.4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3</c:v>
                </c:pt>
                <c:pt idx="14">
                  <c:v>3.2</c:v>
                </c:pt>
                <c:pt idx="15">
                  <c:v>3.6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4</c:v>
                </c:pt>
                <c:pt idx="20">
                  <c:v>4</c:v>
                </c:pt>
                <c:pt idx="21">
                  <c:v>4.2</c:v>
                </c:pt>
                <c:pt idx="22">
                  <c:v>4.2</c:v>
                </c:pt>
                <c:pt idx="23">
                  <c:v>4.2</c:v>
                </c:pt>
                <c:pt idx="24">
                  <c:v>4.5999999999999996</c:v>
                </c:pt>
                <c:pt idx="25">
                  <c:v>4.5999999999999996</c:v>
                </c:pt>
                <c:pt idx="26">
                  <c:v>4.8</c:v>
                </c:pt>
                <c:pt idx="27">
                  <c:v>5</c:v>
                </c:pt>
                <c:pt idx="28">
                  <c:v>5</c:v>
                </c:pt>
                <c:pt idx="29">
                  <c:v>5.2</c:v>
                </c:pt>
                <c:pt idx="30">
                  <c:v>5.8</c:v>
                </c:pt>
                <c:pt idx="31">
                  <c:v>6.2</c:v>
                </c:pt>
                <c:pt idx="32">
                  <c:v>6.4</c:v>
                </c:pt>
                <c:pt idx="33">
                  <c:v>7.2</c:v>
                </c:pt>
                <c:pt idx="34">
                  <c:v>7.4</c:v>
                </c:pt>
                <c:pt idx="35">
                  <c:v>7.4</c:v>
                </c:pt>
                <c:pt idx="36">
                  <c:v>7.4</c:v>
                </c:pt>
                <c:pt idx="37">
                  <c:v>7.4</c:v>
                </c:pt>
                <c:pt idx="38">
                  <c:v>8</c:v>
                </c:pt>
                <c:pt idx="39">
                  <c:v>8</c:v>
                </c:pt>
                <c:pt idx="40">
                  <c:v>9</c:v>
                </c:pt>
                <c:pt idx="41">
                  <c:v>9</c:v>
                </c:pt>
                <c:pt idx="42">
                  <c:v>9.1999999999999993</c:v>
                </c:pt>
                <c:pt idx="43">
                  <c:v>9.6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10.199999999999999</c:v>
                </c:pt>
                <c:pt idx="48">
                  <c:v>10.8</c:v>
                </c:pt>
                <c:pt idx="49">
                  <c:v>11</c:v>
                </c:pt>
                <c:pt idx="50">
                  <c:v>11.2</c:v>
                </c:pt>
                <c:pt idx="51">
                  <c:v>12.2</c:v>
                </c:pt>
                <c:pt idx="52">
                  <c:v>12.6</c:v>
                </c:pt>
                <c:pt idx="53">
                  <c:v>13.2</c:v>
                </c:pt>
                <c:pt idx="54">
                  <c:v>13.8</c:v>
                </c:pt>
                <c:pt idx="55">
                  <c:v>13.8</c:v>
                </c:pt>
                <c:pt idx="56">
                  <c:v>14</c:v>
                </c:pt>
                <c:pt idx="57">
                  <c:v>14</c:v>
                </c:pt>
                <c:pt idx="58">
                  <c:v>14</c:v>
                </c:pt>
                <c:pt idx="59">
                  <c:v>14.4</c:v>
                </c:pt>
                <c:pt idx="60">
                  <c:v>14.6</c:v>
                </c:pt>
                <c:pt idx="61">
                  <c:v>15</c:v>
                </c:pt>
                <c:pt idx="62">
                  <c:v>15.4</c:v>
                </c:pt>
                <c:pt idx="63">
                  <c:v>15.6</c:v>
                </c:pt>
                <c:pt idx="64">
                  <c:v>15.8</c:v>
                </c:pt>
                <c:pt idx="65">
                  <c:v>16</c:v>
                </c:pt>
                <c:pt idx="66">
                  <c:v>16</c:v>
                </c:pt>
                <c:pt idx="67">
                  <c:v>16.2</c:v>
                </c:pt>
                <c:pt idx="68">
                  <c:v>16.2</c:v>
                </c:pt>
                <c:pt idx="69">
                  <c:v>16.399999999999999</c:v>
                </c:pt>
                <c:pt idx="70">
                  <c:v>16.8</c:v>
                </c:pt>
                <c:pt idx="71">
                  <c:v>17.2</c:v>
                </c:pt>
                <c:pt idx="72">
                  <c:v>17.2</c:v>
                </c:pt>
                <c:pt idx="73">
                  <c:v>18.399999999999999</c:v>
                </c:pt>
                <c:pt idx="74">
                  <c:v>18.399999999999999</c:v>
                </c:pt>
                <c:pt idx="75">
                  <c:v>18.600000000000001</c:v>
                </c:pt>
                <c:pt idx="76">
                  <c:v>18.600000000000001</c:v>
                </c:pt>
                <c:pt idx="77">
                  <c:v>19</c:v>
                </c:pt>
                <c:pt idx="78">
                  <c:v>19.2</c:v>
                </c:pt>
                <c:pt idx="79">
                  <c:v>19.399999999999999</c:v>
                </c:pt>
                <c:pt idx="80">
                  <c:v>19.600000000000001</c:v>
                </c:pt>
                <c:pt idx="81">
                  <c:v>19.8</c:v>
                </c:pt>
                <c:pt idx="82">
                  <c:v>20</c:v>
                </c:pt>
                <c:pt idx="83">
                  <c:v>20.2</c:v>
                </c:pt>
                <c:pt idx="84">
                  <c:v>20.399999999999999</c:v>
                </c:pt>
                <c:pt idx="85">
                  <c:v>20.6</c:v>
                </c:pt>
                <c:pt idx="86">
                  <c:v>20.6</c:v>
                </c:pt>
                <c:pt idx="87">
                  <c:v>20.6</c:v>
                </c:pt>
                <c:pt idx="88">
                  <c:v>20.8</c:v>
                </c:pt>
                <c:pt idx="89">
                  <c:v>21</c:v>
                </c:pt>
                <c:pt idx="90">
                  <c:v>21.2</c:v>
                </c:pt>
                <c:pt idx="91">
                  <c:v>21.2</c:v>
                </c:pt>
                <c:pt idx="92">
                  <c:v>21.2</c:v>
                </c:pt>
                <c:pt idx="93">
                  <c:v>21.4</c:v>
                </c:pt>
                <c:pt idx="94">
                  <c:v>21.4</c:v>
                </c:pt>
                <c:pt idx="95">
                  <c:v>21.4</c:v>
                </c:pt>
                <c:pt idx="96">
                  <c:v>21.8</c:v>
                </c:pt>
                <c:pt idx="97">
                  <c:v>22</c:v>
                </c:pt>
                <c:pt idx="98">
                  <c:v>22.6</c:v>
                </c:pt>
                <c:pt idx="99">
                  <c:v>22.6</c:v>
                </c:pt>
                <c:pt idx="100">
                  <c:v>22.6</c:v>
                </c:pt>
                <c:pt idx="101">
                  <c:v>23.4</c:v>
                </c:pt>
                <c:pt idx="102">
                  <c:v>24</c:v>
                </c:pt>
                <c:pt idx="103">
                  <c:v>24.4</c:v>
                </c:pt>
                <c:pt idx="104">
                  <c:v>24.6</c:v>
                </c:pt>
                <c:pt idx="105">
                  <c:v>24.8</c:v>
                </c:pt>
                <c:pt idx="106">
                  <c:v>25</c:v>
                </c:pt>
                <c:pt idx="107">
                  <c:v>25.2</c:v>
                </c:pt>
                <c:pt idx="108">
                  <c:v>25.2</c:v>
                </c:pt>
                <c:pt idx="109">
                  <c:v>25.2</c:v>
                </c:pt>
                <c:pt idx="110">
                  <c:v>25.4</c:v>
                </c:pt>
                <c:pt idx="111">
                  <c:v>25.8</c:v>
                </c:pt>
                <c:pt idx="112">
                  <c:v>26.2</c:v>
                </c:pt>
                <c:pt idx="113">
                  <c:v>26.2</c:v>
                </c:pt>
                <c:pt idx="114">
                  <c:v>26.2</c:v>
                </c:pt>
                <c:pt idx="115">
                  <c:v>26.4</c:v>
                </c:pt>
                <c:pt idx="116">
                  <c:v>26.4</c:v>
                </c:pt>
                <c:pt idx="117">
                  <c:v>26.8</c:v>
                </c:pt>
                <c:pt idx="118">
                  <c:v>26.8</c:v>
                </c:pt>
                <c:pt idx="119">
                  <c:v>27</c:v>
                </c:pt>
                <c:pt idx="120">
                  <c:v>27.8</c:v>
                </c:pt>
                <c:pt idx="121">
                  <c:v>28.6</c:v>
                </c:pt>
                <c:pt idx="122">
                  <c:v>28.6</c:v>
                </c:pt>
                <c:pt idx="123">
                  <c:v>29.2</c:v>
                </c:pt>
                <c:pt idx="124">
                  <c:v>29.2</c:v>
                </c:pt>
                <c:pt idx="125">
                  <c:v>29.2</c:v>
                </c:pt>
                <c:pt idx="126">
                  <c:v>29.6</c:v>
                </c:pt>
                <c:pt idx="127">
                  <c:v>29.6</c:v>
                </c:pt>
                <c:pt idx="128">
                  <c:v>30.2</c:v>
                </c:pt>
                <c:pt idx="129">
                  <c:v>30.4</c:v>
                </c:pt>
                <c:pt idx="130">
                  <c:v>30.4</c:v>
                </c:pt>
                <c:pt idx="131">
                  <c:v>30.4</c:v>
                </c:pt>
                <c:pt idx="132">
                  <c:v>30.4</c:v>
                </c:pt>
                <c:pt idx="133">
                  <c:v>30.6</c:v>
                </c:pt>
                <c:pt idx="134">
                  <c:v>30.8</c:v>
                </c:pt>
                <c:pt idx="135">
                  <c:v>31.2</c:v>
                </c:pt>
                <c:pt idx="136">
                  <c:v>31.8</c:v>
                </c:pt>
                <c:pt idx="137">
                  <c:v>32</c:v>
                </c:pt>
                <c:pt idx="138">
                  <c:v>32.200000000000003</c:v>
                </c:pt>
                <c:pt idx="139">
                  <c:v>32.200000000000003</c:v>
                </c:pt>
                <c:pt idx="140">
                  <c:v>32.6</c:v>
                </c:pt>
                <c:pt idx="141">
                  <c:v>33.200000000000003</c:v>
                </c:pt>
                <c:pt idx="142">
                  <c:v>33.6</c:v>
                </c:pt>
                <c:pt idx="143">
                  <c:v>34</c:v>
                </c:pt>
                <c:pt idx="144">
                  <c:v>34.200000000000003</c:v>
                </c:pt>
                <c:pt idx="145">
                  <c:v>34.4</c:v>
                </c:pt>
                <c:pt idx="146">
                  <c:v>34.6</c:v>
                </c:pt>
                <c:pt idx="147">
                  <c:v>34.799999999999997</c:v>
                </c:pt>
                <c:pt idx="148">
                  <c:v>35</c:v>
                </c:pt>
                <c:pt idx="149">
                  <c:v>35.200000000000003</c:v>
                </c:pt>
                <c:pt idx="150">
                  <c:v>35.200000000000003</c:v>
                </c:pt>
                <c:pt idx="151">
                  <c:v>35.4</c:v>
                </c:pt>
                <c:pt idx="152">
                  <c:v>35.799999999999997</c:v>
                </c:pt>
                <c:pt idx="153">
                  <c:v>36</c:v>
                </c:pt>
                <c:pt idx="154">
                  <c:v>36.200000000000003</c:v>
                </c:pt>
                <c:pt idx="155">
                  <c:v>36.4</c:v>
                </c:pt>
                <c:pt idx="156">
                  <c:v>36.6</c:v>
                </c:pt>
                <c:pt idx="157">
                  <c:v>36.6</c:v>
                </c:pt>
                <c:pt idx="158">
                  <c:v>36.6</c:v>
                </c:pt>
                <c:pt idx="159">
                  <c:v>36.6</c:v>
                </c:pt>
                <c:pt idx="160">
                  <c:v>36.799999999999997</c:v>
                </c:pt>
                <c:pt idx="161">
                  <c:v>37.200000000000003</c:v>
                </c:pt>
                <c:pt idx="162">
                  <c:v>37.6</c:v>
                </c:pt>
                <c:pt idx="163">
                  <c:v>37.799999999999997</c:v>
                </c:pt>
                <c:pt idx="164">
                  <c:v>37.799999999999997</c:v>
                </c:pt>
                <c:pt idx="165">
                  <c:v>37.799999999999997</c:v>
                </c:pt>
                <c:pt idx="166">
                  <c:v>38</c:v>
                </c:pt>
                <c:pt idx="167">
                  <c:v>38.200000000000003</c:v>
                </c:pt>
                <c:pt idx="168">
                  <c:v>38.799999999999997</c:v>
                </c:pt>
                <c:pt idx="169">
                  <c:v>39.200000000000003</c:v>
                </c:pt>
                <c:pt idx="170">
                  <c:v>39.200000000000003</c:v>
                </c:pt>
                <c:pt idx="171">
                  <c:v>39.6</c:v>
                </c:pt>
                <c:pt idx="172">
                  <c:v>40.200000000000003</c:v>
                </c:pt>
                <c:pt idx="173">
                  <c:v>40.4</c:v>
                </c:pt>
                <c:pt idx="174">
                  <c:v>41.8</c:v>
                </c:pt>
                <c:pt idx="175">
                  <c:v>41.8</c:v>
                </c:pt>
                <c:pt idx="176">
                  <c:v>42</c:v>
                </c:pt>
                <c:pt idx="177">
                  <c:v>42.2</c:v>
                </c:pt>
                <c:pt idx="178">
                  <c:v>42.6</c:v>
                </c:pt>
                <c:pt idx="179">
                  <c:v>43.2</c:v>
                </c:pt>
                <c:pt idx="180">
                  <c:v>43.8</c:v>
                </c:pt>
                <c:pt idx="181">
                  <c:v>43.8</c:v>
                </c:pt>
                <c:pt idx="182">
                  <c:v>44.4</c:v>
                </c:pt>
                <c:pt idx="183">
                  <c:v>44.8</c:v>
                </c:pt>
                <c:pt idx="184">
                  <c:v>44.8</c:v>
                </c:pt>
                <c:pt idx="185">
                  <c:v>44.8</c:v>
                </c:pt>
                <c:pt idx="186">
                  <c:v>45.2</c:v>
                </c:pt>
                <c:pt idx="187">
                  <c:v>45.2</c:v>
                </c:pt>
                <c:pt idx="188">
                  <c:v>45.2</c:v>
                </c:pt>
                <c:pt idx="189">
                  <c:v>45.2</c:v>
                </c:pt>
                <c:pt idx="190">
                  <c:v>45.8</c:v>
                </c:pt>
                <c:pt idx="191">
                  <c:v>46</c:v>
                </c:pt>
                <c:pt idx="192">
                  <c:v>46</c:v>
                </c:pt>
                <c:pt idx="193">
                  <c:v>46.4</c:v>
                </c:pt>
                <c:pt idx="194">
                  <c:v>46.6</c:v>
                </c:pt>
                <c:pt idx="195">
                  <c:v>47</c:v>
                </c:pt>
                <c:pt idx="196">
                  <c:v>47.2</c:v>
                </c:pt>
                <c:pt idx="197">
                  <c:v>47.4</c:v>
                </c:pt>
                <c:pt idx="198">
                  <c:v>47.4</c:v>
                </c:pt>
                <c:pt idx="199">
                  <c:v>47.4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8B0-440F-99F8-AAF7F86A434D}"/>
            </c:ext>
          </c:extLst>
        </c:ser>
        <c:ser>
          <c:idx val="4"/>
          <c:order val="4"/>
          <c:tx>
            <c:strRef>
              <c:f>save1!$EY$2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save1!$EY$3:$EY$202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1.4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1.8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2.4</c:v>
                </c:pt>
                <c:pt idx="42">
                  <c:v>2.6</c:v>
                </c:pt>
                <c:pt idx="43">
                  <c:v>2.6</c:v>
                </c:pt>
                <c:pt idx="44">
                  <c:v>2.6</c:v>
                </c:pt>
                <c:pt idx="45">
                  <c:v>2.6</c:v>
                </c:pt>
                <c:pt idx="46">
                  <c:v>2.6</c:v>
                </c:pt>
                <c:pt idx="47">
                  <c:v>2.6</c:v>
                </c:pt>
                <c:pt idx="48">
                  <c:v>2.6</c:v>
                </c:pt>
                <c:pt idx="49">
                  <c:v>2.6</c:v>
                </c:pt>
                <c:pt idx="50">
                  <c:v>2.8</c:v>
                </c:pt>
                <c:pt idx="51">
                  <c:v>2.8</c:v>
                </c:pt>
                <c:pt idx="52">
                  <c:v>2.8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3.2</c:v>
                </c:pt>
                <c:pt idx="58">
                  <c:v>3.2</c:v>
                </c:pt>
                <c:pt idx="59">
                  <c:v>3.4</c:v>
                </c:pt>
                <c:pt idx="60">
                  <c:v>3.4</c:v>
                </c:pt>
                <c:pt idx="61">
                  <c:v>3.4</c:v>
                </c:pt>
                <c:pt idx="62">
                  <c:v>3.6</c:v>
                </c:pt>
                <c:pt idx="63">
                  <c:v>3.6</c:v>
                </c:pt>
                <c:pt idx="64">
                  <c:v>3.8</c:v>
                </c:pt>
                <c:pt idx="65">
                  <c:v>3.8</c:v>
                </c:pt>
                <c:pt idx="66">
                  <c:v>3.8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4.2</c:v>
                </c:pt>
                <c:pt idx="73">
                  <c:v>4.2</c:v>
                </c:pt>
                <c:pt idx="74">
                  <c:v>4.2</c:v>
                </c:pt>
                <c:pt idx="75">
                  <c:v>4.2</c:v>
                </c:pt>
                <c:pt idx="76">
                  <c:v>4.2</c:v>
                </c:pt>
                <c:pt idx="77">
                  <c:v>4.2</c:v>
                </c:pt>
                <c:pt idx="78">
                  <c:v>4.2</c:v>
                </c:pt>
                <c:pt idx="79">
                  <c:v>4.2</c:v>
                </c:pt>
                <c:pt idx="80">
                  <c:v>4.4000000000000004</c:v>
                </c:pt>
                <c:pt idx="81">
                  <c:v>4.4000000000000004</c:v>
                </c:pt>
                <c:pt idx="82">
                  <c:v>4.4000000000000004</c:v>
                </c:pt>
                <c:pt idx="83">
                  <c:v>4.4000000000000004</c:v>
                </c:pt>
                <c:pt idx="84">
                  <c:v>4.5999999999999996</c:v>
                </c:pt>
                <c:pt idx="85">
                  <c:v>4.5999999999999996</c:v>
                </c:pt>
                <c:pt idx="86">
                  <c:v>4.8</c:v>
                </c:pt>
                <c:pt idx="87">
                  <c:v>4.8</c:v>
                </c:pt>
                <c:pt idx="88">
                  <c:v>4.8</c:v>
                </c:pt>
                <c:pt idx="89">
                  <c:v>4.8</c:v>
                </c:pt>
                <c:pt idx="90">
                  <c:v>4.8</c:v>
                </c:pt>
                <c:pt idx="91">
                  <c:v>4.8</c:v>
                </c:pt>
                <c:pt idx="92">
                  <c:v>4.8</c:v>
                </c:pt>
                <c:pt idx="93">
                  <c:v>4.8</c:v>
                </c:pt>
                <c:pt idx="94">
                  <c:v>4.8</c:v>
                </c:pt>
                <c:pt idx="95">
                  <c:v>4.8</c:v>
                </c:pt>
                <c:pt idx="96">
                  <c:v>4.8</c:v>
                </c:pt>
                <c:pt idx="97">
                  <c:v>5</c:v>
                </c:pt>
                <c:pt idx="98">
                  <c:v>5.2</c:v>
                </c:pt>
                <c:pt idx="99">
                  <c:v>5.2</c:v>
                </c:pt>
                <c:pt idx="100">
                  <c:v>5.2</c:v>
                </c:pt>
                <c:pt idx="101">
                  <c:v>5.2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5.2</c:v>
                </c:pt>
                <c:pt idx="107">
                  <c:v>5.2</c:v>
                </c:pt>
                <c:pt idx="108">
                  <c:v>5.2</c:v>
                </c:pt>
                <c:pt idx="109">
                  <c:v>5.2</c:v>
                </c:pt>
                <c:pt idx="110">
                  <c:v>5.4</c:v>
                </c:pt>
                <c:pt idx="111">
                  <c:v>5.6</c:v>
                </c:pt>
                <c:pt idx="112">
                  <c:v>5.6</c:v>
                </c:pt>
                <c:pt idx="113">
                  <c:v>5.8</c:v>
                </c:pt>
                <c:pt idx="114">
                  <c:v>5.8</c:v>
                </c:pt>
                <c:pt idx="115">
                  <c:v>5.8</c:v>
                </c:pt>
                <c:pt idx="116">
                  <c:v>5.8</c:v>
                </c:pt>
                <c:pt idx="117">
                  <c:v>5.8</c:v>
                </c:pt>
                <c:pt idx="118">
                  <c:v>5.8</c:v>
                </c:pt>
                <c:pt idx="119">
                  <c:v>5.8</c:v>
                </c:pt>
                <c:pt idx="120">
                  <c:v>6</c:v>
                </c:pt>
                <c:pt idx="121">
                  <c:v>6</c:v>
                </c:pt>
                <c:pt idx="122">
                  <c:v>6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6.6</c:v>
                </c:pt>
                <c:pt idx="127">
                  <c:v>6.8</c:v>
                </c:pt>
                <c:pt idx="128">
                  <c:v>6.8</c:v>
                </c:pt>
                <c:pt idx="129">
                  <c:v>6.8</c:v>
                </c:pt>
                <c:pt idx="130">
                  <c:v>7</c:v>
                </c:pt>
                <c:pt idx="131">
                  <c:v>7</c:v>
                </c:pt>
                <c:pt idx="132">
                  <c:v>7</c:v>
                </c:pt>
                <c:pt idx="133">
                  <c:v>7</c:v>
                </c:pt>
                <c:pt idx="134">
                  <c:v>7</c:v>
                </c:pt>
                <c:pt idx="135">
                  <c:v>7</c:v>
                </c:pt>
                <c:pt idx="136">
                  <c:v>7</c:v>
                </c:pt>
                <c:pt idx="137">
                  <c:v>7</c:v>
                </c:pt>
                <c:pt idx="138">
                  <c:v>7.2</c:v>
                </c:pt>
                <c:pt idx="139">
                  <c:v>7.2</c:v>
                </c:pt>
                <c:pt idx="140">
                  <c:v>7.2</c:v>
                </c:pt>
                <c:pt idx="141">
                  <c:v>7.2</c:v>
                </c:pt>
                <c:pt idx="142">
                  <c:v>7.2</c:v>
                </c:pt>
                <c:pt idx="143">
                  <c:v>7.2</c:v>
                </c:pt>
                <c:pt idx="144">
                  <c:v>7.2</c:v>
                </c:pt>
                <c:pt idx="145">
                  <c:v>7.2</c:v>
                </c:pt>
                <c:pt idx="146">
                  <c:v>7.2</c:v>
                </c:pt>
                <c:pt idx="147">
                  <c:v>7.2</c:v>
                </c:pt>
                <c:pt idx="148">
                  <c:v>7.2</c:v>
                </c:pt>
                <c:pt idx="149">
                  <c:v>7.2</c:v>
                </c:pt>
                <c:pt idx="150">
                  <c:v>7.2</c:v>
                </c:pt>
                <c:pt idx="151">
                  <c:v>7.2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7.2</c:v>
                </c:pt>
                <c:pt idx="156">
                  <c:v>7.2</c:v>
                </c:pt>
                <c:pt idx="157">
                  <c:v>7.2</c:v>
                </c:pt>
                <c:pt idx="158">
                  <c:v>7.2</c:v>
                </c:pt>
                <c:pt idx="159">
                  <c:v>7.2</c:v>
                </c:pt>
                <c:pt idx="160">
                  <c:v>7.4</c:v>
                </c:pt>
                <c:pt idx="161">
                  <c:v>7.4</c:v>
                </c:pt>
                <c:pt idx="162">
                  <c:v>7.6</c:v>
                </c:pt>
                <c:pt idx="163">
                  <c:v>7.6</c:v>
                </c:pt>
                <c:pt idx="164">
                  <c:v>7.6</c:v>
                </c:pt>
                <c:pt idx="165">
                  <c:v>7.6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8</c:v>
                </c:pt>
                <c:pt idx="171">
                  <c:v>8</c:v>
                </c:pt>
                <c:pt idx="172">
                  <c:v>8</c:v>
                </c:pt>
                <c:pt idx="173">
                  <c:v>8</c:v>
                </c:pt>
                <c:pt idx="174">
                  <c:v>8</c:v>
                </c:pt>
                <c:pt idx="175">
                  <c:v>8.1999999999999993</c:v>
                </c:pt>
                <c:pt idx="176">
                  <c:v>8.1999999999999993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8.1999999999999993</c:v>
                </c:pt>
                <c:pt idx="183">
                  <c:v>8.1999999999999993</c:v>
                </c:pt>
                <c:pt idx="184">
                  <c:v>8.4</c:v>
                </c:pt>
                <c:pt idx="185">
                  <c:v>8.4</c:v>
                </c:pt>
                <c:pt idx="186">
                  <c:v>8.4</c:v>
                </c:pt>
                <c:pt idx="187">
                  <c:v>8.6</c:v>
                </c:pt>
                <c:pt idx="188">
                  <c:v>8.6</c:v>
                </c:pt>
                <c:pt idx="189">
                  <c:v>8.6</c:v>
                </c:pt>
                <c:pt idx="190">
                  <c:v>8.6</c:v>
                </c:pt>
                <c:pt idx="191">
                  <c:v>8.6</c:v>
                </c:pt>
                <c:pt idx="192">
                  <c:v>8.6</c:v>
                </c:pt>
                <c:pt idx="193">
                  <c:v>8.6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8.8000000000000007</c:v>
                </c:pt>
                <c:pt idx="199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8B0-440F-99F8-AAF7F86A434D}"/>
            </c:ext>
          </c:extLst>
        </c:ser>
        <c:ser>
          <c:idx val="5"/>
          <c:order val="5"/>
          <c:tx>
            <c:strRef>
              <c:f>save1!$EZ$2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save1!$EZ$3:$EZ$202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</c:v>
                </c:pt>
                <c:pt idx="4">
                  <c:v>1.4</c:v>
                </c:pt>
                <c:pt idx="5">
                  <c:v>1.8</c:v>
                </c:pt>
                <c:pt idx="6">
                  <c:v>2.2000000000000002</c:v>
                </c:pt>
                <c:pt idx="7">
                  <c:v>3.2</c:v>
                </c:pt>
                <c:pt idx="8">
                  <c:v>3.6</c:v>
                </c:pt>
                <c:pt idx="9">
                  <c:v>4</c:v>
                </c:pt>
                <c:pt idx="10">
                  <c:v>4.5999999999999996</c:v>
                </c:pt>
                <c:pt idx="11">
                  <c:v>4.5999999999999996</c:v>
                </c:pt>
                <c:pt idx="12">
                  <c:v>4.8</c:v>
                </c:pt>
                <c:pt idx="13">
                  <c:v>5</c:v>
                </c:pt>
                <c:pt idx="14">
                  <c:v>5.8</c:v>
                </c:pt>
                <c:pt idx="15">
                  <c:v>6.2</c:v>
                </c:pt>
                <c:pt idx="16">
                  <c:v>7.2</c:v>
                </c:pt>
                <c:pt idx="17">
                  <c:v>7.4</c:v>
                </c:pt>
                <c:pt idx="18">
                  <c:v>7.8</c:v>
                </c:pt>
                <c:pt idx="19">
                  <c:v>8</c:v>
                </c:pt>
                <c:pt idx="20">
                  <c:v>8.1999999999999993</c:v>
                </c:pt>
                <c:pt idx="21">
                  <c:v>8.1999999999999993</c:v>
                </c:pt>
                <c:pt idx="22">
                  <c:v>8.1999999999999993</c:v>
                </c:pt>
                <c:pt idx="23">
                  <c:v>8.4</c:v>
                </c:pt>
                <c:pt idx="24">
                  <c:v>8.6</c:v>
                </c:pt>
                <c:pt idx="25">
                  <c:v>8.6</c:v>
                </c:pt>
                <c:pt idx="26">
                  <c:v>9.6</c:v>
                </c:pt>
                <c:pt idx="27">
                  <c:v>10</c:v>
                </c:pt>
                <c:pt idx="28">
                  <c:v>10.6</c:v>
                </c:pt>
                <c:pt idx="29">
                  <c:v>11.2</c:v>
                </c:pt>
                <c:pt idx="30">
                  <c:v>11.4</c:v>
                </c:pt>
                <c:pt idx="31">
                  <c:v>11.6</c:v>
                </c:pt>
                <c:pt idx="32">
                  <c:v>11.8</c:v>
                </c:pt>
                <c:pt idx="33">
                  <c:v>12.2</c:v>
                </c:pt>
                <c:pt idx="34">
                  <c:v>12.6</c:v>
                </c:pt>
                <c:pt idx="35">
                  <c:v>12.6</c:v>
                </c:pt>
                <c:pt idx="36">
                  <c:v>12.8</c:v>
                </c:pt>
                <c:pt idx="37">
                  <c:v>13.2</c:v>
                </c:pt>
                <c:pt idx="38">
                  <c:v>14</c:v>
                </c:pt>
                <c:pt idx="39">
                  <c:v>14.2</c:v>
                </c:pt>
                <c:pt idx="40">
                  <c:v>14.8</c:v>
                </c:pt>
                <c:pt idx="41">
                  <c:v>15.2</c:v>
                </c:pt>
                <c:pt idx="42">
                  <c:v>16</c:v>
                </c:pt>
                <c:pt idx="43">
                  <c:v>16.399999999999999</c:v>
                </c:pt>
                <c:pt idx="44">
                  <c:v>16.600000000000001</c:v>
                </c:pt>
                <c:pt idx="45">
                  <c:v>16.600000000000001</c:v>
                </c:pt>
                <c:pt idx="46">
                  <c:v>17.399999999999999</c:v>
                </c:pt>
                <c:pt idx="47">
                  <c:v>18</c:v>
                </c:pt>
                <c:pt idx="48">
                  <c:v>18.2</c:v>
                </c:pt>
                <c:pt idx="49">
                  <c:v>18.399999999999999</c:v>
                </c:pt>
                <c:pt idx="50">
                  <c:v>18.8</c:v>
                </c:pt>
                <c:pt idx="51">
                  <c:v>19.399999999999999</c:v>
                </c:pt>
                <c:pt idx="52">
                  <c:v>19.399999999999999</c:v>
                </c:pt>
                <c:pt idx="53">
                  <c:v>19.8</c:v>
                </c:pt>
                <c:pt idx="54">
                  <c:v>20.399999999999999</c:v>
                </c:pt>
                <c:pt idx="55">
                  <c:v>20.8</c:v>
                </c:pt>
                <c:pt idx="56">
                  <c:v>21.2</c:v>
                </c:pt>
                <c:pt idx="57">
                  <c:v>22</c:v>
                </c:pt>
                <c:pt idx="58">
                  <c:v>22.2</c:v>
                </c:pt>
                <c:pt idx="59">
                  <c:v>22.2</c:v>
                </c:pt>
                <c:pt idx="60">
                  <c:v>22.8</c:v>
                </c:pt>
                <c:pt idx="61">
                  <c:v>23.2</c:v>
                </c:pt>
                <c:pt idx="62">
                  <c:v>23.4</c:v>
                </c:pt>
                <c:pt idx="63">
                  <c:v>23.8</c:v>
                </c:pt>
                <c:pt idx="64">
                  <c:v>24.4</c:v>
                </c:pt>
                <c:pt idx="65">
                  <c:v>24.8</c:v>
                </c:pt>
                <c:pt idx="66">
                  <c:v>25.2</c:v>
                </c:pt>
                <c:pt idx="67">
                  <c:v>25.4</c:v>
                </c:pt>
                <c:pt idx="68">
                  <c:v>25.8</c:v>
                </c:pt>
                <c:pt idx="69">
                  <c:v>26</c:v>
                </c:pt>
                <c:pt idx="70">
                  <c:v>26.2</c:v>
                </c:pt>
                <c:pt idx="71">
                  <c:v>26.6</c:v>
                </c:pt>
                <c:pt idx="72">
                  <c:v>27.2</c:v>
                </c:pt>
                <c:pt idx="73">
                  <c:v>28.2</c:v>
                </c:pt>
                <c:pt idx="74">
                  <c:v>28.4</c:v>
                </c:pt>
                <c:pt idx="75">
                  <c:v>28.6</c:v>
                </c:pt>
                <c:pt idx="76">
                  <c:v>28.8</c:v>
                </c:pt>
                <c:pt idx="77">
                  <c:v>29.2</c:v>
                </c:pt>
                <c:pt idx="78">
                  <c:v>29.4</c:v>
                </c:pt>
                <c:pt idx="79">
                  <c:v>29.6</c:v>
                </c:pt>
                <c:pt idx="80">
                  <c:v>29.8</c:v>
                </c:pt>
                <c:pt idx="81">
                  <c:v>30.4</c:v>
                </c:pt>
                <c:pt idx="82">
                  <c:v>31</c:v>
                </c:pt>
                <c:pt idx="83">
                  <c:v>31.4</c:v>
                </c:pt>
                <c:pt idx="84">
                  <c:v>32</c:v>
                </c:pt>
                <c:pt idx="85">
                  <c:v>32.4</c:v>
                </c:pt>
                <c:pt idx="86">
                  <c:v>32.6</c:v>
                </c:pt>
                <c:pt idx="87">
                  <c:v>33</c:v>
                </c:pt>
                <c:pt idx="88">
                  <c:v>33.6</c:v>
                </c:pt>
                <c:pt idx="89">
                  <c:v>34.200000000000003</c:v>
                </c:pt>
                <c:pt idx="90">
                  <c:v>34.799999999999997</c:v>
                </c:pt>
                <c:pt idx="91">
                  <c:v>35</c:v>
                </c:pt>
                <c:pt idx="92">
                  <c:v>35.6</c:v>
                </c:pt>
                <c:pt idx="93">
                  <c:v>35.799999999999997</c:v>
                </c:pt>
                <c:pt idx="94">
                  <c:v>36</c:v>
                </c:pt>
                <c:pt idx="95">
                  <c:v>36.6</c:v>
                </c:pt>
                <c:pt idx="96">
                  <c:v>36.799999999999997</c:v>
                </c:pt>
                <c:pt idx="97">
                  <c:v>36.799999999999997</c:v>
                </c:pt>
                <c:pt idx="98">
                  <c:v>37.6</c:v>
                </c:pt>
                <c:pt idx="99">
                  <c:v>38</c:v>
                </c:pt>
                <c:pt idx="100">
                  <c:v>38.4</c:v>
                </c:pt>
                <c:pt idx="101">
                  <c:v>38.799999999999997</c:v>
                </c:pt>
                <c:pt idx="102">
                  <c:v>39</c:v>
                </c:pt>
                <c:pt idx="103">
                  <c:v>39.6</c:v>
                </c:pt>
                <c:pt idx="104">
                  <c:v>40</c:v>
                </c:pt>
                <c:pt idx="105">
                  <c:v>40.6</c:v>
                </c:pt>
                <c:pt idx="106">
                  <c:v>40.6</c:v>
                </c:pt>
                <c:pt idx="107">
                  <c:v>41</c:v>
                </c:pt>
                <c:pt idx="108">
                  <c:v>41.2</c:v>
                </c:pt>
                <c:pt idx="109">
                  <c:v>41.4</c:v>
                </c:pt>
                <c:pt idx="110">
                  <c:v>41.6</c:v>
                </c:pt>
                <c:pt idx="111">
                  <c:v>41.8</c:v>
                </c:pt>
                <c:pt idx="112">
                  <c:v>42</c:v>
                </c:pt>
                <c:pt idx="113">
                  <c:v>42.4</c:v>
                </c:pt>
                <c:pt idx="114">
                  <c:v>42.4</c:v>
                </c:pt>
                <c:pt idx="115">
                  <c:v>43</c:v>
                </c:pt>
                <c:pt idx="116">
                  <c:v>43.4</c:v>
                </c:pt>
                <c:pt idx="117">
                  <c:v>44.2</c:v>
                </c:pt>
                <c:pt idx="118">
                  <c:v>44.2</c:v>
                </c:pt>
                <c:pt idx="119">
                  <c:v>44.2</c:v>
                </c:pt>
                <c:pt idx="120">
                  <c:v>44.8</c:v>
                </c:pt>
                <c:pt idx="121">
                  <c:v>45.6</c:v>
                </c:pt>
                <c:pt idx="122">
                  <c:v>45.8</c:v>
                </c:pt>
                <c:pt idx="123">
                  <c:v>46</c:v>
                </c:pt>
                <c:pt idx="124">
                  <c:v>46.2</c:v>
                </c:pt>
                <c:pt idx="125">
                  <c:v>46.4</c:v>
                </c:pt>
                <c:pt idx="126">
                  <c:v>47</c:v>
                </c:pt>
                <c:pt idx="127">
                  <c:v>47.2</c:v>
                </c:pt>
                <c:pt idx="128">
                  <c:v>48</c:v>
                </c:pt>
                <c:pt idx="129">
                  <c:v>48.2</c:v>
                </c:pt>
                <c:pt idx="130">
                  <c:v>49.2</c:v>
                </c:pt>
                <c:pt idx="131">
                  <c:v>49.4</c:v>
                </c:pt>
                <c:pt idx="132">
                  <c:v>49.6</c:v>
                </c:pt>
                <c:pt idx="133">
                  <c:v>49.8</c:v>
                </c:pt>
                <c:pt idx="134">
                  <c:v>50</c:v>
                </c:pt>
                <c:pt idx="135">
                  <c:v>50.6</c:v>
                </c:pt>
                <c:pt idx="136">
                  <c:v>51</c:v>
                </c:pt>
                <c:pt idx="137">
                  <c:v>51.2</c:v>
                </c:pt>
                <c:pt idx="138">
                  <c:v>51.4</c:v>
                </c:pt>
                <c:pt idx="139">
                  <c:v>51.8</c:v>
                </c:pt>
                <c:pt idx="140">
                  <c:v>52.4</c:v>
                </c:pt>
                <c:pt idx="141">
                  <c:v>52.6</c:v>
                </c:pt>
                <c:pt idx="142">
                  <c:v>53.2</c:v>
                </c:pt>
                <c:pt idx="143">
                  <c:v>53.4</c:v>
                </c:pt>
                <c:pt idx="144">
                  <c:v>53.8</c:v>
                </c:pt>
                <c:pt idx="145">
                  <c:v>53.8</c:v>
                </c:pt>
                <c:pt idx="146">
                  <c:v>54</c:v>
                </c:pt>
                <c:pt idx="147">
                  <c:v>54</c:v>
                </c:pt>
                <c:pt idx="148">
                  <c:v>54</c:v>
                </c:pt>
                <c:pt idx="149">
                  <c:v>54.4</c:v>
                </c:pt>
                <c:pt idx="150">
                  <c:v>54.4</c:v>
                </c:pt>
                <c:pt idx="151">
                  <c:v>54.8</c:v>
                </c:pt>
                <c:pt idx="152">
                  <c:v>55</c:v>
                </c:pt>
                <c:pt idx="153">
                  <c:v>55.2</c:v>
                </c:pt>
                <c:pt idx="154">
                  <c:v>55.4</c:v>
                </c:pt>
                <c:pt idx="155">
                  <c:v>55.6</c:v>
                </c:pt>
                <c:pt idx="156">
                  <c:v>56</c:v>
                </c:pt>
                <c:pt idx="157">
                  <c:v>56.6</c:v>
                </c:pt>
                <c:pt idx="158">
                  <c:v>56.8</c:v>
                </c:pt>
                <c:pt idx="159">
                  <c:v>57</c:v>
                </c:pt>
                <c:pt idx="160">
                  <c:v>57.2</c:v>
                </c:pt>
                <c:pt idx="161">
                  <c:v>57.4</c:v>
                </c:pt>
                <c:pt idx="162">
                  <c:v>58</c:v>
                </c:pt>
                <c:pt idx="163">
                  <c:v>58.2</c:v>
                </c:pt>
                <c:pt idx="164">
                  <c:v>58.4</c:v>
                </c:pt>
                <c:pt idx="165">
                  <c:v>58.6</c:v>
                </c:pt>
                <c:pt idx="166">
                  <c:v>59</c:v>
                </c:pt>
                <c:pt idx="167">
                  <c:v>59.2</c:v>
                </c:pt>
                <c:pt idx="168">
                  <c:v>59.8</c:v>
                </c:pt>
                <c:pt idx="169">
                  <c:v>60.2</c:v>
                </c:pt>
                <c:pt idx="170">
                  <c:v>60.6</c:v>
                </c:pt>
                <c:pt idx="171">
                  <c:v>61.2</c:v>
                </c:pt>
                <c:pt idx="172">
                  <c:v>61.6</c:v>
                </c:pt>
                <c:pt idx="173">
                  <c:v>62</c:v>
                </c:pt>
                <c:pt idx="174">
                  <c:v>62.8</c:v>
                </c:pt>
                <c:pt idx="175">
                  <c:v>63</c:v>
                </c:pt>
                <c:pt idx="176">
                  <c:v>63.6</c:v>
                </c:pt>
                <c:pt idx="177">
                  <c:v>64.400000000000006</c:v>
                </c:pt>
                <c:pt idx="178">
                  <c:v>64.599999999999994</c:v>
                </c:pt>
                <c:pt idx="179">
                  <c:v>64.8</c:v>
                </c:pt>
                <c:pt idx="180">
                  <c:v>65.2</c:v>
                </c:pt>
                <c:pt idx="181">
                  <c:v>65.2</c:v>
                </c:pt>
                <c:pt idx="182">
                  <c:v>66</c:v>
                </c:pt>
                <c:pt idx="183">
                  <c:v>66.8</c:v>
                </c:pt>
                <c:pt idx="184">
                  <c:v>67.2</c:v>
                </c:pt>
                <c:pt idx="185">
                  <c:v>67.8</c:v>
                </c:pt>
                <c:pt idx="186">
                  <c:v>67.8</c:v>
                </c:pt>
                <c:pt idx="187">
                  <c:v>68.2</c:v>
                </c:pt>
                <c:pt idx="188">
                  <c:v>68.599999999999994</c:v>
                </c:pt>
                <c:pt idx="189">
                  <c:v>69.2</c:v>
                </c:pt>
                <c:pt idx="190">
                  <c:v>69.400000000000006</c:v>
                </c:pt>
                <c:pt idx="191">
                  <c:v>69.599999999999994</c:v>
                </c:pt>
                <c:pt idx="192">
                  <c:v>69.8</c:v>
                </c:pt>
                <c:pt idx="193">
                  <c:v>70.2</c:v>
                </c:pt>
                <c:pt idx="194">
                  <c:v>71</c:v>
                </c:pt>
                <c:pt idx="195">
                  <c:v>71</c:v>
                </c:pt>
                <c:pt idx="196">
                  <c:v>71.599999999999994</c:v>
                </c:pt>
                <c:pt idx="197">
                  <c:v>72.400000000000006</c:v>
                </c:pt>
                <c:pt idx="198">
                  <c:v>72.8</c:v>
                </c:pt>
                <c:pt idx="199">
                  <c:v>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8B0-440F-99F8-AAF7F86A434D}"/>
            </c:ext>
          </c:extLst>
        </c:ser>
        <c:ser>
          <c:idx val="6"/>
          <c:order val="6"/>
          <c:tx>
            <c:strRef>
              <c:f>save1!$FA$2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save1!$FA$3:$FA$202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0.4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0.8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1.4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2.2000000000000002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2.4</c:v>
                </c:pt>
                <c:pt idx="91">
                  <c:v>2.4</c:v>
                </c:pt>
                <c:pt idx="92">
                  <c:v>2.6</c:v>
                </c:pt>
                <c:pt idx="93">
                  <c:v>2.6</c:v>
                </c:pt>
                <c:pt idx="94">
                  <c:v>2.6</c:v>
                </c:pt>
                <c:pt idx="95">
                  <c:v>2.6</c:v>
                </c:pt>
                <c:pt idx="96">
                  <c:v>2.6</c:v>
                </c:pt>
                <c:pt idx="97">
                  <c:v>2.6</c:v>
                </c:pt>
                <c:pt idx="98">
                  <c:v>2.6</c:v>
                </c:pt>
                <c:pt idx="99">
                  <c:v>2.6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2.8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3</c:v>
                </c:pt>
                <c:pt idx="127">
                  <c:v>3</c:v>
                </c:pt>
                <c:pt idx="128">
                  <c:v>3</c:v>
                </c:pt>
                <c:pt idx="129">
                  <c:v>3</c:v>
                </c:pt>
                <c:pt idx="130">
                  <c:v>3</c:v>
                </c:pt>
                <c:pt idx="131">
                  <c:v>3.2</c:v>
                </c:pt>
                <c:pt idx="132">
                  <c:v>3.2</c:v>
                </c:pt>
                <c:pt idx="133">
                  <c:v>3.2</c:v>
                </c:pt>
                <c:pt idx="134">
                  <c:v>3.2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3.2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3.4</c:v>
                </c:pt>
                <c:pt idx="144">
                  <c:v>3.4</c:v>
                </c:pt>
                <c:pt idx="145">
                  <c:v>3.4</c:v>
                </c:pt>
                <c:pt idx="146">
                  <c:v>3.6</c:v>
                </c:pt>
                <c:pt idx="147">
                  <c:v>3.6</c:v>
                </c:pt>
                <c:pt idx="148">
                  <c:v>3.6</c:v>
                </c:pt>
                <c:pt idx="149">
                  <c:v>3.6</c:v>
                </c:pt>
                <c:pt idx="150">
                  <c:v>3.6</c:v>
                </c:pt>
                <c:pt idx="151">
                  <c:v>3.6</c:v>
                </c:pt>
                <c:pt idx="152">
                  <c:v>3.6</c:v>
                </c:pt>
                <c:pt idx="153">
                  <c:v>3.6</c:v>
                </c:pt>
                <c:pt idx="154">
                  <c:v>3.6</c:v>
                </c:pt>
                <c:pt idx="155">
                  <c:v>3.6</c:v>
                </c:pt>
                <c:pt idx="156">
                  <c:v>3.6</c:v>
                </c:pt>
                <c:pt idx="157">
                  <c:v>3.6</c:v>
                </c:pt>
                <c:pt idx="158">
                  <c:v>3.8</c:v>
                </c:pt>
                <c:pt idx="159">
                  <c:v>3.8</c:v>
                </c:pt>
                <c:pt idx="160">
                  <c:v>3.8</c:v>
                </c:pt>
                <c:pt idx="161">
                  <c:v>3.8</c:v>
                </c:pt>
                <c:pt idx="162">
                  <c:v>4</c:v>
                </c:pt>
                <c:pt idx="163">
                  <c:v>4.2</c:v>
                </c:pt>
                <c:pt idx="164">
                  <c:v>4.2</c:v>
                </c:pt>
                <c:pt idx="165">
                  <c:v>4.2</c:v>
                </c:pt>
                <c:pt idx="166">
                  <c:v>4.2</c:v>
                </c:pt>
                <c:pt idx="167">
                  <c:v>4.2</c:v>
                </c:pt>
                <c:pt idx="168">
                  <c:v>4.2</c:v>
                </c:pt>
                <c:pt idx="169">
                  <c:v>4.2</c:v>
                </c:pt>
                <c:pt idx="170">
                  <c:v>4.2</c:v>
                </c:pt>
                <c:pt idx="171">
                  <c:v>4.4000000000000004</c:v>
                </c:pt>
                <c:pt idx="172">
                  <c:v>4.4000000000000004</c:v>
                </c:pt>
                <c:pt idx="173">
                  <c:v>4.4000000000000004</c:v>
                </c:pt>
                <c:pt idx="174">
                  <c:v>4.4000000000000004</c:v>
                </c:pt>
                <c:pt idx="175">
                  <c:v>4.4000000000000004</c:v>
                </c:pt>
                <c:pt idx="176">
                  <c:v>4.4000000000000004</c:v>
                </c:pt>
                <c:pt idx="177">
                  <c:v>4.5999999999999996</c:v>
                </c:pt>
                <c:pt idx="178">
                  <c:v>4.5999999999999996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4.5999999999999996</c:v>
                </c:pt>
                <c:pt idx="182">
                  <c:v>5</c:v>
                </c:pt>
                <c:pt idx="183">
                  <c:v>5</c:v>
                </c:pt>
                <c:pt idx="184">
                  <c:v>5.2</c:v>
                </c:pt>
                <c:pt idx="185">
                  <c:v>5.4</c:v>
                </c:pt>
                <c:pt idx="186">
                  <c:v>5.4</c:v>
                </c:pt>
                <c:pt idx="187">
                  <c:v>5.4</c:v>
                </c:pt>
                <c:pt idx="188">
                  <c:v>5.4</c:v>
                </c:pt>
                <c:pt idx="189">
                  <c:v>5.4</c:v>
                </c:pt>
                <c:pt idx="190">
                  <c:v>5.4</c:v>
                </c:pt>
                <c:pt idx="191">
                  <c:v>5.4</c:v>
                </c:pt>
                <c:pt idx="192">
                  <c:v>5.6</c:v>
                </c:pt>
                <c:pt idx="193">
                  <c:v>5.6</c:v>
                </c:pt>
                <c:pt idx="194">
                  <c:v>5.6</c:v>
                </c:pt>
                <c:pt idx="195">
                  <c:v>5.6</c:v>
                </c:pt>
                <c:pt idx="196">
                  <c:v>5.6</c:v>
                </c:pt>
                <c:pt idx="197">
                  <c:v>5.8</c:v>
                </c:pt>
                <c:pt idx="198">
                  <c:v>5.8</c:v>
                </c:pt>
                <c:pt idx="19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8B0-440F-99F8-AAF7F86A434D}"/>
            </c:ext>
          </c:extLst>
        </c:ser>
        <c:ser>
          <c:idx val="7"/>
          <c:order val="7"/>
          <c:tx>
            <c:strRef>
              <c:f>save1!$FB$2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save1!$FB$3:$FB$202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0.6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0.8</c:v>
                </c:pt>
                <c:pt idx="122">
                  <c:v>0.8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1.2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1.4</c:v>
                </c:pt>
                <c:pt idx="159">
                  <c:v>1.4</c:v>
                </c:pt>
                <c:pt idx="160">
                  <c:v>1.4</c:v>
                </c:pt>
                <c:pt idx="161">
                  <c:v>1.4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8B0-440F-99F8-AAF7F86A434D}"/>
            </c:ext>
          </c:extLst>
        </c:ser>
        <c:ser>
          <c:idx val="8"/>
          <c:order val="8"/>
          <c:tx>
            <c:strRef>
              <c:f>save1!$FC$2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save1!$FC$3:$FC$202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0.2</c:v>
                </c:pt>
                <c:pt idx="178">
                  <c:v>0.2</c:v>
                </c:pt>
                <c:pt idx="179">
                  <c:v>0.2</c:v>
                </c:pt>
                <c:pt idx="180">
                  <c:v>0.2</c:v>
                </c:pt>
                <c:pt idx="181">
                  <c:v>0.2</c:v>
                </c:pt>
                <c:pt idx="182">
                  <c:v>0.2</c:v>
                </c:pt>
                <c:pt idx="183">
                  <c:v>0.2</c:v>
                </c:pt>
                <c:pt idx="184">
                  <c:v>0.2</c:v>
                </c:pt>
                <c:pt idx="185">
                  <c:v>0.2</c:v>
                </c:pt>
                <c:pt idx="186">
                  <c:v>0.2</c:v>
                </c:pt>
                <c:pt idx="187">
                  <c:v>0.2</c:v>
                </c:pt>
                <c:pt idx="188">
                  <c:v>0.2</c:v>
                </c:pt>
                <c:pt idx="189">
                  <c:v>0.2</c:v>
                </c:pt>
                <c:pt idx="190">
                  <c:v>0.2</c:v>
                </c:pt>
                <c:pt idx="191">
                  <c:v>0.2</c:v>
                </c:pt>
                <c:pt idx="192">
                  <c:v>0.2</c:v>
                </c:pt>
                <c:pt idx="193">
                  <c:v>0.2</c:v>
                </c:pt>
                <c:pt idx="194">
                  <c:v>0.2</c:v>
                </c:pt>
                <c:pt idx="195">
                  <c:v>0.2</c:v>
                </c:pt>
                <c:pt idx="196">
                  <c:v>0.2</c:v>
                </c:pt>
                <c:pt idx="197">
                  <c:v>0.2</c:v>
                </c:pt>
                <c:pt idx="198">
                  <c:v>0.2</c:v>
                </c:pt>
                <c:pt idx="199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8B0-440F-99F8-AAF7F86A434D}"/>
            </c:ext>
          </c:extLst>
        </c:ser>
        <c:ser>
          <c:idx val="9"/>
          <c:order val="9"/>
          <c:tx>
            <c:strRef>
              <c:f>save1!$FD$2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save1!$FD$3:$FD$202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1</c:v>
                </c:pt>
                <c:pt idx="37">
                  <c:v>1.2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1.6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2.2000000000000002</c:v>
                </c:pt>
                <c:pt idx="86">
                  <c:v>2.2000000000000002</c:v>
                </c:pt>
                <c:pt idx="87">
                  <c:v>2.2000000000000002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2.4</c:v>
                </c:pt>
                <c:pt idx="91">
                  <c:v>2.4</c:v>
                </c:pt>
                <c:pt idx="92">
                  <c:v>2.4</c:v>
                </c:pt>
                <c:pt idx="93">
                  <c:v>2.4</c:v>
                </c:pt>
                <c:pt idx="94">
                  <c:v>2.4</c:v>
                </c:pt>
                <c:pt idx="95">
                  <c:v>2.4</c:v>
                </c:pt>
                <c:pt idx="96">
                  <c:v>2.4</c:v>
                </c:pt>
                <c:pt idx="97">
                  <c:v>2.6</c:v>
                </c:pt>
                <c:pt idx="98">
                  <c:v>2.6</c:v>
                </c:pt>
                <c:pt idx="99">
                  <c:v>2.6</c:v>
                </c:pt>
                <c:pt idx="100">
                  <c:v>2.6</c:v>
                </c:pt>
                <c:pt idx="101">
                  <c:v>2.6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3</c:v>
                </c:pt>
                <c:pt idx="106">
                  <c:v>3.2</c:v>
                </c:pt>
                <c:pt idx="107">
                  <c:v>3.2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</c:v>
                </c:pt>
                <c:pt idx="133">
                  <c:v>4</c:v>
                </c:pt>
                <c:pt idx="134">
                  <c:v>4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4.4000000000000004</c:v>
                </c:pt>
                <c:pt idx="148">
                  <c:v>4.4000000000000004</c:v>
                </c:pt>
                <c:pt idx="149">
                  <c:v>4.4000000000000004</c:v>
                </c:pt>
                <c:pt idx="150">
                  <c:v>4.4000000000000004</c:v>
                </c:pt>
                <c:pt idx="151">
                  <c:v>4.4000000000000004</c:v>
                </c:pt>
                <c:pt idx="152">
                  <c:v>4.4000000000000004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4.8</c:v>
                </c:pt>
                <c:pt idx="167">
                  <c:v>4.8</c:v>
                </c:pt>
                <c:pt idx="168">
                  <c:v>4.8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5.2</c:v>
                </c:pt>
                <c:pt idx="184">
                  <c:v>5.2</c:v>
                </c:pt>
                <c:pt idx="185">
                  <c:v>5.4</c:v>
                </c:pt>
                <c:pt idx="186">
                  <c:v>5.4</c:v>
                </c:pt>
                <c:pt idx="187">
                  <c:v>5.6</c:v>
                </c:pt>
                <c:pt idx="188">
                  <c:v>5.6</c:v>
                </c:pt>
                <c:pt idx="189">
                  <c:v>5.8</c:v>
                </c:pt>
                <c:pt idx="190">
                  <c:v>5.8</c:v>
                </c:pt>
                <c:pt idx="191">
                  <c:v>5.8</c:v>
                </c:pt>
                <c:pt idx="192">
                  <c:v>5.8</c:v>
                </c:pt>
                <c:pt idx="193">
                  <c:v>5.8</c:v>
                </c:pt>
                <c:pt idx="194">
                  <c:v>5.8</c:v>
                </c:pt>
                <c:pt idx="195">
                  <c:v>5.8</c:v>
                </c:pt>
                <c:pt idx="196">
                  <c:v>6</c:v>
                </c:pt>
                <c:pt idx="197">
                  <c:v>6</c:v>
                </c:pt>
                <c:pt idx="198">
                  <c:v>6.2</c:v>
                </c:pt>
                <c:pt idx="199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98B0-440F-99F8-AAF7F86A43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(5 Key Advantage,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save1!$EC$204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save1!$EC$205:$EC$404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0.6</c:v>
                </c:pt>
                <c:pt idx="3">
                  <c:v>0.8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1.2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2.6</c:v>
                </c:pt>
                <c:pt idx="12">
                  <c:v>2.6</c:v>
                </c:pt>
                <c:pt idx="13">
                  <c:v>2.6</c:v>
                </c:pt>
                <c:pt idx="14">
                  <c:v>2.6</c:v>
                </c:pt>
                <c:pt idx="15">
                  <c:v>2.6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3.6</c:v>
                </c:pt>
                <c:pt idx="20">
                  <c:v>3.8</c:v>
                </c:pt>
                <c:pt idx="21">
                  <c:v>4</c:v>
                </c:pt>
                <c:pt idx="22">
                  <c:v>4.4000000000000004</c:v>
                </c:pt>
                <c:pt idx="23">
                  <c:v>4.5999999999999996</c:v>
                </c:pt>
                <c:pt idx="24">
                  <c:v>4.5999999999999996</c:v>
                </c:pt>
                <c:pt idx="25">
                  <c:v>4.8</c:v>
                </c:pt>
                <c:pt idx="26">
                  <c:v>5</c:v>
                </c:pt>
                <c:pt idx="27">
                  <c:v>5.4</c:v>
                </c:pt>
                <c:pt idx="28">
                  <c:v>5.4</c:v>
                </c:pt>
                <c:pt idx="29">
                  <c:v>5.4</c:v>
                </c:pt>
                <c:pt idx="30">
                  <c:v>5.8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6.4</c:v>
                </c:pt>
                <c:pt idx="36">
                  <c:v>7</c:v>
                </c:pt>
                <c:pt idx="37">
                  <c:v>7.4</c:v>
                </c:pt>
                <c:pt idx="38">
                  <c:v>7.4</c:v>
                </c:pt>
                <c:pt idx="39">
                  <c:v>8</c:v>
                </c:pt>
                <c:pt idx="40">
                  <c:v>8.1999999999999993</c:v>
                </c:pt>
                <c:pt idx="41">
                  <c:v>8.1999999999999993</c:v>
                </c:pt>
                <c:pt idx="42">
                  <c:v>8.1999999999999993</c:v>
                </c:pt>
                <c:pt idx="43">
                  <c:v>8.8000000000000007</c:v>
                </c:pt>
                <c:pt idx="44">
                  <c:v>9</c:v>
                </c:pt>
                <c:pt idx="45">
                  <c:v>9.1999999999999993</c:v>
                </c:pt>
                <c:pt idx="46">
                  <c:v>9.4</c:v>
                </c:pt>
                <c:pt idx="47">
                  <c:v>10.6</c:v>
                </c:pt>
                <c:pt idx="48">
                  <c:v>10.8</c:v>
                </c:pt>
                <c:pt idx="49">
                  <c:v>11</c:v>
                </c:pt>
                <c:pt idx="50">
                  <c:v>11</c:v>
                </c:pt>
                <c:pt idx="51">
                  <c:v>11.2</c:v>
                </c:pt>
                <c:pt idx="52">
                  <c:v>11.2</c:v>
                </c:pt>
                <c:pt idx="53">
                  <c:v>11.2</c:v>
                </c:pt>
                <c:pt idx="54">
                  <c:v>11.6</c:v>
                </c:pt>
                <c:pt idx="55">
                  <c:v>11.8</c:v>
                </c:pt>
                <c:pt idx="56">
                  <c:v>11.8</c:v>
                </c:pt>
                <c:pt idx="57">
                  <c:v>11.8</c:v>
                </c:pt>
                <c:pt idx="58">
                  <c:v>12.6</c:v>
                </c:pt>
                <c:pt idx="59">
                  <c:v>12.8</c:v>
                </c:pt>
                <c:pt idx="60">
                  <c:v>13</c:v>
                </c:pt>
                <c:pt idx="61">
                  <c:v>13.6</c:v>
                </c:pt>
                <c:pt idx="62">
                  <c:v>14</c:v>
                </c:pt>
                <c:pt idx="63">
                  <c:v>14</c:v>
                </c:pt>
                <c:pt idx="64">
                  <c:v>14</c:v>
                </c:pt>
                <c:pt idx="65">
                  <c:v>14.2</c:v>
                </c:pt>
                <c:pt idx="66">
                  <c:v>14.4</c:v>
                </c:pt>
                <c:pt idx="67">
                  <c:v>14.4</c:v>
                </c:pt>
                <c:pt idx="68">
                  <c:v>14.4</c:v>
                </c:pt>
                <c:pt idx="69">
                  <c:v>14.4</c:v>
                </c:pt>
                <c:pt idx="70">
                  <c:v>14.6</c:v>
                </c:pt>
                <c:pt idx="71">
                  <c:v>14.8</c:v>
                </c:pt>
                <c:pt idx="72">
                  <c:v>15.2</c:v>
                </c:pt>
                <c:pt idx="73">
                  <c:v>15.2</c:v>
                </c:pt>
                <c:pt idx="74">
                  <c:v>15.4</c:v>
                </c:pt>
                <c:pt idx="75">
                  <c:v>15.4</c:v>
                </c:pt>
                <c:pt idx="76">
                  <c:v>15.6</c:v>
                </c:pt>
                <c:pt idx="77">
                  <c:v>15.6</c:v>
                </c:pt>
                <c:pt idx="78">
                  <c:v>15.6</c:v>
                </c:pt>
                <c:pt idx="79">
                  <c:v>15.6</c:v>
                </c:pt>
                <c:pt idx="80">
                  <c:v>15.8</c:v>
                </c:pt>
                <c:pt idx="81">
                  <c:v>16.2</c:v>
                </c:pt>
                <c:pt idx="82">
                  <c:v>16.399999999999999</c:v>
                </c:pt>
                <c:pt idx="83">
                  <c:v>16.8</c:v>
                </c:pt>
                <c:pt idx="84">
                  <c:v>17</c:v>
                </c:pt>
                <c:pt idx="85">
                  <c:v>17.2</c:v>
                </c:pt>
                <c:pt idx="86">
                  <c:v>17.2</c:v>
                </c:pt>
                <c:pt idx="87">
                  <c:v>18</c:v>
                </c:pt>
                <c:pt idx="88">
                  <c:v>18.2</c:v>
                </c:pt>
                <c:pt idx="89">
                  <c:v>18.2</c:v>
                </c:pt>
                <c:pt idx="90">
                  <c:v>18.399999999999999</c:v>
                </c:pt>
                <c:pt idx="91">
                  <c:v>18.600000000000001</c:v>
                </c:pt>
                <c:pt idx="92">
                  <c:v>18.8</c:v>
                </c:pt>
                <c:pt idx="93">
                  <c:v>19</c:v>
                </c:pt>
                <c:pt idx="94">
                  <c:v>19</c:v>
                </c:pt>
                <c:pt idx="95">
                  <c:v>19.399999999999999</c:v>
                </c:pt>
                <c:pt idx="96">
                  <c:v>20.2</c:v>
                </c:pt>
                <c:pt idx="97">
                  <c:v>20.8</c:v>
                </c:pt>
                <c:pt idx="98">
                  <c:v>20.8</c:v>
                </c:pt>
                <c:pt idx="99">
                  <c:v>20.8</c:v>
                </c:pt>
                <c:pt idx="100">
                  <c:v>21.2</c:v>
                </c:pt>
                <c:pt idx="101">
                  <c:v>21.2</c:v>
                </c:pt>
                <c:pt idx="102">
                  <c:v>21.4</c:v>
                </c:pt>
                <c:pt idx="103">
                  <c:v>21.8</c:v>
                </c:pt>
                <c:pt idx="104">
                  <c:v>22.4</c:v>
                </c:pt>
                <c:pt idx="105">
                  <c:v>22.6</c:v>
                </c:pt>
                <c:pt idx="106">
                  <c:v>22.8</c:v>
                </c:pt>
                <c:pt idx="107">
                  <c:v>23</c:v>
                </c:pt>
                <c:pt idx="108">
                  <c:v>23.4</c:v>
                </c:pt>
                <c:pt idx="109">
                  <c:v>23.4</c:v>
                </c:pt>
                <c:pt idx="110">
                  <c:v>23.6</c:v>
                </c:pt>
                <c:pt idx="111">
                  <c:v>24</c:v>
                </c:pt>
                <c:pt idx="112">
                  <c:v>24</c:v>
                </c:pt>
                <c:pt idx="113">
                  <c:v>24.2</c:v>
                </c:pt>
                <c:pt idx="114">
                  <c:v>24.8</c:v>
                </c:pt>
                <c:pt idx="115">
                  <c:v>25</c:v>
                </c:pt>
                <c:pt idx="116">
                  <c:v>25</c:v>
                </c:pt>
                <c:pt idx="117">
                  <c:v>25.4</c:v>
                </c:pt>
                <c:pt idx="118">
                  <c:v>25.8</c:v>
                </c:pt>
                <c:pt idx="119">
                  <c:v>26</c:v>
                </c:pt>
                <c:pt idx="120">
                  <c:v>26.4</c:v>
                </c:pt>
                <c:pt idx="121">
                  <c:v>26.4</c:v>
                </c:pt>
                <c:pt idx="122">
                  <c:v>27</c:v>
                </c:pt>
                <c:pt idx="123">
                  <c:v>27.2</c:v>
                </c:pt>
                <c:pt idx="124">
                  <c:v>27.2</c:v>
                </c:pt>
                <c:pt idx="125">
                  <c:v>27.4</c:v>
                </c:pt>
                <c:pt idx="126">
                  <c:v>27.6</c:v>
                </c:pt>
                <c:pt idx="127">
                  <c:v>27.8</c:v>
                </c:pt>
                <c:pt idx="128">
                  <c:v>28</c:v>
                </c:pt>
                <c:pt idx="129">
                  <c:v>28</c:v>
                </c:pt>
                <c:pt idx="130">
                  <c:v>28.2</c:v>
                </c:pt>
                <c:pt idx="131">
                  <c:v>28.2</c:v>
                </c:pt>
                <c:pt idx="132">
                  <c:v>28.2</c:v>
                </c:pt>
                <c:pt idx="133">
                  <c:v>28.4</c:v>
                </c:pt>
                <c:pt idx="134">
                  <c:v>28.4</c:v>
                </c:pt>
                <c:pt idx="135">
                  <c:v>28.4</c:v>
                </c:pt>
                <c:pt idx="136">
                  <c:v>28.6</c:v>
                </c:pt>
                <c:pt idx="137">
                  <c:v>29</c:v>
                </c:pt>
                <c:pt idx="138">
                  <c:v>29</c:v>
                </c:pt>
                <c:pt idx="139">
                  <c:v>29.2</c:v>
                </c:pt>
                <c:pt idx="140">
                  <c:v>29.4</c:v>
                </c:pt>
                <c:pt idx="141">
                  <c:v>29.4</c:v>
                </c:pt>
                <c:pt idx="142">
                  <c:v>29.6</c:v>
                </c:pt>
                <c:pt idx="143">
                  <c:v>30</c:v>
                </c:pt>
                <c:pt idx="144">
                  <c:v>30.4</c:v>
                </c:pt>
                <c:pt idx="145">
                  <c:v>30.4</c:v>
                </c:pt>
                <c:pt idx="146">
                  <c:v>30.4</c:v>
                </c:pt>
                <c:pt idx="147">
                  <c:v>30.8</c:v>
                </c:pt>
                <c:pt idx="148">
                  <c:v>30.8</c:v>
                </c:pt>
                <c:pt idx="149">
                  <c:v>31</c:v>
                </c:pt>
                <c:pt idx="150">
                  <c:v>31</c:v>
                </c:pt>
                <c:pt idx="151">
                  <c:v>31.2</c:v>
                </c:pt>
                <c:pt idx="152">
                  <c:v>31.2</c:v>
                </c:pt>
                <c:pt idx="153">
                  <c:v>31.4</c:v>
                </c:pt>
                <c:pt idx="154">
                  <c:v>31.6</c:v>
                </c:pt>
                <c:pt idx="155">
                  <c:v>32</c:v>
                </c:pt>
                <c:pt idx="156">
                  <c:v>32</c:v>
                </c:pt>
                <c:pt idx="157">
                  <c:v>32.4</c:v>
                </c:pt>
                <c:pt idx="158">
                  <c:v>32.4</c:v>
                </c:pt>
                <c:pt idx="159">
                  <c:v>32.4</c:v>
                </c:pt>
                <c:pt idx="160">
                  <c:v>32.6</c:v>
                </c:pt>
                <c:pt idx="161">
                  <c:v>32.6</c:v>
                </c:pt>
                <c:pt idx="162">
                  <c:v>32.799999999999997</c:v>
                </c:pt>
                <c:pt idx="163">
                  <c:v>33</c:v>
                </c:pt>
                <c:pt idx="164">
                  <c:v>33</c:v>
                </c:pt>
                <c:pt idx="165">
                  <c:v>33.200000000000003</c:v>
                </c:pt>
                <c:pt idx="166">
                  <c:v>33.200000000000003</c:v>
                </c:pt>
                <c:pt idx="167">
                  <c:v>33.6</c:v>
                </c:pt>
                <c:pt idx="168">
                  <c:v>34.200000000000003</c:v>
                </c:pt>
                <c:pt idx="169">
                  <c:v>34.6</c:v>
                </c:pt>
                <c:pt idx="170">
                  <c:v>34.799999999999997</c:v>
                </c:pt>
                <c:pt idx="171">
                  <c:v>34.799999999999997</c:v>
                </c:pt>
                <c:pt idx="172">
                  <c:v>34.799999999999997</c:v>
                </c:pt>
                <c:pt idx="173">
                  <c:v>34.799999999999997</c:v>
                </c:pt>
                <c:pt idx="174">
                  <c:v>35.200000000000003</c:v>
                </c:pt>
                <c:pt idx="175">
                  <c:v>35.4</c:v>
                </c:pt>
                <c:pt idx="176">
                  <c:v>36.6</c:v>
                </c:pt>
                <c:pt idx="177">
                  <c:v>36.799999999999997</c:v>
                </c:pt>
                <c:pt idx="178">
                  <c:v>37.200000000000003</c:v>
                </c:pt>
                <c:pt idx="179">
                  <c:v>37.4</c:v>
                </c:pt>
                <c:pt idx="180">
                  <c:v>37.6</c:v>
                </c:pt>
                <c:pt idx="181">
                  <c:v>37.799999999999997</c:v>
                </c:pt>
                <c:pt idx="182">
                  <c:v>37.799999999999997</c:v>
                </c:pt>
                <c:pt idx="183">
                  <c:v>38</c:v>
                </c:pt>
                <c:pt idx="184">
                  <c:v>38</c:v>
                </c:pt>
                <c:pt idx="185">
                  <c:v>38</c:v>
                </c:pt>
                <c:pt idx="186">
                  <c:v>39</c:v>
                </c:pt>
                <c:pt idx="187">
                  <c:v>39.200000000000003</c:v>
                </c:pt>
                <c:pt idx="188">
                  <c:v>39.4</c:v>
                </c:pt>
                <c:pt idx="189">
                  <c:v>39.4</c:v>
                </c:pt>
                <c:pt idx="190">
                  <c:v>40.4</c:v>
                </c:pt>
                <c:pt idx="191">
                  <c:v>40.799999999999997</c:v>
                </c:pt>
                <c:pt idx="192">
                  <c:v>40.799999999999997</c:v>
                </c:pt>
                <c:pt idx="193">
                  <c:v>40.799999999999997</c:v>
                </c:pt>
                <c:pt idx="194">
                  <c:v>40.799999999999997</c:v>
                </c:pt>
                <c:pt idx="195">
                  <c:v>41</c:v>
                </c:pt>
                <c:pt idx="196">
                  <c:v>41</c:v>
                </c:pt>
                <c:pt idx="197">
                  <c:v>41</c:v>
                </c:pt>
                <c:pt idx="198">
                  <c:v>41.2</c:v>
                </c:pt>
                <c:pt idx="199">
                  <c:v>41.2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A8-48DA-81B2-3031C13082BE}"/>
            </c:ext>
          </c:extLst>
        </c:ser>
        <c:ser>
          <c:idx val="1"/>
          <c:order val="1"/>
          <c:tx>
            <c:strRef>
              <c:f>save1!$ED$204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save1!$ED$205:$ED$404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0.4</c:v>
                </c:pt>
                <c:pt idx="6">
                  <c:v>0.4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1.2</c:v>
                </c:pt>
                <c:pt idx="11">
                  <c:v>1.2</c:v>
                </c:pt>
                <c:pt idx="12">
                  <c:v>1.6</c:v>
                </c:pt>
                <c:pt idx="13">
                  <c:v>2</c:v>
                </c:pt>
                <c:pt idx="14">
                  <c:v>2</c:v>
                </c:pt>
                <c:pt idx="15">
                  <c:v>2.2000000000000002</c:v>
                </c:pt>
                <c:pt idx="16">
                  <c:v>2.6</c:v>
                </c:pt>
                <c:pt idx="17">
                  <c:v>3</c:v>
                </c:pt>
                <c:pt idx="18">
                  <c:v>3.4</c:v>
                </c:pt>
                <c:pt idx="19">
                  <c:v>3.6</c:v>
                </c:pt>
                <c:pt idx="20">
                  <c:v>4</c:v>
                </c:pt>
                <c:pt idx="21">
                  <c:v>4</c:v>
                </c:pt>
                <c:pt idx="22">
                  <c:v>4.4000000000000004</c:v>
                </c:pt>
                <c:pt idx="23">
                  <c:v>4.4000000000000004</c:v>
                </c:pt>
                <c:pt idx="24">
                  <c:v>4.5999999999999996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5.6</c:v>
                </c:pt>
                <c:pt idx="29">
                  <c:v>5.8</c:v>
                </c:pt>
                <c:pt idx="30">
                  <c:v>5.8</c:v>
                </c:pt>
                <c:pt idx="31">
                  <c:v>5.8</c:v>
                </c:pt>
                <c:pt idx="32">
                  <c:v>5.8</c:v>
                </c:pt>
                <c:pt idx="33">
                  <c:v>6.2</c:v>
                </c:pt>
                <c:pt idx="34">
                  <c:v>6.2</c:v>
                </c:pt>
                <c:pt idx="35">
                  <c:v>6.4</c:v>
                </c:pt>
                <c:pt idx="36">
                  <c:v>6.6</c:v>
                </c:pt>
                <c:pt idx="37">
                  <c:v>6.6</c:v>
                </c:pt>
                <c:pt idx="38">
                  <c:v>6.6</c:v>
                </c:pt>
                <c:pt idx="39">
                  <c:v>6.6</c:v>
                </c:pt>
                <c:pt idx="40">
                  <c:v>6.8</c:v>
                </c:pt>
                <c:pt idx="41">
                  <c:v>6.8</c:v>
                </c:pt>
                <c:pt idx="42">
                  <c:v>7.2</c:v>
                </c:pt>
                <c:pt idx="43">
                  <c:v>7.2</c:v>
                </c:pt>
                <c:pt idx="44">
                  <c:v>7.4</c:v>
                </c:pt>
                <c:pt idx="45">
                  <c:v>7.6</c:v>
                </c:pt>
                <c:pt idx="46">
                  <c:v>7.8</c:v>
                </c:pt>
                <c:pt idx="47">
                  <c:v>7.8</c:v>
                </c:pt>
                <c:pt idx="48">
                  <c:v>8</c:v>
                </c:pt>
                <c:pt idx="49">
                  <c:v>8.1999999999999993</c:v>
                </c:pt>
                <c:pt idx="50">
                  <c:v>8.6</c:v>
                </c:pt>
                <c:pt idx="51">
                  <c:v>8.8000000000000007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9.4</c:v>
                </c:pt>
                <c:pt idx="57">
                  <c:v>9.4</c:v>
                </c:pt>
                <c:pt idx="58">
                  <c:v>9.4</c:v>
                </c:pt>
                <c:pt idx="59">
                  <c:v>9.4</c:v>
                </c:pt>
                <c:pt idx="60">
                  <c:v>9.4</c:v>
                </c:pt>
                <c:pt idx="61">
                  <c:v>9.4</c:v>
                </c:pt>
                <c:pt idx="62">
                  <c:v>9.6</c:v>
                </c:pt>
                <c:pt idx="63">
                  <c:v>10</c:v>
                </c:pt>
                <c:pt idx="64">
                  <c:v>10.199999999999999</c:v>
                </c:pt>
                <c:pt idx="65">
                  <c:v>10.199999999999999</c:v>
                </c:pt>
                <c:pt idx="66">
                  <c:v>10.8</c:v>
                </c:pt>
                <c:pt idx="67">
                  <c:v>11</c:v>
                </c:pt>
                <c:pt idx="68">
                  <c:v>11.2</c:v>
                </c:pt>
                <c:pt idx="69">
                  <c:v>11.8</c:v>
                </c:pt>
                <c:pt idx="70">
                  <c:v>12.2</c:v>
                </c:pt>
                <c:pt idx="71">
                  <c:v>12.4</c:v>
                </c:pt>
                <c:pt idx="72">
                  <c:v>12.4</c:v>
                </c:pt>
                <c:pt idx="73">
                  <c:v>12.6</c:v>
                </c:pt>
                <c:pt idx="74">
                  <c:v>12.8</c:v>
                </c:pt>
                <c:pt idx="75">
                  <c:v>12.8</c:v>
                </c:pt>
                <c:pt idx="76">
                  <c:v>13</c:v>
                </c:pt>
                <c:pt idx="77">
                  <c:v>13</c:v>
                </c:pt>
                <c:pt idx="78">
                  <c:v>13</c:v>
                </c:pt>
                <c:pt idx="79">
                  <c:v>13.4</c:v>
                </c:pt>
                <c:pt idx="80">
                  <c:v>13.4</c:v>
                </c:pt>
                <c:pt idx="81">
                  <c:v>13.4</c:v>
                </c:pt>
                <c:pt idx="82">
                  <c:v>13.8</c:v>
                </c:pt>
                <c:pt idx="83">
                  <c:v>14</c:v>
                </c:pt>
                <c:pt idx="84">
                  <c:v>14</c:v>
                </c:pt>
                <c:pt idx="85">
                  <c:v>14</c:v>
                </c:pt>
                <c:pt idx="86">
                  <c:v>14.6</c:v>
                </c:pt>
                <c:pt idx="87">
                  <c:v>14.6</c:v>
                </c:pt>
                <c:pt idx="88">
                  <c:v>14.6</c:v>
                </c:pt>
                <c:pt idx="89">
                  <c:v>14.6</c:v>
                </c:pt>
                <c:pt idx="90">
                  <c:v>15</c:v>
                </c:pt>
                <c:pt idx="91">
                  <c:v>15.2</c:v>
                </c:pt>
                <c:pt idx="92">
                  <c:v>15.4</c:v>
                </c:pt>
                <c:pt idx="93">
                  <c:v>15.6</c:v>
                </c:pt>
                <c:pt idx="94">
                  <c:v>15.6</c:v>
                </c:pt>
                <c:pt idx="95">
                  <c:v>15.6</c:v>
                </c:pt>
                <c:pt idx="96">
                  <c:v>15.6</c:v>
                </c:pt>
                <c:pt idx="97">
                  <c:v>15.8</c:v>
                </c:pt>
                <c:pt idx="98">
                  <c:v>15.8</c:v>
                </c:pt>
                <c:pt idx="99">
                  <c:v>15.8</c:v>
                </c:pt>
                <c:pt idx="100">
                  <c:v>16</c:v>
                </c:pt>
                <c:pt idx="101">
                  <c:v>16</c:v>
                </c:pt>
                <c:pt idx="102">
                  <c:v>16</c:v>
                </c:pt>
                <c:pt idx="103">
                  <c:v>16</c:v>
                </c:pt>
                <c:pt idx="104">
                  <c:v>16</c:v>
                </c:pt>
                <c:pt idx="105">
                  <c:v>16.2</c:v>
                </c:pt>
                <c:pt idx="106">
                  <c:v>16.399999999999999</c:v>
                </c:pt>
                <c:pt idx="107">
                  <c:v>16.8</c:v>
                </c:pt>
                <c:pt idx="108">
                  <c:v>17</c:v>
                </c:pt>
                <c:pt idx="109">
                  <c:v>17.399999999999999</c:v>
                </c:pt>
                <c:pt idx="110">
                  <c:v>17.399999999999999</c:v>
                </c:pt>
                <c:pt idx="111">
                  <c:v>17.600000000000001</c:v>
                </c:pt>
                <c:pt idx="112">
                  <c:v>17.8</c:v>
                </c:pt>
                <c:pt idx="113">
                  <c:v>18</c:v>
                </c:pt>
                <c:pt idx="114">
                  <c:v>18</c:v>
                </c:pt>
                <c:pt idx="115">
                  <c:v>18.399999999999999</c:v>
                </c:pt>
                <c:pt idx="116">
                  <c:v>18.600000000000001</c:v>
                </c:pt>
                <c:pt idx="117">
                  <c:v>19</c:v>
                </c:pt>
                <c:pt idx="118">
                  <c:v>19.399999999999999</c:v>
                </c:pt>
                <c:pt idx="119">
                  <c:v>19.399999999999999</c:v>
                </c:pt>
                <c:pt idx="120">
                  <c:v>19.399999999999999</c:v>
                </c:pt>
                <c:pt idx="121">
                  <c:v>19.600000000000001</c:v>
                </c:pt>
                <c:pt idx="122">
                  <c:v>19.600000000000001</c:v>
                </c:pt>
                <c:pt idx="123">
                  <c:v>19.600000000000001</c:v>
                </c:pt>
                <c:pt idx="124">
                  <c:v>19.8</c:v>
                </c:pt>
                <c:pt idx="125">
                  <c:v>20</c:v>
                </c:pt>
                <c:pt idx="126">
                  <c:v>20.2</c:v>
                </c:pt>
                <c:pt idx="127">
                  <c:v>20.2</c:v>
                </c:pt>
                <c:pt idx="128">
                  <c:v>20.399999999999999</c:v>
                </c:pt>
                <c:pt idx="129">
                  <c:v>20.6</c:v>
                </c:pt>
                <c:pt idx="130">
                  <c:v>20.6</c:v>
                </c:pt>
                <c:pt idx="131">
                  <c:v>20.8</c:v>
                </c:pt>
                <c:pt idx="132">
                  <c:v>21.2</c:v>
                </c:pt>
                <c:pt idx="133">
                  <c:v>21.2</c:v>
                </c:pt>
                <c:pt idx="134">
                  <c:v>21.4</c:v>
                </c:pt>
                <c:pt idx="135">
                  <c:v>21.8</c:v>
                </c:pt>
                <c:pt idx="136">
                  <c:v>21.8</c:v>
                </c:pt>
                <c:pt idx="137">
                  <c:v>22</c:v>
                </c:pt>
                <c:pt idx="138">
                  <c:v>22.6</c:v>
                </c:pt>
                <c:pt idx="139">
                  <c:v>23</c:v>
                </c:pt>
                <c:pt idx="140">
                  <c:v>23</c:v>
                </c:pt>
                <c:pt idx="141">
                  <c:v>23.2</c:v>
                </c:pt>
                <c:pt idx="142">
                  <c:v>23.2</c:v>
                </c:pt>
                <c:pt idx="143">
                  <c:v>23.2</c:v>
                </c:pt>
                <c:pt idx="144">
                  <c:v>23.4</c:v>
                </c:pt>
                <c:pt idx="145">
                  <c:v>23.4</c:v>
                </c:pt>
                <c:pt idx="146">
                  <c:v>23.4</c:v>
                </c:pt>
                <c:pt idx="147">
                  <c:v>23.4</c:v>
                </c:pt>
                <c:pt idx="148">
                  <c:v>23.4</c:v>
                </c:pt>
                <c:pt idx="149">
                  <c:v>23.6</c:v>
                </c:pt>
                <c:pt idx="150">
                  <c:v>23.8</c:v>
                </c:pt>
                <c:pt idx="151">
                  <c:v>24</c:v>
                </c:pt>
                <c:pt idx="152">
                  <c:v>24</c:v>
                </c:pt>
                <c:pt idx="153">
                  <c:v>24</c:v>
                </c:pt>
                <c:pt idx="154">
                  <c:v>24</c:v>
                </c:pt>
                <c:pt idx="155">
                  <c:v>24.2</c:v>
                </c:pt>
                <c:pt idx="156">
                  <c:v>24.4</c:v>
                </c:pt>
                <c:pt idx="157">
                  <c:v>24.6</c:v>
                </c:pt>
                <c:pt idx="158">
                  <c:v>25</c:v>
                </c:pt>
                <c:pt idx="159">
                  <c:v>25</c:v>
                </c:pt>
                <c:pt idx="160">
                  <c:v>25.2</c:v>
                </c:pt>
                <c:pt idx="161">
                  <c:v>25.6</c:v>
                </c:pt>
                <c:pt idx="162">
                  <c:v>26.4</c:v>
                </c:pt>
                <c:pt idx="163">
                  <c:v>26.6</c:v>
                </c:pt>
                <c:pt idx="164">
                  <c:v>26.6</c:v>
                </c:pt>
                <c:pt idx="165">
                  <c:v>26.6</c:v>
                </c:pt>
                <c:pt idx="166">
                  <c:v>26.6</c:v>
                </c:pt>
                <c:pt idx="167">
                  <c:v>26.6</c:v>
                </c:pt>
                <c:pt idx="168">
                  <c:v>26.6</c:v>
                </c:pt>
                <c:pt idx="169">
                  <c:v>26.6</c:v>
                </c:pt>
                <c:pt idx="170">
                  <c:v>26.6</c:v>
                </c:pt>
                <c:pt idx="171">
                  <c:v>26.8</c:v>
                </c:pt>
                <c:pt idx="172">
                  <c:v>27</c:v>
                </c:pt>
                <c:pt idx="173">
                  <c:v>27</c:v>
                </c:pt>
                <c:pt idx="174">
                  <c:v>27.2</c:v>
                </c:pt>
                <c:pt idx="175">
                  <c:v>27.4</c:v>
                </c:pt>
                <c:pt idx="176">
                  <c:v>27.8</c:v>
                </c:pt>
                <c:pt idx="177">
                  <c:v>28.2</c:v>
                </c:pt>
                <c:pt idx="178">
                  <c:v>28.2</c:v>
                </c:pt>
                <c:pt idx="179">
                  <c:v>28.4</c:v>
                </c:pt>
                <c:pt idx="180">
                  <c:v>28.6</c:v>
                </c:pt>
                <c:pt idx="181">
                  <c:v>28.6</c:v>
                </c:pt>
                <c:pt idx="182">
                  <c:v>29</c:v>
                </c:pt>
                <c:pt idx="183">
                  <c:v>29.2</c:v>
                </c:pt>
                <c:pt idx="184">
                  <c:v>29.2</c:v>
                </c:pt>
                <c:pt idx="185">
                  <c:v>29.8</c:v>
                </c:pt>
                <c:pt idx="186">
                  <c:v>30.2</c:v>
                </c:pt>
                <c:pt idx="187">
                  <c:v>30.4</c:v>
                </c:pt>
                <c:pt idx="188">
                  <c:v>30.8</c:v>
                </c:pt>
                <c:pt idx="189">
                  <c:v>30.8</c:v>
                </c:pt>
                <c:pt idx="190">
                  <c:v>30.8</c:v>
                </c:pt>
                <c:pt idx="191">
                  <c:v>30.8</c:v>
                </c:pt>
                <c:pt idx="192">
                  <c:v>31</c:v>
                </c:pt>
                <c:pt idx="193">
                  <c:v>31</c:v>
                </c:pt>
                <c:pt idx="194">
                  <c:v>31.2</c:v>
                </c:pt>
                <c:pt idx="195">
                  <c:v>31.2</c:v>
                </c:pt>
                <c:pt idx="196">
                  <c:v>31.4</c:v>
                </c:pt>
                <c:pt idx="197">
                  <c:v>31.4</c:v>
                </c:pt>
                <c:pt idx="198">
                  <c:v>31.4</c:v>
                </c:pt>
                <c:pt idx="199">
                  <c:v>31.6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A8-48DA-81B2-3031C13082BE}"/>
            </c:ext>
          </c:extLst>
        </c:ser>
        <c:ser>
          <c:idx val="2"/>
          <c:order val="2"/>
          <c:tx>
            <c:strRef>
              <c:f>save1!$EE$204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save1!$EE$205:$EE$404</c:f>
              <c:numCache>
                <c:formatCode>General</c:formatCode>
                <c:ptCount val="200"/>
                <c:pt idx="0">
                  <c:v>2.4</c:v>
                </c:pt>
                <c:pt idx="1">
                  <c:v>2.6</c:v>
                </c:pt>
                <c:pt idx="2">
                  <c:v>2.6</c:v>
                </c:pt>
                <c:pt idx="3">
                  <c:v>2.8</c:v>
                </c:pt>
                <c:pt idx="4">
                  <c:v>3</c:v>
                </c:pt>
                <c:pt idx="5">
                  <c:v>3.2</c:v>
                </c:pt>
                <c:pt idx="6">
                  <c:v>3.6</c:v>
                </c:pt>
                <c:pt idx="7">
                  <c:v>3.8</c:v>
                </c:pt>
                <c:pt idx="8">
                  <c:v>4.2</c:v>
                </c:pt>
                <c:pt idx="9">
                  <c:v>4.4000000000000004</c:v>
                </c:pt>
                <c:pt idx="10">
                  <c:v>4.5999999999999996</c:v>
                </c:pt>
                <c:pt idx="11">
                  <c:v>4.5999999999999996</c:v>
                </c:pt>
                <c:pt idx="12">
                  <c:v>4.8</c:v>
                </c:pt>
                <c:pt idx="13">
                  <c:v>5</c:v>
                </c:pt>
                <c:pt idx="14">
                  <c:v>5.2</c:v>
                </c:pt>
                <c:pt idx="15">
                  <c:v>5.2</c:v>
                </c:pt>
                <c:pt idx="16">
                  <c:v>5.2</c:v>
                </c:pt>
                <c:pt idx="17">
                  <c:v>5.2</c:v>
                </c:pt>
                <c:pt idx="18">
                  <c:v>5.2</c:v>
                </c:pt>
                <c:pt idx="19">
                  <c:v>5.8</c:v>
                </c:pt>
                <c:pt idx="20">
                  <c:v>5.8</c:v>
                </c:pt>
                <c:pt idx="21">
                  <c:v>6.2</c:v>
                </c:pt>
                <c:pt idx="22">
                  <c:v>6.6</c:v>
                </c:pt>
                <c:pt idx="23">
                  <c:v>7.2</c:v>
                </c:pt>
                <c:pt idx="24">
                  <c:v>7.6</c:v>
                </c:pt>
                <c:pt idx="25">
                  <c:v>8</c:v>
                </c:pt>
                <c:pt idx="26">
                  <c:v>8.4</c:v>
                </c:pt>
                <c:pt idx="27">
                  <c:v>8.6</c:v>
                </c:pt>
                <c:pt idx="28">
                  <c:v>8.6</c:v>
                </c:pt>
                <c:pt idx="29">
                  <c:v>8.8000000000000007</c:v>
                </c:pt>
                <c:pt idx="30">
                  <c:v>9</c:v>
                </c:pt>
                <c:pt idx="31">
                  <c:v>9.4</c:v>
                </c:pt>
                <c:pt idx="32">
                  <c:v>10.199999999999999</c:v>
                </c:pt>
                <c:pt idx="33">
                  <c:v>10.4</c:v>
                </c:pt>
                <c:pt idx="34">
                  <c:v>11</c:v>
                </c:pt>
                <c:pt idx="35">
                  <c:v>11</c:v>
                </c:pt>
                <c:pt idx="36">
                  <c:v>11.4</c:v>
                </c:pt>
                <c:pt idx="37">
                  <c:v>11.6</c:v>
                </c:pt>
                <c:pt idx="38">
                  <c:v>11.8</c:v>
                </c:pt>
                <c:pt idx="39">
                  <c:v>12.2</c:v>
                </c:pt>
                <c:pt idx="40">
                  <c:v>12.4</c:v>
                </c:pt>
                <c:pt idx="41">
                  <c:v>12.6</c:v>
                </c:pt>
                <c:pt idx="42">
                  <c:v>12.6</c:v>
                </c:pt>
                <c:pt idx="43">
                  <c:v>12.6</c:v>
                </c:pt>
                <c:pt idx="44">
                  <c:v>12.8</c:v>
                </c:pt>
                <c:pt idx="45">
                  <c:v>13</c:v>
                </c:pt>
                <c:pt idx="46">
                  <c:v>13</c:v>
                </c:pt>
                <c:pt idx="47">
                  <c:v>13</c:v>
                </c:pt>
                <c:pt idx="48">
                  <c:v>13.4</c:v>
                </c:pt>
                <c:pt idx="49">
                  <c:v>13.4</c:v>
                </c:pt>
                <c:pt idx="50">
                  <c:v>13.6</c:v>
                </c:pt>
                <c:pt idx="51">
                  <c:v>13.8</c:v>
                </c:pt>
                <c:pt idx="52">
                  <c:v>13.8</c:v>
                </c:pt>
                <c:pt idx="53">
                  <c:v>14.2</c:v>
                </c:pt>
                <c:pt idx="54">
                  <c:v>14.4</c:v>
                </c:pt>
                <c:pt idx="55">
                  <c:v>14.6</c:v>
                </c:pt>
                <c:pt idx="56">
                  <c:v>14.6</c:v>
                </c:pt>
                <c:pt idx="57">
                  <c:v>15.2</c:v>
                </c:pt>
                <c:pt idx="58">
                  <c:v>15.2</c:v>
                </c:pt>
                <c:pt idx="59">
                  <c:v>15.8</c:v>
                </c:pt>
                <c:pt idx="60">
                  <c:v>15.8</c:v>
                </c:pt>
                <c:pt idx="61">
                  <c:v>16</c:v>
                </c:pt>
                <c:pt idx="62">
                  <c:v>16</c:v>
                </c:pt>
                <c:pt idx="63">
                  <c:v>16.2</c:v>
                </c:pt>
                <c:pt idx="64">
                  <c:v>16.600000000000001</c:v>
                </c:pt>
                <c:pt idx="65">
                  <c:v>16.8</c:v>
                </c:pt>
                <c:pt idx="66">
                  <c:v>17</c:v>
                </c:pt>
                <c:pt idx="67">
                  <c:v>17</c:v>
                </c:pt>
                <c:pt idx="68">
                  <c:v>17.2</c:v>
                </c:pt>
                <c:pt idx="69">
                  <c:v>17.399999999999999</c:v>
                </c:pt>
                <c:pt idx="70">
                  <c:v>17.600000000000001</c:v>
                </c:pt>
                <c:pt idx="71">
                  <c:v>17.600000000000001</c:v>
                </c:pt>
                <c:pt idx="72">
                  <c:v>17.600000000000001</c:v>
                </c:pt>
                <c:pt idx="73">
                  <c:v>18</c:v>
                </c:pt>
                <c:pt idx="74">
                  <c:v>18</c:v>
                </c:pt>
                <c:pt idx="75">
                  <c:v>18.8</c:v>
                </c:pt>
                <c:pt idx="76">
                  <c:v>19</c:v>
                </c:pt>
                <c:pt idx="77">
                  <c:v>19.600000000000001</c:v>
                </c:pt>
                <c:pt idx="78">
                  <c:v>19.8</c:v>
                </c:pt>
                <c:pt idx="79">
                  <c:v>20.2</c:v>
                </c:pt>
                <c:pt idx="80">
                  <c:v>20.399999999999999</c:v>
                </c:pt>
                <c:pt idx="81">
                  <c:v>20.8</c:v>
                </c:pt>
                <c:pt idx="82">
                  <c:v>21</c:v>
                </c:pt>
                <c:pt idx="83">
                  <c:v>21</c:v>
                </c:pt>
                <c:pt idx="84">
                  <c:v>21.2</c:v>
                </c:pt>
                <c:pt idx="85">
                  <c:v>21.4</c:v>
                </c:pt>
                <c:pt idx="86">
                  <c:v>21.8</c:v>
                </c:pt>
                <c:pt idx="87">
                  <c:v>22.2</c:v>
                </c:pt>
                <c:pt idx="88">
                  <c:v>22.2</c:v>
                </c:pt>
                <c:pt idx="89">
                  <c:v>22.4</c:v>
                </c:pt>
                <c:pt idx="90">
                  <c:v>22.6</c:v>
                </c:pt>
                <c:pt idx="91">
                  <c:v>22.6</c:v>
                </c:pt>
                <c:pt idx="92">
                  <c:v>22.8</c:v>
                </c:pt>
                <c:pt idx="93">
                  <c:v>22.8</c:v>
                </c:pt>
                <c:pt idx="94">
                  <c:v>23.2</c:v>
                </c:pt>
                <c:pt idx="95">
                  <c:v>23.2</c:v>
                </c:pt>
                <c:pt idx="96">
                  <c:v>23.6</c:v>
                </c:pt>
                <c:pt idx="97">
                  <c:v>23.6</c:v>
                </c:pt>
                <c:pt idx="98">
                  <c:v>24</c:v>
                </c:pt>
                <c:pt idx="99">
                  <c:v>24.6</c:v>
                </c:pt>
                <c:pt idx="100">
                  <c:v>24.6</c:v>
                </c:pt>
                <c:pt idx="101">
                  <c:v>25.4</c:v>
                </c:pt>
                <c:pt idx="102">
                  <c:v>25.6</c:v>
                </c:pt>
                <c:pt idx="103">
                  <c:v>25.8</c:v>
                </c:pt>
                <c:pt idx="104">
                  <c:v>25.8</c:v>
                </c:pt>
                <c:pt idx="105">
                  <c:v>26.2</c:v>
                </c:pt>
                <c:pt idx="106">
                  <c:v>26.2</c:v>
                </c:pt>
                <c:pt idx="107">
                  <c:v>26.4</c:v>
                </c:pt>
                <c:pt idx="108">
                  <c:v>26.4</c:v>
                </c:pt>
                <c:pt idx="109">
                  <c:v>26.6</c:v>
                </c:pt>
                <c:pt idx="110">
                  <c:v>27.2</c:v>
                </c:pt>
                <c:pt idx="111">
                  <c:v>27.4</c:v>
                </c:pt>
                <c:pt idx="112">
                  <c:v>27.4</c:v>
                </c:pt>
                <c:pt idx="113">
                  <c:v>28</c:v>
                </c:pt>
                <c:pt idx="114">
                  <c:v>28.2</c:v>
                </c:pt>
                <c:pt idx="115">
                  <c:v>28.2</c:v>
                </c:pt>
                <c:pt idx="116">
                  <c:v>28.4</c:v>
                </c:pt>
                <c:pt idx="117">
                  <c:v>28.4</c:v>
                </c:pt>
                <c:pt idx="118">
                  <c:v>28.6</c:v>
                </c:pt>
                <c:pt idx="119">
                  <c:v>28.8</c:v>
                </c:pt>
                <c:pt idx="120">
                  <c:v>29.2</c:v>
                </c:pt>
                <c:pt idx="121">
                  <c:v>29.6</c:v>
                </c:pt>
                <c:pt idx="122">
                  <c:v>29.8</c:v>
                </c:pt>
                <c:pt idx="123">
                  <c:v>29.8</c:v>
                </c:pt>
                <c:pt idx="124">
                  <c:v>30.2</c:v>
                </c:pt>
                <c:pt idx="125">
                  <c:v>30.4</c:v>
                </c:pt>
                <c:pt idx="126">
                  <c:v>30.6</c:v>
                </c:pt>
                <c:pt idx="127">
                  <c:v>30.8</c:v>
                </c:pt>
                <c:pt idx="128">
                  <c:v>30.8</c:v>
                </c:pt>
                <c:pt idx="129">
                  <c:v>31</c:v>
                </c:pt>
                <c:pt idx="130">
                  <c:v>31</c:v>
                </c:pt>
                <c:pt idx="131">
                  <c:v>31.2</c:v>
                </c:pt>
                <c:pt idx="132">
                  <c:v>31.4</c:v>
                </c:pt>
                <c:pt idx="133">
                  <c:v>31.8</c:v>
                </c:pt>
                <c:pt idx="134">
                  <c:v>32</c:v>
                </c:pt>
                <c:pt idx="135">
                  <c:v>32.4</c:v>
                </c:pt>
                <c:pt idx="136">
                  <c:v>32.6</c:v>
                </c:pt>
                <c:pt idx="137">
                  <c:v>32.6</c:v>
                </c:pt>
                <c:pt idx="138">
                  <c:v>32.799999999999997</c:v>
                </c:pt>
                <c:pt idx="139">
                  <c:v>32.799999999999997</c:v>
                </c:pt>
                <c:pt idx="140">
                  <c:v>33</c:v>
                </c:pt>
                <c:pt idx="141">
                  <c:v>33.200000000000003</c:v>
                </c:pt>
                <c:pt idx="142">
                  <c:v>33.799999999999997</c:v>
                </c:pt>
                <c:pt idx="143">
                  <c:v>34</c:v>
                </c:pt>
                <c:pt idx="144">
                  <c:v>34.200000000000003</c:v>
                </c:pt>
                <c:pt idx="145">
                  <c:v>34.4</c:v>
                </c:pt>
                <c:pt idx="146">
                  <c:v>34.4</c:v>
                </c:pt>
                <c:pt idx="147">
                  <c:v>34.799999999999997</c:v>
                </c:pt>
                <c:pt idx="148">
                  <c:v>35.200000000000003</c:v>
                </c:pt>
                <c:pt idx="149">
                  <c:v>35.6</c:v>
                </c:pt>
                <c:pt idx="150">
                  <c:v>35.6</c:v>
                </c:pt>
                <c:pt idx="151">
                  <c:v>35.799999999999997</c:v>
                </c:pt>
                <c:pt idx="152">
                  <c:v>36.200000000000003</c:v>
                </c:pt>
                <c:pt idx="153">
                  <c:v>36.4</c:v>
                </c:pt>
                <c:pt idx="154">
                  <c:v>36.799999999999997</c:v>
                </c:pt>
                <c:pt idx="155">
                  <c:v>37</c:v>
                </c:pt>
                <c:pt idx="156">
                  <c:v>37.200000000000003</c:v>
                </c:pt>
                <c:pt idx="157">
                  <c:v>37.200000000000003</c:v>
                </c:pt>
                <c:pt idx="158">
                  <c:v>37.200000000000003</c:v>
                </c:pt>
                <c:pt idx="159">
                  <c:v>37.6</c:v>
                </c:pt>
                <c:pt idx="160">
                  <c:v>37.6</c:v>
                </c:pt>
                <c:pt idx="161">
                  <c:v>37.6</c:v>
                </c:pt>
                <c:pt idx="162">
                  <c:v>37.6</c:v>
                </c:pt>
                <c:pt idx="163">
                  <c:v>37.799999999999997</c:v>
                </c:pt>
                <c:pt idx="164">
                  <c:v>38.200000000000003</c:v>
                </c:pt>
                <c:pt idx="165">
                  <c:v>38.799999999999997</c:v>
                </c:pt>
                <c:pt idx="166">
                  <c:v>39.200000000000003</c:v>
                </c:pt>
                <c:pt idx="167">
                  <c:v>39.4</c:v>
                </c:pt>
                <c:pt idx="168">
                  <c:v>39.799999999999997</c:v>
                </c:pt>
                <c:pt idx="169">
                  <c:v>40</c:v>
                </c:pt>
                <c:pt idx="170">
                  <c:v>40.4</c:v>
                </c:pt>
                <c:pt idx="171">
                  <c:v>41</c:v>
                </c:pt>
                <c:pt idx="172">
                  <c:v>41.2</c:v>
                </c:pt>
                <c:pt idx="173">
                  <c:v>41.4</c:v>
                </c:pt>
                <c:pt idx="174">
                  <c:v>41.4</c:v>
                </c:pt>
                <c:pt idx="175">
                  <c:v>41.6</c:v>
                </c:pt>
                <c:pt idx="176">
                  <c:v>41.6</c:v>
                </c:pt>
                <c:pt idx="177">
                  <c:v>41.6</c:v>
                </c:pt>
                <c:pt idx="178">
                  <c:v>41.6</c:v>
                </c:pt>
                <c:pt idx="179">
                  <c:v>42</c:v>
                </c:pt>
                <c:pt idx="180">
                  <c:v>42.2</c:v>
                </c:pt>
                <c:pt idx="181">
                  <c:v>42.4</c:v>
                </c:pt>
                <c:pt idx="182">
                  <c:v>42.6</c:v>
                </c:pt>
                <c:pt idx="183">
                  <c:v>42.8</c:v>
                </c:pt>
                <c:pt idx="184">
                  <c:v>43.2</c:v>
                </c:pt>
                <c:pt idx="185">
                  <c:v>43.6</c:v>
                </c:pt>
                <c:pt idx="186">
                  <c:v>43.8</c:v>
                </c:pt>
                <c:pt idx="187">
                  <c:v>43.8</c:v>
                </c:pt>
                <c:pt idx="188">
                  <c:v>44</c:v>
                </c:pt>
                <c:pt idx="189">
                  <c:v>44.2</c:v>
                </c:pt>
                <c:pt idx="190">
                  <c:v>44.2</c:v>
                </c:pt>
                <c:pt idx="191">
                  <c:v>44.6</c:v>
                </c:pt>
                <c:pt idx="192">
                  <c:v>45</c:v>
                </c:pt>
                <c:pt idx="193">
                  <c:v>45</c:v>
                </c:pt>
                <c:pt idx="194">
                  <c:v>45</c:v>
                </c:pt>
                <c:pt idx="195">
                  <c:v>45.4</c:v>
                </c:pt>
                <c:pt idx="196">
                  <c:v>45.8</c:v>
                </c:pt>
                <c:pt idx="197">
                  <c:v>46</c:v>
                </c:pt>
                <c:pt idx="198">
                  <c:v>46</c:v>
                </c:pt>
                <c:pt idx="199">
                  <c:v>46.2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A8-48DA-81B2-3031C13082BE}"/>
            </c:ext>
          </c:extLst>
        </c:ser>
        <c:ser>
          <c:idx val="3"/>
          <c:order val="3"/>
          <c:tx>
            <c:strRef>
              <c:f>save1!$EF$204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save1!$EF$205:$EF$404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0.2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1</c:v>
                </c:pt>
                <c:pt idx="13">
                  <c:v>1.2</c:v>
                </c:pt>
                <c:pt idx="14">
                  <c:v>1.4</c:v>
                </c:pt>
                <c:pt idx="15">
                  <c:v>1.8</c:v>
                </c:pt>
                <c:pt idx="16">
                  <c:v>1.8</c:v>
                </c:pt>
                <c:pt idx="17">
                  <c:v>1.8</c:v>
                </c:pt>
                <c:pt idx="18">
                  <c:v>1.8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2</c:v>
                </c:pt>
                <c:pt idx="23">
                  <c:v>2.2000000000000002</c:v>
                </c:pt>
                <c:pt idx="24">
                  <c:v>2.2000000000000002</c:v>
                </c:pt>
                <c:pt idx="25">
                  <c:v>2.2000000000000002</c:v>
                </c:pt>
                <c:pt idx="26">
                  <c:v>2.4</c:v>
                </c:pt>
                <c:pt idx="27">
                  <c:v>2.6</c:v>
                </c:pt>
                <c:pt idx="28">
                  <c:v>2.8</c:v>
                </c:pt>
                <c:pt idx="29">
                  <c:v>2.8</c:v>
                </c:pt>
                <c:pt idx="30">
                  <c:v>2.8</c:v>
                </c:pt>
                <c:pt idx="31">
                  <c:v>3</c:v>
                </c:pt>
                <c:pt idx="32">
                  <c:v>3</c:v>
                </c:pt>
                <c:pt idx="33">
                  <c:v>3.2</c:v>
                </c:pt>
                <c:pt idx="34">
                  <c:v>3.2</c:v>
                </c:pt>
                <c:pt idx="35">
                  <c:v>3.4</c:v>
                </c:pt>
                <c:pt idx="36">
                  <c:v>3.8</c:v>
                </c:pt>
                <c:pt idx="37">
                  <c:v>3.8</c:v>
                </c:pt>
                <c:pt idx="38">
                  <c:v>3.8</c:v>
                </c:pt>
                <c:pt idx="39">
                  <c:v>3.8</c:v>
                </c:pt>
                <c:pt idx="40">
                  <c:v>4</c:v>
                </c:pt>
                <c:pt idx="41">
                  <c:v>4.4000000000000004</c:v>
                </c:pt>
                <c:pt idx="42">
                  <c:v>4.5999999999999996</c:v>
                </c:pt>
                <c:pt idx="43">
                  <c:v>4.5999999999999996</c:v>
                </c:pt>
                <c:pt idx="44">
                  <c:v>4.5999999999999996</c:v>
                </c:pt>
                <c:pt idx="45">
                  <c:v>4.5999999999999996</c:v>
                </c:pt>
                <c:pt idx="46">
                  <c:v>4.8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5.6</c:v>
                </c:pt>
                <c:pt idx="53">
                  <c:v>5.8</c:v>
                </c:pt>
                <c:pt idx="54">
                  <c:v>5.8</c:v>
                </c:pt>
                <c:pt idx="55">
                  <c:v>6.2</c:v>
                </c:pt>
                <c:pt idx="56">
                  <c:v>6.4</c:v>
                </c:pt>
                <c:pt idx="57">
                  <c:v>6.8</c:v>
                </c:pt>
                <c:pt idx="58">
                  <c:v>7</c:v>
                </c:pt>
                <c:pt idx="59">
                  <c:v>7</c:v>
                </c:pt>
                <c:pt idx="60">
                  <c:v>7.2</c:v>
                </c:pt>
                <c:pt idx="61">
                  <c:v>7.2</c:v>
                </c:pt>
                <c:pt idx="62">
                  <c:v>7.2</c:v>
                </c:pt>
                <c:pt idx="63">
                  <c:v>7.2</c:v>
                </c:pt>
                <c:pt idx="64">
                  <c:v>7.6</c:v>
                </c:pt>
                <c:pt idx="65">
                  <c:v>7.8</c:v>
                </c:pt>
                <c:pt idx="66">
                  <c:v>8</c:v>
                </c:pt>
                <c:pt idx="67">
                  <c:v>8</c:v>
                </c:pt>
                <c:pt idx="68">
                  <c:v>8.1999999999999993</c:v>
                </c:pt>
                <c:pt idx="69">
                  <c:v>8.1999999999999993</c:v>
                </c:pt>
                <c:pt idx="70">
                  <c:v>8.1999999999999993</c:v>
                </c:pt>
                <c:pt idx="71">
                  <c:v>8.4</c:v>
                </c:pt>
                <c:pt idx="72">
                  <c:v>8.6</c:v>
                </c:pt>
                <c:pt idx="73">
                  <c:v>8.8000000000000007</c:v>
                </c:pt>
                <c:pt idx="74">
                  <c:v>9.1999999999999993</c:v>
                </c:pt>
                <c:pt idx="75">
                  <c:v>9.1999999999999993</c:v>
                </c:pt>
                <c:pt idx="76">
                  <c:v>9.4</c:v>
                </c:pt>
                <c:pt idx="77">
                  <c:v>9.8000000000000007</c:v>
                </c:pt>
                <c:pt idx="78">
                  <c:v>10.199999999999999</c:v>
                </c:pt>
                <c:pt idx="79">
                  <c:v>10.199999999999999</c:v>
                </c:pt>
                <c:pt idx="80">
                  <c:v>10.4</c:v>
                </c:pt>
                <c:pt idx="81">
                  <c:v>10.4</c:v>
                </c:pt>
                <c:pt idx="82">
                  <c:v>10.6</c:v>
                </c:pt>
                <c:pt idx="83">
                  <c:v>10.6</c:v>
                </c:pt>
                <c:pt idx="84">
                  <c:v>10.8</c:v>
                </c:pt>
                <c:pt idx="85">
                  <c:v>11</c:v>
                </c:pt>
                <c:pt idx="86">
                  <c:v>11</c:v>
                </c:pt>
                <c:pt idx="87">
                  <c:v>11</c:v>
                </c:pt>
                <c:pt idx="88">
                  <c:v>11.4</c:v>
                </c:pt>
                <c:pt idx="89">
                  <c:v>11.4</c:v>
                </c:pt>
                <c:pt idx="90">
                  <c:v>11.4</c:v>
                </c:pt>
                <c:pt idx="91">
                  <c:v>11.8</c:v>
                </c:pt>
                <c:pt idx="92">
                  <c:v>12</c:v>
                </c:pt>
                <c:pt idx="93">
                  <c:v>12</c:v>
                </c:pt>
                <c:pt idx="94">
                  <c:v>12.4</c:v>
                </c:pt>
                <c:pt idx="95">
                  <c:v>12.6</c:v>
                </c:pt>
                <c:pt idx="96">
                  <c:v>13</c:v>
                </c:pt>
                <c:pt idx="97">
                  <c:v>13.2</c:v>
                </c:pt>
                <c:pt idx="98">
                  <c:v>13.6</c:v>
                </c:pt>
                <c:pt idx="99">
                  <c:v>13.8</c:v>
                </c:pt>
                <c:pt idx="100">
                  <c:v>14</c:v>
                </c:pt>
                <c:pt idx="101">
                  <c:v>14</c:v>
                </c:pt>
                <c:pt idx="102">
                  <c:v>14.6</c:v>
                </c:pt>
                <c:pt idx="103">
                  <c:v>14.8</c:v>
                </c:pt>
                <c:pt idx="104">
                  <c:v>15</c:v>
                </c:pt>
                <c:pt idx="105">
                  <c:v>15.2</c:v>
                </c:pt>
                <c:pt idx="106">
                  <c:v>15.4</c:v>
                </c:pt>
                <c:pt idx="107">
                  <c:v>15.4</c:v>
                </c:pt>
                <c:pt idx="108">
                  <c:v>15.6</c:v>
                </c:pt>
                <c:pt idx="109">
                  <c:v>15.8</c:v>
                </c:pt>
                <c:pt idx="110">
                  <c:v>15.8</c:v>
                </c:pt>
                <c:pt idx="111">
                  <c:v>15.8</c:v>
                </c:pt>
                <c:pt idx="112">
                  <c:v>16</c:v>
                </c:pt>
                <c:pt idx="113">
                  <c:v>16</c:v>
                </c:pt>
                <c:pt idx="114">
                  <c:v>16.2</c:v>
                </c:pt>
                <c:pt idx="115">
                  <c:v>16.399999999999999</c:v>
                </c:pt>
                <c:pt idx="116">
                  <c:v>16.8</c:v>
                </c:pt>
                <c:pt idx="117">
                  <c:v>16.8</c:v>
                </c:pt>
                <c:pt idx="118">
                  <c:v>16.8</c:v>
                </c:pt>
                <c:pt idx="119">
                  <c:v>17.2</c:v>
                </c:pt>
                <c:pt idx="120">
                  <c:v>17.2</c:v>
                </c:pt>
                <c:pt idx="121">
                  <c:v>17.600000000000001</c:v>
                </c:pt>
                <c:pt idx="122">
                  <c:v>17.600000000000001</c:v>
                </c:pt>
                <c:pt idx="123">
                  <c:v>17.8</c:v>
                </c:pt>
                <c:pt idx="124">
                  <c:v>18</c:v>
                </c:pt>
                <c:pt idx="125">
                  <c:v>18.2</c:v>
                </c:pt>
                <c:pt idx="126">
                  <c:v>18.399999999999999</c:v>
                </c:pt>
                <c:pt idx="127">
                  <c:v>18.8</c:v>
                </c:pt>
                <c:pt idx="128">
                  <c:v>19</c:v>
                </c:pt>
                <c:pt idx="129">
                  <c:v>19</c:v>
                </c:pt>
                <c:pt idx="130">
                  <c:v>19.399999999999999</c:v>
                </c:pt>
                <c:pt idx="131">
                  <c:v>19.600000000000001</c:v>
                </c:pt>
                <c:pt idx="132">
                  <c:v>19.8</c:v>
                </c:pt>
                <c:pt idx="133">
                  <c:v>20</c:v>
                </c:pt>
                <c:pt idx="134">
                  <c:v>20.2</c:v>
                </c:pt>
                <c:pt idx="135">
                  <c:v>20.2</c:v>
                </c:pt>
                <c:pt idx="136">
                  <c:v>20.6</c:v>
                </c:pt>
                <c:pt idx="137">
                  <c:v>21</c:v>
                </c:pt>
                <c:pt idx="138">
                  <c:v>21</c:v>
                </c:pt>
                <c:pt idx="139">
                  <c:v>21</c:v>
                </c:pt>
                <c:pt idx="140">
                  <c:v>21.2</c:v>
                </c:pt>
                <c:pt idx="141">
                  <c:v>21.2</c:v>
                </c:pt>
                <c:pt idx="142">
                  <c:v>21.4</c:v>
                </c:pt>
                <c:pt idx="143">
                  <c:v>21.4</c:v>
                </c:pt>
                <c:pt idx="144">
                  <c:v>21.4</c:v>
                </c:pt>
                <c:pt idx="145">
                  <c:v>21.8</c:v>
                </c:pt>
                <c:pt idx="146">
                  <c:v>22.2</c:v>
                </c:pt>
                <c:pt idx="147">
                  <c:v>22.2</c:v>
                </c:pt>
                <c:pt idx="148">
                  <c:v>22.4</c:v>
                </c:pt>
                <c:pt idx="149">
                  <c:v>22.4</c:v>
                </c:pt>
                <c:pt idx="150">
                  <c:v>22.6</c:v>
                </c:pt>
                <c:pt idx="151">
                  <c:v>23</c:v>
                </c:pt>
                <c:pt idx="152">
                  <c:v>23.2</c:v>
                </c:pt>
                <c:pt idx="153">
                  <c:v>23.6</c:v>
                </c:pt>
                <c:pt idx="154">
                  <c:v>23.8</c:v>
                </c:pt>
                <c:pt idx="155">
                  <c:v>24</c:v>
                </c:pt>
                <c:pt idx="156">
                  <c:v>24.4</c:v>
                </c:pt>
                <c:pt idx="157">
                  <c:v>24.6</c:v>
                </c:pt>
                <c:pt idx="158">
                  <c:v>25</c:v>
                </c:pt>
                <c:pt idx="159">
                  <c:v>25</c:v>
                </c:pt>
                <c:pt idx="160">
                  <c:v>25</c:v>
                </c:pt>
                <c:pt idx="161">
                  <c:v>25</c:v>
                </c:pt>
                <c:pt idx="162">
                  <c:v>25</c:v>
                </c:pt>
                <c:pt idx="163">
                  <c:v>25.2</c:v>
                </c:pt>
                <c:pt idx="164">
                  <c:v>25.2</c:v>
                </c:pt>
                <c:pt idx="165">
                  <c:v>25.4</c:v>
                </c:pt>
                <c:pt idx="166">
                  <c:v>25.6</c:v>
                </c:pt>
                <c:pt idx="167">
                  <c:v>26</c:v>
                </c:pt>
                <c:pt idx="168">
                  <c:v>26.2</c:v>
                </c:pt>
                <c:pt idx="169">
                  <c:v>26.4</c:v>
                </c:pt>
                <c:pt idx="170">
                  <c:v>26.8</c:v>
                </c:pt>
                <c:pt idx="171">
                  <c:v>26.8</c:v>
                </c:pt>
                <c:pt idx="172">
                  <c:v>26.8</c:v>
                </c:pt>
                <c:pt idx="173">
                  <c:v>26.8</c:v>
                </c:pt>
                <c:pt idx="174">
                  <c:v>27</c:v>
                </c:pt>
                <c:pt idx="175">
                  <c:v>27</c:v>
                </c:pt>
                <c:pt idx="176">
                  <c:v>27</c:v>
                </c:pt>
                <c:pt idx="177">
                  <c:v>27</c:v>
                </c:pt>
                <c:pt idx="178">
                  <c:v>27.2</c:v>
                </c:pt>
                <c:pt idx="179">
                  <c:v>27.2</c:v>
                </c:pt>
                <c:pt idx="180">
                  <c:v>27.4</c:v>
                </c:pt>
                <c:pt idx="181">
                  <c:v>27.4</c:v>
                </c:pt>
                <c:pt idx="182">
                  <c:v>27.4</c:v>
                </c:pt>
                <c:pt idx="183">
                  <c:v>27.6</c:v>
                </c:pt>
                <c:pt idx="184">
                  <c:v>27.6</c:v>
                </c:pt>
                <c:pt idx="185">
                  <c:v>27.6</c:v>
                </c:pt>
                <c:pt idx="186">
                  <c:v>27.8</c:v>
                </c:pt>
                <c:pt idx="187">
                  <c:v>28</c:v>
                </c:pt>
                <c:pt idx="188">
                  <c:v>28.4</c:v>
                </c:pt>
                <c:pt idx="189">
                  <c:v>28.8</c:v>
                </c:pt>
                <c:pt idx="190">
                  <c:v>29</c:v>
                </c:pt>
                <c:pt idx="191">
                  <c:v>29.2</c:v>
                </c:pt>
                <c:pt idx="192">
                  <c:v>29.4</c:v>
                </c:pt>
                <c:pt idx="193">
                  <c:v>30.2</c:v>
                </c:pt>
                <c:pt idx="194">
                  <c:v>30.4</c:v>
                </c:pt>
                <c:pt idx="195">
                  <c:v>30.4</c:v>
                </c:pt>
                <c:pt idx="196">
                  <c:v>30.6</c:v>
                </c:pt>
                <c:pt idx="197">
                  <c:v>31</c:v>
                </c:pt>
                <c:pt idx="198">
                  <c:v>31.2</c:v>
                </c:pt>
                <c:pt idx="199">
                  <c:v>31.4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EA8-48DA-81B2-3031C13082BE}"/>
            </c:ext>
          </c:extLst>
        </c:ser>
        <c:ser>
          <c:idx val="4"/>
          <c:order val="4"/>
          <c:tx>
            <c:strRef>
              <c:f>save1!$EG$204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save1!$EG$205:$EG$404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0.8</c:v>
                </c:pt>
                <c:pt idx="16">
                  <c:v>1</c:v>
                </c:pt>
                <c:pt idx="17">
                  <c:v>1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1.6</c:v>
                </c:pt>
                <c:pt idx="25">
                  <c:v>1.6</c:v>
                </c:pt>
                <c:pt idx="26">
                  <c:v>1.6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2.4</c:v>
                </c:pt>
                <c:pt idx="55">
                  <c:v>2.4</c:v>
                </c:pt>
                <c:pt idx="56">
                  <c:v>2.4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2.4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2.4</c:v>
                </c:pt>
                <c:pt idx="69">
                  <c:v>2.4</c:v>
                </c:pt>
                <c:pt idx="70">
                  <c:v>2.4</c:v>
                </c:pt>
                <c:pt idx="71">
                  <c:v>2.4</c:v>
                </c:pt>
                <c:pt idx="72">
                  <c:v>2.4</c:v>
                </c:pt>
                <c:pt idx="73">
                  <c:v>2.4</c:v>
                </c:pt>
                <c:pt idx="74">
                  <c:v>2.4</c:v>
                </c:pt>
                <c:pt idx="75">
                  <c:v>2.4</c:v>
                </c:pt>
                <c:pt idx="76">
                  <c:v>2.4</c:v>
                </c:pt>
                <c:pt idx="77">
                  <c:v>2.4</c:v>
                </c:pt>
                <c:pt idx="78">
                  <c:v>2.4</c:v>
                </c:pt>
                <c:pt idx="79">
                  <c:v>2.6</c:v>
                </c:pt>
                <c:pt idx="80">
                  <c:v>2.6</c:v>
                </c:pt>
                <c:pt idx="81">
                  <c:v>2.6</c:v>
                </c:pt>
                <c:pt idx="82">
                  <c:v>2.6</c:v>
                </c:pt>
                <c:pt idx="83">
                  <c:v>2.6</c:v>
                </c:pt>
                <c:pt idx="84">
                  <c:v>2.6</c:v>
                </c:pt>
                <c:pt idx="85">
                  <c:v>2.8</c:v>
                </c:pt>
                <c:pt idx="86">
                  <c:v>2.8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3.2</c:v>
                </c:pt>
                <c:pt idx="94">
                  <c:v>3.4</c:v>
                </c:pt>
                <c:pt idx="95">
                  <c:v>3.4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3.6</c:v>
                </c:pt>
                <c:pt idx="100">
                  <c:v>3.6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3.8</c:v>
                </c:pt>
                <c:pt idx="107">
                  <c:v>3.8</c:v>
                </c:pt>
                <c:pt idx="108">
                  <c:v>3.8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4.4000000000000004</c:v>
                </c:pt>
                <c:pt idx="119">
                  <c:v>4.4000000000000004</c:v>
                </c:pt>
                <c:pt idx="120">
                  <c:v>4.5999999999999996</c:v>
                </c:pt>
                <c:pt idx="121">
                  <c:v>4.5999999999999996</c:v>
                </c:pt>
                <c:pt idx="122">
                  <c:v>4.8</c:v>
                </c:pt>
                <c:pt idx="123">
                  <c:v>4.8</c:v>
                </c:pt>
                <c:pt idx="124">
                  <c:v>5</c:v>
                </c:pt>
                <c:pt idx="125">
                  <c:v>5.2</c:v>
                </c:pt>
                <c:pt idx="126">
                  <c:v>5.2</c:v>
                </c:pt>
                <c:pt idx="127">
                  <c:v>5.2</c:v>
                </c:pt>
                <c:pt idx="128">
                  <c:v>5.4</c:v>
                </c:pt>
                <c:pt idx="129">
                  <c:v>5.4</c:v>
                </c:pt>
                <c:pt idx="130">
                  <c:v>5.6</c:v>
                </c:pt>
                <c:pt idx="131">
                  <c:v>5.6</c:v>
                </c:pt>
                <c:pt idx="132">
                  <c:v>5.6</c:v>
                </c:pt>
                <c:pt idx="133">
                  <c:v>5.6</c:v>
                </c:pt>
                <c:pt idx="134">
                  <c:v>5.6</c:v>
                </c:pt>
                <c:pt idx="135">
                  <c:v>5.6</c:v>
                </c:pt>
                <c:pt idx="136">
                  <c:v>5.6</c:v>
                </c:pt>
                <c:pt idx="137">
                  <c:v>5.6</c:v>
                </c:pt>
                <c:pt idx="138">
                  <c:v>5.6</c:v>
                </c:pt>
                <c:pt idx="139">
                  <c:v>5.8</c:v>
                </c:pt>
                <c:pt idx="140">
                  <c:v>5.8</c:v>
                </c:pt>
                <c:pt idx="141">
                  <c:v>5.8</c:v>
                </c:pt>
                <c:pt idx="142">
                  <c:v>5.8</c:v>
                </c:pt>
                <c:pt idx="143">
                  <c:v>5.8</c:v>
                </c:pt>
                <c:pt idx="144">
                  <c:v>5.8</c:v>
                </c:pt>
                <c:pt idx="145">
                  <c:v>5.8</c:v>
                </c:pt>
                <c:pt idx="146">
                  <c:v>5.8</c:v>
                </c:pt>
                <c:pt idx="147">
                  <c:v>5.8</c:v>
                </c:pt>
                <c:pt idx="148">
                  <c:v>5.8</c:v>
                </c:pt>
                <c:pt idx="149">
                  <c:v>5.8</c:v>
                </c:pt>
                <c:pt idx="150">
                  <c:v>5.8</c:v>
                </c:pt>
                <c:pt idx="151">
                  <c:v>5.8</c:v>
                </c:pt>
                <c:pt idx="152">
                  <c:v>5.8</c:v>
                </c:pt>
                <c:pt idx="153">
                  <c:v>5.8</c:v>
                </c:pt>
                <c:pt idx="154">
                  <c:v>5.8</c:v>
                </c:pt>
                <c:pt idx="155">
                  <c:v>5.8</c:v>
                </c:pt>
                <c:pt idx="156">
                  <c:v>5.8</c:v>
                </c:pt>
                <c:pt idx="157">
                  <c:v>5.8</c:v>
                </c:pt>
                <c:pt idx="158">
                  <c:v>5.8</c:v>
                </c:pt>
                <c:pt idx="159">
                  <c:v>6</c:v>
                </c:pt>
                <c:pt idx="160">
                  <c:v>6</c:v>
                </c:pt>
                <c:pt idx="161">
                  <c:v>6</c:v>
                </c:pt>
                <c:pt idx="162">
                  <c:v>6</c:v>
                </c:pt>
                <c:pt idx="163">
                  <c:v>6.2</c:v>
                </c:pt>
                <c:pt idx="164">
                  <c:v>6.2</c:v>
                </c:pt>
                <c:pt idx="165">
                  <c:v>6.2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6.8</c:v>
                </c:pt>
                <c:pt idx="173">
                  <c:v>7</c:v>
                </c:pt>
                <c:pt idx="174">
                  <c:v>7</c:v>
                </c:pt>
                <c:pt idx="175">
                  <c:v>7</c:v>
                </c:pt>
                <c:pt idx="176">
                  <c:v>7</c:v>
                </c:pt>
                <c:pt idx="177">
                  <c:v>7</c:v>
                </c:pt>
                <c:pt idx="178">
                  <c:v>7.2</c:v>
                </c:pt>
                <c:pt idx="179">
                  <c:v>7.2</c:v>
                </c:pt>
                <c:pt idx="180">
                  <c:v>7.2</c:v>
                </c:pt>
                <c:pt idx="181">
                  <c:v>7.2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7.6</c:v>
                </c:pt>
                <c:pt idx="193">
                  <c:v>7.6</c:v>
                </c:pt>
                <c:pt idx="194">
                  <c:v>7.6</c:v>
                </c:pt>
                <c:pt idx="195">
                  <c:v>7.8</c:v>
                </c:pt>
                <c:pt idx="196">
                  <c:v>7.8</c:v>
                </c:pt>
                <c:pt idx="197">
                  <c:v>7.8</c:v>
                </c:pt>
                <c:pt idx="198">
                  <c:v>8</c:v>
                </c:pt>
                <c:pt idx="19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EA8-48DA-81B2-3031C13082BE}"/>
            </c:ext>
          </c:extLst>
        </c:ser>
        <c:ser>
          <c:idx val="5"/>
          <c:order val="5"/>
          <c:tx>
            <c:strRef>
              <c:f>save1!$EH$204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save1!$EH$205:$EH$404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1.2</c:v>
                </c:pt>
                <c:pt idx="28">
                  <c:v>1.2</c:v>
                </c:pt>
                <c:pt idx="29">
                  <c:v>1.2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1.6</c:v>
                </c:pt>
                <c:pt idx="37">
                  <c:v>1.6</c:v>
                </c:pt>
                <c:pt idx="38">
                  <c:v>1.6</c:v>
                </c:pt>
                <c:pt idx="39">
                  <c:v>1.6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2.4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2.6</c:v>
                </c:pt>
                <c:pt idx="67">
                  <c:v>2.6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3.4</c:v>
                </c:pt>
                <c:pt idx="118">
                  <c:v>3.4</c:v>
                </c:pt>
                <c:pt idx="119">
                  <c:v>3.4</c:v>
                </c:pt>
                <c:pt idx="120">
                  <c:v>3.4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3.6</c:v>
                </c:pt>
                <c:pt idx="127">
                  <c:v>3.6</c:v>
                </c:pt>
                <c:pt idx="128">
                  <c:v>3.6</c:v>
                </c:pt>
                <c:pt idx="129">
                  <c:v>3.6</c:v>
                </c:pt>
                <c:pt idx="130">
                  <c:v>3.6</c:v>
                </c:pt>
                <c:pt idx="131">
                  <c:v>3.6</c:v>
                </c:pt>
                <c:pt idx="132">
                  <c:v>3.8</c:v>
                </c:pt>
                <c:pt idx="133">
                  <c:v>3.8</c:v>
                </c:pt>
                <c:pt idx="134">
                  <c:v>3.8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4</c:v>
                </c:pt>
                <c:pt idx="140">
                  <c:v>4</c:v>
                </c:pt>
                <c:pt idx="141">
                  <c:v>4</c:v>
                </c:pt>
                <c:pt idx="142">
                  <c:v>4</c:v>
                </c:pt>
                <c:pt idx="143">
                  <c:v>4</c:v>
                </c:pt>
                <c:pt idx="144">
                  <c:v>4</c:v>
                </c:pt>
                <c:pt idx="145">
                  <c:v>4</c:v>
                </c:pt>
                <c:pt idx="146">
                  <c:v>4</c:v>
                </c:pt>
                <c:pt idx="147">
                  <c:v>4</c:v>
                </c:pt>
                <c:pt idx="148">
                  <c:v>4</c:v>
                </c:pt>
                <c:pt idx="149">
                  <c:v>4</c:v>
                </c:pt>
                <c:pt idx="150">
                  <c:v>4</c:v>
                </c:pt>
                <c:pt idx="151">
                  <c:v>4</c:v>
                </c:pt>
                <c:pt idx="152">
                  <c:v>4</c:v>
                </c:pt>
                <c:pt idx="153">
                  <c:v>4</c:v>
                </c:pt>
                <c:pt idx="154">
                  <c:v>4</c:v>
                </c:pt>
                <c:pt idx="155">
                  <c:v>4</c:v>
                </c:pt>
                <c:pt idx="156">
                  <c:v>4</c:v>
                </c:pt>
                <c:pt idx="157">
                  <c:v>4</c:v>
                </c:pt>
                <c:pt idx="158">
                  <c:v>4</c:v>
                </c:pt>
                <c:pt idx="159">
                  <c:v>4</c:v>
                </c:pt>
                <c:pt idx="160">
                  <c:v>4</c:v>
                </c:pt>
                <c:pt idx="161">
                  <c:v>4.2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4.4000000000000004</c:v>
                </c:pt>
                <c:pt idx="165">
                  <c:v>4.4000000000000004</c:v>
                </c:pt>
                <c:pt idx="166">
                  <c:v>4.8</c:v>
                </c:pt>
                <c:pt idx="167">
                  <c:v>4.8</c:v>
                </c:pt>
                <c:pt idx="168">
                  <c:v>5</c:v>
                </c:pt>
                <c:pt idx="169">
                  <c:v>5</c:v>
                </c:pt>
                <c:pt idx="170">
                  <c:v>5.2</c:v>
                </c:pt>
                <c:pt idx="171">
                  <c:v>5.2</c:v>
                </c:pt>
                <c:pt idx="172">
                  <c:v>5.2</c:v>
                </c:pt>
                <c:pt idx="173">
                  <c:v>5.4</c:v>
                </c:pt>
                <c:pt idx="174">
                  <c:v>5.6</c:v>
                </c:pt>
                <c:pt idx="175">
                  <c:v>5.6</c:v>
                </c:pt>
                <c:pt idx="176">
                  <c:v>5.8</c:v>
                </c:pt>
                <c:pt idx="177">
                  <c:v>5.8</c:v>
                </c:pt>
                <c:pt idx="178">
                  <c:v>5.8</c:v>
                </c:pt>
                <c:pt idx="179">
                  <c:v>5.8</c:v>
                </c:pt>
                <c:pt idx="180">
                  <c:v>5.8</c:v>
                </c:pt>
                <c:pt idx="181">
                  <c:v>5.8</c:v>
                </c:pt>
                <c:pt idx="182">
                  <c:v>5.8</c:v>
                </c:pt>
                <c:pt idx="183">
                  <c:v>5.8</c:v>
                </c:pt>
                <c:pt idx="184">
                  <c:v>5.8</c:v>
                </c:pt>
                <c:pt idx="185">
                  <c:v>5.8</c:v>
                </c:pt>
                <c:pt idx="186">
                  <c:v>6</c:v>
                </c:pt>
                <c:pt idx="187">
                  <c:v>6</c:v>
                </c:pt>
                <c:pt idx="188">
                  <c:v>6.2</c:v>
                </c:pt>
                <c:pt idx="189">
                  <c:v>6.2</c:v>
                </c:pt>
                <c:pt idx="190">
                  <c:v>6.4</c:v>
                </c:pt>
                <c:pt idx="191">
                  <c:v>6.4</c:v>
                </c:pt>
                <c:pt idx="192">
                  <c:v>6.4</c:v>
                </c:pt>
                <c:pt idx="193">
                  <c:v>6.4</c:v>
                </c:pt>
                <c:pt idx="194">
                  <c:v>6.4</c:v>
                </c:pt>
                <c:pt idx="195">
                  <c:v>6.4</c:v>
                </c:pt>
                <c:pt idx="196">
                  <c:v>6.4</c:v>
                </c:pt>
                <c:pt idx="197">
                  <c:v>6.4</c:v>
                </c:pt>
                <c:pt idx="198">
                  <c:v>6.4</c:v>
                </c:pt>
                <c:pt idx="199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EA8-48DA-81B2-3031C13082BE}"/>
            </c:ext>
          </c:extLst>
        </c:ser>
        <c:ser>
          <c:idx val="6"/>
          <c:order val="6"/>
          <c:tx>
            <c:strRef>
              <c:f>save1!$EI$204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save1!$EI$205:$EI$404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0.4</c:v>
                </c:pt>
                <c:pt idx="12">
                  <c:v>0.6</c:v>
                </c:pt>
                <c:pt idx="13">
                  <c:v>0.6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2</c:v>
                </c:pt>
                <c:pt idx="59">
                  <c:v>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2.4</c:v>
                </c:pt>
                <c:pt idx="68">
                  <c:v>2.4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2.8</c:v>
                </c:pt>
                <c:pt idx="88">
                  <c:v>3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3.4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3.4</c:v>
                </c:pt>
                <c:pt idx="118">
                  <c:v>3.4</c:v>
                </c:pt>
                <c:pt idx="119">
                  <c:v>3.4</c:v>
                </c:pt>
                <c:pt idx="120">
                  <c:v>3.4</c:v>
                </c:pt>
                <c:pt idx="121">
                  <c:v>3.4</c:v>
                </c:pt>
                <c:pt idx="122">
                  <c:v>3.4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3.6</c:v>
                </c:pt>
                <c:pt idx="127">
                  <c:v>3.6</c:v>
                </c:pt>
                <c:pt idx="128">
                  <c:v>3.6</c:v>
                </c:pt>
                <c:pt idx="129">
                  <c:v>3.8</c:v>
                </c:pt>
                <c:pt idx="130">
                  <c:v>3.8</c:v>
                </c:pt>
                <c:pt idx="131">
                  <c:v>4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4.5999999999999996</c:v>
                </c:pt>
                <c:pt idx="142">
                  <c:v>4.5999999999999996</c:v>
                </c:pt>
                <c:pt idx="143">
                  <c:v>4.8</c:v>
                </c:pt>
                <c:pt idx="144">
                  <c:v>4.8</c:v>
                </c:pt>
                <c:pt idx="145">
                  <c:v>4.8</c:v>
                </c:pt>
                <c:pt idx="146">
                  <c:v>4.8</c:v>
                </c:pt>
                <c:pt idx="147">
                  <c:v>5</c:v>
                </c:pt>
                <c:pt idx="148">
                  <c:v>5.2</c:v>
                </c:pt>
                <c:pt idx="149">
                  <c:v>5.2</c:v>
                </c:pt>
                <c:pt idx="150">
                  <c:v>5.2</c:v>
                </c:pt>
                <c:pt idx="151">
                  <c:v>5.2</c:v>
                </c:pt>
                <c:pt idx="152">
                  <c:v>5.2</c:v>
                </c:pt>
                <c:pt idx="153">
                  <c:v>5.2</c:v>
                </c:pt>
                <c:pt idx="154">
                  <c:v>5.2</c:v>
                </c:pt>
                <c:pt idx="155">
                  <c:v>5.2</c:v>
                </c:pt>
                <c:pt idx="156">
                  <c:v>5.2</c:v>
                </c:pt>
                <c:pt idx="157">
                  <c:v>5.2</c:v>
                </c:pt>
                <c:pt idx="158">
                  <c:v>5.2</c:v>
                </c:pt>
                <c:pt idx="159">
                  <c:v>5.2</c:v>
                </c:pt>
                <c:pt idx="160">
                  <c:v>5.2</c:v>
                </c:pt>
                <c:pt idx="161">
                  <c:v>5.2</c:v>
                </c:pt>
                <c:pt idx="162">
                  <c:v>5.2</c:v>
                </c:pt>
                <c:pt idx="163">
                  <c:v>5.2</c:v>
                </c:pt>
                <c:pt idx="164">
                  <c:v>5.2</c:v>
                </c:pt>
                <c:pt idx="165">
                  <c:v>5.2</c:v>
                </c:pt>
                <c:pt idx="166">
                  <c:v>5.2</c:v>
                </c:pt>
                <c:pt idx="167">
                  <c:v>5.2</c:v>
                </c:pt>
                <c:pt idx="168">
                  <c:v>5.2</c:v>
                </c:pt>
                <c:pt idx="169">
                  <c:v>5.2</c:v>
                </c:pt>
                <c:pt idx="170">
                  <c:v>5.2</c:v>
                </c:pt>
                <c:pt idx="171">
                  <c:v>5.2</c:v>
                </c:pt>
                <c:pt idx="172">
                  <c:v>5.2</c:v>
                </c:pt>
                <c:pt idx="173">
                  <c:v>5.4</c:v>
                </c:pt>
                <c:pt idx="174">
                  <c:v>5.6</c:v>
                </c:pt>
                <c:pt idx="175">
                  <c:v>5.8</c:v>
                </c:pt>
                <c:pt idx="176">
                  <c:v>5.8</c:v>
                </c:pt>
                <c:pt idx="177">
                  <c:v>5.8</c:v>
                </c:pt>
                <c:pt idx="178">
                  <c:v>5.8</c:v>
                </c:pt>
                <c:pt idx="179">
                  <c:v>5.8</c:v>
                </c:pt>
                <c:pt idx="180">
                  <c:v>5.8</c:v>
                </c:pt>
                <c:pt idx="181">
                  <c:v>5.8</c:v>
                </c:pt>
                <c:pt idx="182">
                  <c:v>5.8</c:v>
                </c:pt>
                <c:pt idx="183">
                  <c:v>5.8</c:v>
                </c:pt>
                <c:pt idx="184">
                  <c:v>5.8</c:v>
                </c:pt>
                <c:pt idx="185">
                  <c:v>5.8</c:v>
                </c:pt>
                <c:pt idx="186">
                  <c:v>5.8</c:v>
                </c:pt>
                <c:pt idx="187">
                  <c:v>6</c:v>
                </c:pt>
                <c:pt idx="188">
                  <c:v>6</c:v>
                </c:pt>
                <c:pt idx="189">
                  <c:v>6</c:v>
                </c:pt>
                <c:pt idx="190">
                  <c:v>6</c:v>
                </c:pt>
                <c:pt idx="191">
                  <c:v>6</c:v>
                </c:pt>
                <c:pt idx="192">
                  <c:v>6</c:v>
                </c:pt>
                <c:pt idx="193">
                  <c:v>6</c:v>
                </c:pt>
                <c:pt idx="194">
                  <c:v>6</c:v>
                </c:pt>
                <c:pt idx="195">
                  <c:v>6</c:v>
                </c:pt>
                <c:pt idx="196">
                  <c:v>6</c:v>
                </c:pt>
                <c:pt idx="197">
                  <c:v>6.2</c:v>
                </c:pt>
                <c:pt idx="198">
                  <c:v>6.4</c:v>
                </c:pt>
                <c:pt idx="199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EA8-48DA-81B2-3031C13082BE}"/>
            </c:ext>
          </c:extLst>
        </c:ser>
        <c:ser>
          <c:idx val="7"/>
          <c:order val="7"/>
          <c:tx>
            <c:strRef>
              <c:f>save1!$EJ$204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save1!$EJ$205:$EJ$404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0.6</c:v>
                </c:pt>
                <c:pt idx="92">
                  <c:v>0.6</c:v>
                </c:pt>
                <c:pt idx="93">
                  <c:v>0.6</c:v>
                </c:pt>
                <c:pt idx="94">
                  <c:v>0.6</c:v>
                </c:pt>
                <c:pt idx="95">
                  <c:v>0.6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0.8</c:v>
                </c:pt>
                <c:pt idx="100">
                  <c:v>0.8</c:v>
                </c:pt>
                <c:pt idx="101">
                  <c:v>0.8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1.2</c:v>
                </c:pt>
                <c:pt idx="117">
                  <c:v>1.2</c:v>
                </c:pt>
                <c:pt idx="118">
                  <c:v>1.2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1.2</c:v>
                </c:pt>
                <c:pt idx="127">
                  <c:v>1.2</c:v>
                </c:pt>
                <c:pt idx="128">
                  <c:v>1.2</c:v>
                </c:pt>
                <c:pt idx="129">
                  <c:v>1.2</c:v>
                </c:pt>
                <c:pt idx="130">
                  <c:v>1.2</c:v>
                </c:pt>
                <c:pt idx="131">
                  <c:v>1.2</c:v>
                </c:pt>
                <c:pt idx="132">
                  <c:v>1.2</c:v>
                </c:pt>
                <c:pt idx="133">
                  <c:v>1.2</c:v>
                </c:pt>
                <c:pt idx="134">
                  <c:v>1.2</c:v>
                </c:pt>
                <c:pt idx="135">
                  <c:v>1.2</c:v>
                </c:pt>
                <c:pt idx="136">
                  <c:v>1.2</c:v>
                </c:pt>
                <c:pt idx="137">
                  <c:v>1.4</c:v>
                </c:pt>
                <c:pt idx="138">
                  <c:v>1.4</c:v>
                </c:pt>
                <c:pt idx="139">
                  <c:v>1.4</c:v>
                </c:pt>
                <c:pt idx="140">
                  <c:v>1.4</c:v>
                </c:pt>
                <c:pt idx="141">
                  <c:v>1.4</c:v>
                </c:pt>
                <c:pt idx="142">
                  <c:v>1.4</c:v>
                </c:pt>
                <c:pt idx="143">
                  <c:v>1.4</c:v>
                </c:pt>
                <c:pt idx="144">
                  <c:v>1.4</c:v>
                </c:pt>
                <c:pt idx="145">
                  <c:v>1.4</c:v>
                </c:pt>
                <c:pt idx="146">
                  <c:v>1.4</c:v>
                </c:pt>
                <c:pt idx="147">
                  <c:v>1.4</c:v>
                </c:pt>
                <c:pt idx="148">
                  <c:v>1.4</c:v>
                </c:pt>
                <c:pt idx="149">
                  <c:v>1.4</c:v>
                </c:pt>
                <c:pt idx="150">
                  <c:v>1.4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1.8</c:v>
                </c:pt>
                <c:pt idx="165">
                  <c:v>1.8</c:v>
                </c:pt>
                <c:pt idx="166">
                  <c:v>1.8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2</c:v>
                </c:pt>
                <c:pt idx="183">
                  <c:v>2</c:v>
                </c:pt>
                <c:pt idx="184">
                  <c:v>2</c:v>
                </c:pt>
                <c:pt idx="185">
                  <c:v>2</c:v>
                </c:pt>
                <c:pt idx="186">
                  <c:v>2</c:v>
                </c:pt>
                <c:pt idx="187">
                  <c:v>2</c:v>
                </c:pt>
                <c:pt idx="188">
                  <c:v>2</c:v>
                </c:pt>
                <c:pt idx="189">
                  <c:v>2</c:v>
                </c:pt>
                <c:pt idx="190">
                  <c:v>2</c:v>
                </c:pt>
                <c:pt idx="191">
                  <c:v>2.2000000000000002</c:v>
                </c:pt>
                <c:pt idx="192">
                  <c:v>2.2000000000000002</c:v>
                </c:pt>
                <c:pt idx="193">
                  <c:v>2.2000000000000002</c:v>
                </c:pt>
                <c:pt idx="194">
                  <c:v>2.2000000000000002</c:v>
                </c:pt>
                <c:pt idx="195">
                  <c:v>2.2000000000000002</c:v>
                </c:pt>
                <c:pt idx="196">
                  <c:v>2.2000000000000002</c:v>
                </c:pt>
                <c:pt idx="197">
                  <c:v>2.2000000000000002</c:v>
                </c:pt>
                <c:pt idx="198">
                  <c:v>2.2000000000000002</c:v>
                </c:pt>
                <c:pt idx="199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EA8-48DA-81B2-3031C13082BE}"/>
            </c:ext>
          </c:extLst>
        </c:ser>
        <c:ser>
          <c:idx val="8"/>
          <c:order val="8"/>
          <c:tx>
            <c:strRef>
              <c:f>save1!$EK$204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save1!$EK$205:$EK$404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0.4</c:v>
                </c:pt>
                <c:pt idx="165">
                  <c:v>0.4</c:v>
                </c:pt>
                <c:pt idx="166">
                  <c:v>0.4</c:v>
                </c:pt>
                <c:pt idx="167">
                  <c:v>0.4</c:v>
                </c:pt>
                <c:pt idx="168">
                  <c:v>0.4</c:v>
                </c:pt>
                <c:pt idx="169">
                  <c:v>0.4</c:v>
                </c:pt>
                <c:pt idx="170">
                  <c:v>0.4</c:v>
                </c:pt>
                <c:pt idx="171">
                  <c:v>0.4</c:v>
                </c:pt>
                <c:pt idx="172">
                  <c:v>0.4</c:v>
                </c:pt>
                <c:pt idx="173">
                  <c:v>0.4</c:v>
                </c:pt>
                <c:pt idx="174">
                  <c:v>0.4</c:v>
                </c:pt>
                <c:pt idx="175">
                  <c:v>0.4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EA8-48DA-81B2-3031C13082BE}"/>
            </c:ext>
          </c:extLst>
        </c:ser>
        <c:ser>
          <c:idx val="9"/>
          <c:order val="9"/>
          <c:tx>
            <c:strRef>
              <c:f>save1!$EL$204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save1!$EL$205:$EL$404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EA8-48DA-81B2-3031C13082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(5 Key Advantage,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save1!$EU$204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save1!$EU$205:$EU$404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0.6</c:v>
                </c:pt>
                <c:pt idx="3">
                  <c:v>0.6</c:v>
                </c:pt>
                <c:pt idx="4">
                  <c:v>1</c:v>
                </c:pt>
                <c:pt idx="5">
                  <c:v>1.6</c:v>
                </c:pt>
                <c:pt idx="6">
                  <c:v>1.6</c:v>
                </c:pt>
                <c:pt idx="7">
                  <c:v>3.2</c:v>
                </c:pt>
                <c:pt idx="8">
                  <c:v>3.8</c:v>
                </c:pt>
                <c:pt idx="9">
                  <c:v>3.8</c:v>
                </c:pt>
                <c:pt idx="10">
                  <c:v>4.2</c:v>
                </c:pt>
                <c:pt idx="11">
                  <c:v>4.4000000000000004</c:v>
                </c:pt>
                <c:pt idx="12">
                  <c:v>6.6</c:v>
                </c:pt>
                <c:pt idx="13">
                  <c:v>7</c:v>
                </c:pt>
                <c:pt idx="14">
                  <c:v>7.4</c:v>
                </c:pt>
                <c:pt idx="15">
                  <c:v>7.4</c:v>
                </c:pt>
                <c:pt idx="16">
                  <c:v>7.6</c:v>
                </c:pt>
                <c:pt idx="17">
                  <c:v>8</c:v>
                </c:pt>
                <c:pt idx="18">
                  <c:v>8</c:v>
                </c:pt>
                <c:pt idx="19">
                  <c:v>8.4</c:v>
                </c:pt>
                <c:pt idx="20">
                  <c:v>8.6</c:v>
                </c:pt>
                <c:pt idx="21">
                  <c:v>8.6</c:v>
                </c:pt>
                <c:pt idx="22">
                  <c:v>8.8000000000000007</c:v>
                </c:pt>
                <c:pt idx="23">
                  <c:v>9.1999999999999993</c:v>
                </c:pt>
                <c:pt idx="24">
                  <c:v>9.1999999999999993</c:v>
                </c:pt>
                <c:pt idx="25">
                  <c:v>9.1999999999999993</c:v>
                </c:pt>
                <c:pt idx="26">
                  <c:v>10</c:v>
                </c:pt>
                <c:pt idx="27">
                  <c:v>11.4</c:v>
                </c:pt>
                <c:pt idx="28">
                  <c:v>12.2</c:v>
                </c:pt>
                <c:pt idx="29">
                  <c:v>12.2</c:v>
                </c:pt>
                <c:pt idx="30">
                  <c:v>12.6</c:v>
                </c:pt>
                <c:pt idx="31">
                  <c:v>12.6</c:v>
                </c:pt>
                <c:pt idx="32">
                  <c:v>13.2</c:v>
                </c:pt>
                <c:pt idx="33">
                  <c:v>15.4</c:v>
                </c:pt>
                <c:pt idx="34">
                  <c:v>15.6</c:v>
                </c:pt>
                <c:pt idx="35">
                  <c:v>15.8</c:v>
                </c:pt>
                <c:pt idx="36">
                  <c:v>15.8</c:v>
                </c:pt>
                <c:pt idx="37">
                  <c:v>16.2</c:v>
                </c:pt>
                <c:pt idx="38">
                  <c:v>16.600000000000001</c:v>
                </c:pt>
                <c:pt idx="39">
                  <c:v>16.600000000000001</c:v>
                </c:pt>
                <c:pt idx="40">
                  <c:v>16.600000000000001</c:v>
                </c:pt>
                <c:pt idx="41">
                  <c:v>16.600000000000001</c:v>
                </c:pt>
                <c:pt idx="42">
                  <c:v>17.2</c:v>
                </c:pt>
                <c:pt idx="43">
                  <c:v>17.600000000000001</c:v>
                </c:pt>
                <c:pt idx="44">
                  <c:v>18.399999999999999</c:v>
                </c:pt>
                <c:pt idx="45">
                  <c:v>18.399999999999999</c:v>
                </c:pt>
                <c:pt idx="46">
                  <c:v>19</c:v>
                </c:pt>
                <c:pt idx="47">
                  <c:v>20.399999999999999</c:v>
                </c:pt>
                <c:pt idx="48">
                  <c:v>20.399999999999999</c:v>
                </c:pt>
                <c:pt idx="49">
                  <c:v>20.399999999999999</c:v>
                </c:pt>
                <c:pt idx="50">
                  <c:v>20.6</c:v>
                </c:pt>
                <c:pt idx="51">
                  <c:v>21.8</c:v>
                </c:pt>
                <c:pt idx="52">
                  <c:v>22.6</c:v>
                </c:pt>
                <c:pt idx="53">
                  <c:v>25.2</c:v>
                </c:pt>
                <c:pt idx="54">
                  <c:v>26.6</c:v>
                </c:pt>
                <c:pt idx="55">
                  <c:v>26.6</c:v>
                </c:pt>
                <c:pt idx="56">
                  <c:v>27.4</c:v>
                </c:pt>
                <c:pt idx="57">
                  <c:v>27.4</c:v>
                </c:pt>
                <c:pt idx="58">
                  <c:v>28.8</c:v>
                </c:pt>
                <c:pt idx="59">
                  <c:v>28.8</c:v>
                </c:pt>
                <c:pt idx="60">
                  <c:v>29.8</c:v>
                </c:pt>
                <c:pt idx="61">
                  <c:v>29.8</c:v>
                </c:pt>
                <c:pt idx="62">
                  <c:v>30.8</c:v>
                </c:pt>
                <c:pt idx="63">
                  <c:v>32</c:v>
                </c:pt>
                <c:pt idx="64">
                  <c:v>32.200000000000003</c:v>
                </c:pt>
                <c:pt idx="65">
                  <c:v>32.200000000000003</c:v>
                </c:pt>
                <c:pt idx="66">
                  <c:v>32.799999999999997</c:v>
                </c:pt>
                <c:pt idx="67">
                  <c:v>32.799999999999997</c:v>
                </c:pt>
                <c:pt idx="68">
                  <c:v>32.799999999999997</c:v>
                </c:pt>
                <c:pt idx="69">
                  <c:v>33.4</c:v>
                </c:pt>
                <c:pt idx="70">
                  <c:v>33.4</c:v>
                </c:pt>
                <c:pt idx="71">
                  <c:v>33.6</c:v>
                </c:pt>
                <c:pt idx="72">
                  <c:v>34</c:v>
                </c:pt>
                <c:pt idx="73">
                  <c:v>35.200000000000003</c:v>
                </c:pt>
                <c:pt idx="74">
                  <c:v>35.799999999999997</c:v>
                </c:pt>
                <c:pt idx="75">
                  <c:v>36</c:v>
                </c:pt>
                <c:pt idx="76">
                  <c:v>36.6</c:v>
                </c:pt>
                <c:pt idx="77">
                  <c:v>36.799999999999997</c:v>
                </c:pt>
                <c:pt idx="78">
                  <c:v>36.799999999999997</c:v>
                </c:pt>
                <c:pt idx="79">
                  <c:v>38.200000000000003</c:v>
                </c:pt>
                <c:pt idx="80">
                  <c:v>38.200000000000003</c:v>
                </c:pt>
                <c:pt idx="81">
                  <c:v>38.200000000000003</c:v>
                </c:pt>
                <c:pt idx="82">
                  <c:v>39.6</c:v>
                </c:pt>
                <c:pt idx="83">
                  <c:v>40.799999999999997</c:v>
                </c:pt>
                <c:pt idx="84">
                  <c:v>41</c:v>
                </c:pt>
                <c:pt idx="85">
                  <c:v>42</c:v>
                </c:pt>
                <c:pt idx="86">
                  <c:v>42.8</c:v>
                </c:pt>
                <c:pt idx="87">
                  <c:v>44.2</c:v>
                </c:pt>
                <c:pt idx="88">
                  <c:v>45.4</c:v>
                </c:pt>
                <c:pt idx="89">
                  <c:v>45.4</c:v>
                </c:pt>
                <c:pt idx="90">
                  <c:v>45.4</c:v>
                </c:pt>
                <c:pt idx="91">
                  <c:v>46.8</c:v>
                </c:pt>
                <c:pt idx="92">
                  <c:v>47</c:v>
                </c:pt>
                <c:pt idx="93">
                  <c:v>47.8</c:v>
                </c:pt>
                <c:pt idx="94">
                  <c:v>48.6</c:v>
                </c:pt>
                <c:pt idx="95">
                  <c:v>50.2</c:v>
                </c:pt>
                <c:pt idx="96">
                  <c:v>50.4</c:v>
                </c:pt>
                <c:pt idx="97">
                  <c:v>50.6</c:v>
                </c:pt>
                <c:pt idx="98">
                  <c:v>50.6</c:v>
                </c:pt>
                <c:pt idx="99">
                  <c:v>51.4</c:v>
                </c:pt>
                <c:pt idx="100">
                  <c:v>52.4</c:v>
                </c:pt>
                <c:pt idx="101">
                  <c:v>53.6</c:v>
                </c:pt>
                <c:pt idx="102">
                  <c:v>53.8</c:v>
                </c:pt>
                <c:pt idx="103">
                  <c:v>54.4</c:v>
                </c:pt>
                <c:pt idx="104">
                  <c:v>54.6</c:v>
                </c:pt>
                <c:pt idx="105">
                  <c:v>55.2</c:v>
                </c:pt>
                <c:pt idx="106">
                  <c:v>55.8</c:v>
                </c:pt>
                <c:pt idx="107">
                  <c:v>57.2</c:v>
                </c:pt>
                <c:pt idx="108">
                  <c:v>57.6</c:v>
                </c:pt>
                <c:pt idx="109">
                  <c:v>57.6</c:v>
                </c:pt>
                <c:pt idx="110">
                  <c:v>57.6</c:v>
                </c:pt>
                <c:pt idx="111">
                  <c:v>58</c:v>
                </c:pt>
                <c:pt idx="112">
                  <c:v>59.6</c:v>
                </c:pt>
                <c:pt idx="113">
                  <c:v>60.6</c:v>
                </c:pt>
                <c:pt idx="114">
                  <c:v>61</c:v>
                </c:pt>
                <c:pt idx="115">
                  <c:v>61.6</c:v>
                </c:pt>
                <c:pt idx="116">
                  <c:v>61.8</c:v>
                </c:pt>
                <c:pt idx="117">
                  <c:v>62.4</c:v>
                </c:pt>
                <c:pt idx="118">
                  <c:v>62.6</c:v>
                </c:pt>
                <c:pt idx="119">
                  <c:v>62.8</c:v>
                </c:pt>
                <c:pt idx="120">
                  <c:v>63</c:v>
                </c:pt>
                <c:pt idx="121">
                  <c:v>63</c:v>
                </c:pt>
                <c:pt idx="122">
                  <c:v>63.2</c:v>
                </c:pt>
                <c:pt idx="123">
                  <c:v>64</c:v>
                </c:pt>
                <c:pt idx="124">
                  <c:v>64.599999999999994</c:v>
                </c:pt>
                <c:pt idx="125">
                  <c:v>64.599999999999994</c:v>
                </c:pt>
                <c:pt idx="126">
                  <c:v>64.599999999999994</c:v>
                </c:pt>
                <c:pt idx="127">
                  <c:v>66</c:v>
                </c:pt>
                <c:pt idx="128">
                  <c:v>67.2</c:v>
                </c:pt>
                <c:pt idx="129">
                  <c:v>67.599999999999994</c:v>
                </c:pt>
                <c:pt idx="130">
                  <c:v>68</c:v>
                </c:pt>
                <c:pt idx="131">
                  <c:v>68</c:v>
                </c:pt>
                <c:pt idx="132">
                  <c:v>68.599999999999994</c:v>
                </c:pt>
                <c:pt idx="133">
                  <c:v>69</c:v>
                </c:pt>
                <c:pt idx="134">
                  <c:v>69.2</c:v>
                </c:pt>
                <c:pt idx="135">
                  <c:v>69.400000000000006</c:v>
                </c:pt>
                <c:pt idx="136">
                  <c:v>71.599999999999994</c:v>
                </c:pt>
                <c:pt idx="137">
                  <c:v>71.8</c:v>
                </c:pt>
                <c:pt idx="138">
                  <c:v>73.400000000000006</c:v>
                </c:pt>
                <c:pt idx="139">
                  <c:v>73.599999999999994</c:v>
                </c:pt>
                <c:pt idx="140">
                  <c:v>74</c:v>
                </c:pt>
                <c:pt idx="141">
                  <c:v>74.599999999999994</c:v>
                </c:pt>
                <c:pt idx="142">
                  <c:v>74.8</c:v>
                </c:pt>
                <c:pt idx="143">
                  <c:v>75</c:v>
                </c:pt>
                <c:pt idx="144">
                  <c:v>75.400000000000006</c:v>
                </c:pt>
                <c:pt idx="145">
                  <c:v>75.599999999999994</c:v>
                </c:pt>
                <c:pt idx="146">
                  <c:v>75.599999999999994</c:v>
                </c:pt>
                <c:pt idx="147">
                  <c:v>76</c:v>
                </c:pt>
                <c:pt idx="148">
                  <c:v>76</c:v>
                </c:pt>
                <c:pt idx="149">
                  <c:v>76.599999999999994</c:v>
                </c:pt>
                <c:pt idx="150">
                  <c:v>76.8</c:v>
                </c:pt>
                <c:pt idx="151">
                  <c:v>77</c:v>
                </c:pt>
                <c:pt idx="152">
                  <c:v>77.599999999999994</c:v>
                </c:pt>
                <c:pt idx="153">
                  <c:v>77.599999999999994</c:v>
                </c:pt>
                <c:pt idx="154">
                  <c:v>79</c:v>
                </c:pt>
                <c:pt idx="155">
                  <c:v>79</c:v>
                </c:pt>
                <c:pt idx="156">
                  <c:v>80.2</c:v>
                </c:pt>
                <c:pt idx="157">
                  <c:v>80.400000000000006</c:v>
                </c:pt>
                <c:pt idx="158">
                  <c:v>81</c:v>
                </c:pt>
                <c:pt idx="159">
                  <c:v>81</c:v>
                </c:pt>
                <c:pt idx="160">
                  <c:v>81.2</c:v>
                </c:pt>
                <c:pt idx="161">
                  <c:v>81.599999999999994</c:v>
                </c:pt>
                <c:pt idx="162">
                  <c:v>81.8</c:v>
                </c:pt>
                <c:pt idx="163">
                  <c:v>82.2</c:v>
                </c:pt>
                <c:pt idx="164">
                  <c:v>83.4</c:v>
                </c:pt>
                <c:pt idx="165">
                  <c:v>84.2</c:v>
                </c:pt>
                <c:pt idx="166">
                  <c:v>86</c:v>
                </c:pt>
                <c:pt idx="167">
                  <c:v>86.6</c:v>
                </c:pt>
                <c:pt idx="168">
                  <c:v>86.8</c:v>
                </c:pt>
                <c:pt idx="169">
                  <c:v>87.4</c:v>
                </c:pt>
                <c:pt idx="170">
                  <c:v>88</c:v>
                </c:pt>
                <c:pt idx="171">
                  <c:v>89</c:v>
                </c:pt>
                <c:pt idx="172">
                  <c:v>89.6</c:v>
                </c:pt>
                <c:pt idx="173">
                  <c:v>90.6</c:v>
                </c:pt>
                <c:pt idx="174">
                  <c:v>90.6</c:v>
                </c:pt>
                <c:pt idx="175">
                  <c:v>90.6</c:v>
                </c:pt>
                <c:pt idx="176">
                  <c:v>91.2</c:v>
                </c:pt>
                <c:pt idx="177">
                  <c:v>91.8</c:v>
                </c:pt>
                <c:pt idx="178">
                  <c:v>92</c:v>
                </c:pt>
                <c:pt idx="179">
                  <c:v>93.4</c:v>
                </c:pt>
                <c:pt idx="180">
                  <c:v>96</c:v>
                </c:pt>
                <c:pt idx="181">
                  <c:v>97.2</c:v>
                </c:pt>
                <c:pt idx="182">
                  <c:v>98.4</c:v>
                </c:pt>
                <c:pt idx="183">
                  <c:v>98.6</c:v>
                </c:pt>
                <c:pt idx="184">
                  <c:v>99.4</c:v>
                </c:pt>
                <c:pt idx="185">
                  <c:v>99.4</c:v>
                </c:pt>
                <c:pt idx="186">
                  <c:v>99.4</c:v>
                </c:pt>
                <c:pt idx="187">
                  <c:v>99.4</c:v>
                </c:pt>
                <c:pt idx="188">
                  <c:v>99.6</c:v>
                </c:pt>
                <c:pt idx="189">
                  <c:v>100.2</c:v>
                </c:pt>
                <c:pt idx="190">
                  <c:v>100.6</c:v>
                </c:pt>
                <c:pt idx="191">
                  <c:v>102.2</c:v>
                </c:pt>
                <c:pt idx="192">
                  <c:v>103.6</c:v>
                </c:pt>
                <c:pt idx="193">
                  <c:v>105.2</c:v>
                </c:pt>
                <c:pt idx="194">
                  <c:v>107</c:v>
                </c:pt>
                <c:pt idx="195">
                  <c:v>109.2</c:v>
                </c:pt>
                <c:pt idx="196">
                  <c:v>109.2</c:v>
                </c:pt>
                <c:pt idx="197">
                  <c:v>110.2</c:v>
                </c:pt>
                <c:pt idx="198">
                  <c:v>110.2</c:v>
                </c:pt>
                <c:pt idx="199">
                  <c:v>110.6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AE-44EF-9F75-D9856FCE1403}"/>
            </c:ext>
          </c:extLst>
        </c:ser>
        <c:ser>
          <c:idx val="1"/>
          <c:order val="1"/>
          <c:tx>
            <c:strRef>
              <c:f>save1!$EV$204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save1!$EV$205:$EV$404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0.6</c:v>
                </c:pt>
                <c:pt idx="5">
                  <c:v>0.8</c:v>
                </c:pt>
                <c:pt idx="6">
                  <c:v>0.8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1.2</c:v>
                </c:pt>
                <c:pt idx="12">
                  <c:v>1.4</c:v>
                </c:pt>
                <c:pt idx="13">
                  <c:v>1.6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2.2000000000000002</c:v>
                </c:pt>
                <c:pt idx="18">
                  <c:v>2.2000000000000002</c:v>
                </c:pt>
                <c:pt idx="19">
                  <c:v>2.4</c:v>
                </c:pt>
                <c:pt idx="20">
                  <c:v>2.8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3.2</c:v>
                </c:pt>
                <c:pt idx="25">
                  <c:v>3.2</c:v>
                </c:pt>
                <c:pt idx="26">
                  <c:v>3.8</c:v>
                </c:pt>
                <c:pt idx="27">
                  <c:v>3.8</c:v>
                </c:pt>
                <c:pt idx="28">
                  <c:v>3.8</c:v>
                </c:pt>
                <c:pt idx="29">
                  <c:v>4.2</c:v>
                </c:pt>
                <c:pt idx="30">
                  <c:v>4.2</c:v>
                </c:pt>
                <c:pt idx="31">
                  <c:v>4.4000000000000004</c:v>
                </c:pt>
                <c:pt idx="32">
                  <c:v>4.5999999999999996</c:v>
                </c:pt>
                <c:pt idx="33">
                  <c:v>5.4</c:v>
                </c:pt>
                <c:pt idx="34">
                  <c:v>5.6</c:v>
                </c:pt>
                <c:pt idx="35">
                  <c:v>5.6</c:v>
                </c:pt>
                <c:pt idx="36">
                  <c:v>5.8</c:v>
                </c:pt>
                <c:pt idx="37">
                  <c:v>6</c:v>
                </c:pt>
                <c:pt idx="38">
                  <c:v>6.4</c:v>
                </c:pt>
                <c:pt idx="39">
                  <c:v>6.4</c:v>
                </c:pt>
                <c:pt idx="40">
                  <c:v>6.6</c:v>
                </c:pt>
                <c:pt idx="41">
                  <c:v>7</c:v>
                </c:pt>
                <c:pt idx="42">
                  <c:v>7</c:v>
                </c:pt>
                <c:pt idx="43">
                  <c:v>7.2</c:v>
                </c:pt>
                <c:pt idx="44">
                  <c:v>7.2</c:v>
                </c:pt>
                <c:pt idx="45">
                  <c:v>7.2</c:v>
                </c:pt>
                <c:pt idx="46">
                  <c:v>7.6</c:v>
                </c:pt>
                <c:pt idx="47">
                  <c:v>7.8</c:v>
                </c:pt>
                <c:pt idx="48">
                  <c:v>8.6</c:v>
                </c:pt>
                <c:pt idx="49">
                  <c:v>8.8000000000000007</c:v>
                </c:pt>
                <c:pt idx="50">
                  <c:v>9</c:v>
                </c:pt>
                <c:pt idx="51">
                  <c:v>9.4</c:v>
                </c:pt>
                <c:pt idx="52">
                  <c:v>9.4</c:v>
                </c:pt>
                <c:pt idx="53">
                  <c:v>10</c:v>
                </c:pt>
                <c:pt idx="54">
                  <c:v>10.4</c:v>
                </c:pt>
                <c:pt idx="55">
                  <c:v>10.6</c:v>
                </c:pt>
                <c:pt idx="56">
                  <c:v>10.8</c:v>
                </c:pt>
                <c:pt idx="57">
                  <c:v>11.2</c:v>
                </c:pt>
                <c:pt idx="58">
                  <c:v>12.2</c:v>
                </c:pt>
                <c:pt idx="59">
                  <c:v>12.2</c:v>
                </c:pt>
                <c:pt idx="60">
                  <c:v>12.6</c:v>
                </c:pt>
                <c:pt idx="61">
                  <c:v>13</c:v>
                </c:pt>
                <c:pt idx="62">
                  <c:v>13.2</c:v>
                </c:pt>
                <c:pt idx="63">
                  <c:v>13.4</c:v>
                </c:pt>
                <c:pt idx="64">
                  <c:v>13.4</c:v>
                </c:pt>
                <c:pt idx="65">
                  <c:v>13.4</c:v>
                </c:pt>
                <c:pt idx="66">
                  <c:v>13.8</c:v>
                </c:pt>
                <c:pt idx="67">
                  <c:v>14</c:v>
                </c:pt>
                <c:pt idx="68">
                  <c:v>14.4</c:v>
                </c:pt>
                <c:pt idx="69">
                  <c:v>14.6</c:v>
                </c:pt>
                <c:pt idx="70">
                  <c:v>15.2</c:v>
                </c:pt>
                <c:pt idx="71">
                  <c:v>15.2</c:v>
                </c:pt>
                <c:pt idx="72">
                  <c:v>15.4</c:v>
                </c:pt>
                <c:pt idx="73">
                  <c:v>16</c:v>
                </c:pt>
                <c:pt idx="74">
                  <c:v>16</c:v>
                </c:pt>
                <c:pt idx="75">
                  <c:v>16.2</c:v>
                </c:pt>
                <c:pt idx="76">
                  <c:v>16.399999999999999</c:v>
                </c:pt>
                <c:pt idx="77">
                  <c:v>16.399999999999999</c:v>
                </c:pt>
                <c:pt idx="78">
                  <c:v>16.600000000000001</c:v>
                </c:pt>
                <c:pt idx="79">
                  <c:v>16.600000000000001</c:v>
                </c:pt>
                <c:pt idx="80">
                  <c:v>16.8</c:v>
                </c:pt>
                <c:pt idx="81">
                  <c:v>17</c:v>
                </c:pt>
                <c:pt idx="82">
                  <c:v>17</c:v>
                </c:pt>
                <c:pt idx="83">
                  <c:v>17.2</c:v>
                </c:pt>
                <c:pt idx="84">
                  <c:v>17.2</c:v>
                </c:pt>
                <c:pt idx="85">
                  <c:v>17.2</c:v>
                </c:pt>
                <c:pt idx="86">
                  <c:v>17.2</c:v>
                </c:pt>
                <c:pt idx="87">
                  <c:v>17.399999999999999</c:v>
                </c:pt>
                <c:pt idx="88">
                  <c:v>17.600000000000001</c:v>
                </c:pt>
                <c:pt idx="89">
                  <c:v>17.600000000000001</c:v>
                </c:pt>
                <c:pt idx="90">
                  <c:v>17.8</c:v>
                </c:pt>
                <c:pt idx="91">
                  <c:v>17.8</c:v>
                </c:pt>
                <c:pt idx="92">
                  <c:v>18</c:v>
                </c:pt>
                <c:pt idx="93">
                  <c:v>18.2</c:v>
                </c:pt>
                <c:pt idx="94">
                  <c:v>18.399999999999999</c:v>
                </c:pt>
                <c:pt idx="95">
                  <c:v>18.399999999999999</c:v>
                </c:pt>
                <c:pt idx="96">
                  <c:v>18.399999999999999</c:v>
                </c:pt>
                <c:pt idx="97">
                  <c:v>18.600000000000001</c:v>
                </c:pt>
                <c:pt idx="98">
                  <c:v>18.600000000000001</c:v>
                </c:pt>
                <c:pt idx="99">
                  <c:v>18.600000000000001</c:v>
                </c:pt>
                <c:pt idx="100">
                  <c:v>18.600000000000001</c:v>
                </c:pt>
                <c:pt idx="101">
                  <c:v>18.8</c:v>
                </c:pt>
                <c:pt idx="102">
                  <c:v>18.8</c:v>
                </c:pt>
                <c:pt idx="103">
                  <c:v>18.8</c:v>
                </c:pt>
                <c:pt idx="104">
                  <c:v>18.8</c:v>
                </c:pt>
                <c:pt idx="105">
                  <c:v>18.8</c:v>
                </c:pt>
                <c:pt idx="106">
                  <c:v>19</c:v>
                </c:pt>
                <c:pt idx="107">
                  <c:v>19</c:v>
                </c:pt>
                <c:pt idx="108">
                  <c:v>19</c:v>
                </c:pt>
                <c:pt idx="109">
                  <c:v>19.2</c:v>
                </c:pt>
                <c:pt idx="110">
                  <c:v>19.2</c:v>
                </c:pt>
                <c:pt idx="111">
                  <c:v>19.399999999999999</c:v>
                </c:pt>
                <c:pt idx="112">
                  <c:v>19.600000000000001</c:v>
                </c:pt>
                <c:pt idx="113">
                  <c:v>20</c:v>
                </c:pt>
                <c:pt idx="114">
                  <c:v>20.2</c:v>
                </c:pt>
                <c:pt idx="115">
                  <c:v>20.2</c:v>
                </c:pt>
                <c:pt idx="116">
                  <c:v>20.2</c:v>
                </c:pt>
                <c:pt idx="117">
                  <c:v>20.8</c:v>
                </c:pt>
                <c:pt idx="118">
                  <c:v>21</c:v>
                </c:pt>
                <c:pt idx="119">
                  <c:v>21</c:v>
                </c:pt>
                <c:pt idx="120">
                  <c:v>21.4</c:v>
                </c:pt>
                <c:pt idx="121">
                  <c:v>21.6</c:v>
                </c:pt>
                <c:pt idx="122">
                  <c:v>21.8</c:v>
                </c:pt>
                <c:pt idx="123">
                  <c:v>22</c:v>
                </c:pt>
                <c:pt idx="124">
                  <c:v>22.4</c:v>
                </c:pt>
                <c:pt idx="125">
                  <c:v>22.8</c:v>
                </c:pt>
                <c:pt idx="126">
                  <c:v>23.2</c:v>
                </c:pt>
                <c:pt idx="127">
                  <c:v>23.8</c:v>
                </c:pt>
                <c:pt idx="128">
                  <c:v>24</c:v>
                </c:pt>
                <c:pt idx="129">
                  <c:v>24</c:v>
                </c:pt>
                <c:pt idx="130">
                  <c:v>24.6</c:v>
                </c:pt>
                <c:pt idx="131">
                  <c:v>24.6</c:v>
                </c:pt>
                <c:pt idx="132">
                  <c:v>24.6</c:v>
                </c:pt>
                <c:pt idx="133">
                  <c:v>24.6</c:v>
                </c:pt>
                <c:pt idx="134">
                  <c:v>24.6</c:v>
                </c:pt>
                <c:pt idx="135">
                  <c:v>24.6</c:v>
                </c:pt>
                <c:pt idx="136">
                  <c:v>24.8</c:v>
                </c:pt>
                <c:pt idx="137">
                  <c:v>24.8</c:v>
                </c:pt>
                <c:pt idx="138">
                  <c:v>24.8</c:v>
                </c:pt>
                <c:pt idx="139">
                  <c:v>24.8</c:v>
                </c:pt>
                <c:pt idx="140">
                  <c:v>25</c:v>
                </c:pt>
                <c:pt idx="141">
                  <c:v>25.2</c:v>
                </c:pt>
                <c:pt idx="142">
                  <c:v>25.8</c:v>
                </c:pt>
                <c:pt idx="143">
                  <c:v>25.8</c:v>
                </c:pt>
                <c:pt idx="144">
                  <c:v>25.8</c:v>
                </c:pt>
                <c:pt idx="145">
                  <c:v>25.8</c:v>
                </c:pt>
                <c:pt idx="146">
                  <c:v>26</c:v>
                </c:pt>
                <c:pt idx="147">
                  <c:v>26</c:v>
                </c:pt>
                <c:pt idx="148">
                  <c:v>26</c:v>
                </c:pt>
                <c:pt idx="149">
                  <c:v>26</c:v>
                </c:pt>
                <c:pt idx="150">
                  <c:v>26</c:v>
                </c:pt>
                <c:pt idx="151">
                  <c:v>26</c:v>
                </c:pt>
                <c:pt idx="152">
                  <c:v>26</c:v>
                </c:pt>
                <c:pt idx="153">
                  <c:v>26</c:v>
                </c:pt>
                <c:pt idx="154">
                  <c:v>26.4</c:v>
                </c:pt>
                <c:pt idx="155">
                  <c:v>26.6</c:v>
                </c:pt>
                <c:pt idx="156">
                  <c:v>26.8</c:v>
                </c:pt>
                <c:pt idx="157">
                  <c:v>27</c:v>
                </c:pt>
                <c:pt idx="158">
                  <c:v>27.4</c:v>
                </c:pt>
                <c:pt idx="159">
                  <c:v>27.4</c:v>
                </c:pt>
                <c:pt idx="160">
                  <c:v>27.6</c:v>
                </c:pt>
                <c:pt idx="161">
                  <c:v>27.8</c:v>
                </c:pt>
                <c:pt idx="162">
                  <c:v>27.8</c:v>
                </c:pt>
                <c:pt idx="163">
                  <c:v>27.8</c:v>
                </c:pt>
                <c:pt idx="164">
                  <c:v>28.2</c:v>
                </c:pt>
                <c:pt idx="165">
                  <c:v>28.2</c:v>
                </c:pt>
                <c:pt idx="166">
                  <c:v>28.4</c:v>
                </c:pt>
                <c:pt idx="167">
                  <c:v>28.8</c:v>
                </c:pt>
                <c:pt idx="168">
                  <c:v>29.2</c:v>
                </c:pt>
                <c:pt idx="169">
                  <c:v>29.6</c:v>
                </c:pt>
                <c:pt idx="170">
                  <c:v>30</c:v>
                </c:pt>
                <c:pt idx="171">
                  <c:v>30.2</c:v>
                </c:pt>
                <c:pt idx="172">
                  <c:v>30.2</c:v>
                </c:pt>
                <c:pt idx="173">
                  <c:v>30.2</c:v>
                </c:pt>
                <c:pt idx="174">
                  <c:v>30.2</c:v>
                </c:pt>
                <c:pt idx="175">
                  <c:v>31</c:v>
                </c:pt>
                <c:pt idx="176">
                  <c:v>31.2</c:v>
                </c:pt>
                <c:pt idx="177">
                  <c:v>31.2</c:v>
                </c:pt>
                <c:pt idx="178">
                  <c:v>31.6</c:v>
                </c:pt>
                <c:pt idx="179">
                  <c:v>32</c:v>
                </c:pt>
                <c:pt idx="180">
                  <c:v>32.4</c:v>
                </c:pt>
                <c:pt idx="181">
                  <c:v>32.6</c:v>
                </c:pt>
                <c:pt idx="182">
                  <c:v>32.6</c:v>
                </c:pt>
                <c:pt idx="183">
                  <c:v>32.6</c:v>
                </c:pt>
                <c:pt idx="184">
                  <c:v>32.799999999999997</c:v>
                </c:pt>
                <c:pt idx="185">
                  <c:v>32.799999999999997</c:v>
                </c:pt>
                <c:pt idx="186">
                  <c:v>32.799999999999997</c:v>
                </c:pt>
                <c:pt idx="187">
                  <c:v>33</c:v>
                </c:pt>
                <c:pt idx="188">
                  <c:v>33.200000000000003</c:v>
                </c:pt>
                <c:pt idx="189">
                  <c:v>33.4</c:v>
                </c:pt>
                <c:pt idx="190">
                  <c:v>33.799999999999997</c:v>
                </c:pt>
                <c:pt idx="191">
                  <c:v>34.200000000000003</c:v>
                </c:pt>
                <c:pt idx="192">
                  <c:v>34.4</c:v>
                </c:pt>
                <c:pt idx="193">
                  <c:v>34.4</c:v>
                </c:pt>
                <c:pt idx="194">
                  <c:v>34.4</c:v>
                </c:pt>
                <c:pt idx="195">
                  <c:v>36</c:v>
                </c:pt>
                <c:pt idx="196">
                  <c:v>36.200000000000003</c:v>
                </c:pt>
                <c:pt idx="197">
                  <c:v>37.200000000000003</c:v>
                </c:pt>
                <c:pt idx="198">
                  <c:v>37.4</c:v>
                </c:pt>
                <c:pt idx="199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AE-44EF-9F75-D9856FCE1403}"/>
            </c:ext>
          </c:extLst>
        </c:ser>
        <c:ser>
          <c:idx val="2"/>
          <c:order val="2"/>
          <c:tx>
            <c:strRef>
              <c:f>save1!$EW$204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save1!$EW$205:$EW$404</c:f>
              <c:numCache>
                <c:formatCode>General</c:formatCode>
                <c:ptCount val="200"/>
                <c:pt idx="0">
                  <c:v>3</c:v>
                </c:pt>
                <c:pt idx="1">
                  <c:v>3.2</c:v>
                </c:pt>
                <c:pt idx="2">
                  <c:v>3.2</c:v>
                </c:pt>
                <c:pt idx="3">
                  <c:v>3</c:v>
                </c:pt>
                <c:pt idx="4">
                  <c:v>3</c:v>
                </c:pt>
                <c:pt idx="5">
                  <c:v>2.8</c:v>
                </c:pt>
                <c:pt idx="6">
                  <c:v>2.8</c:v>
                </c:pt>
                <c:pt idx="7">
                  <c:v>2.8</c:v>
                </c:pt>
                <c:pt idx="8">
                  <c:v>3.2</c:v>
                </c:pt>
                <c:pt idx="9">
                  <c:v>3</c:v>
                </c:pt>
                <c:pt idx="10">
                  <c:v>3.2</c:v>
                </c:pt>
                <c:pt idx="11">
                  <c:v>3.6</c:v>
                </c:pt>
                <c:pt idx="12">
                  <c:v>3.2</c:v>
                </c:pt>
                <c:pt idx="13">
                  <c:v>3.6</c:v>
                </c:pt>
                <c:pt idx="14">
                  <c:v>4</c:v>
                </c:pt>
                <c:pt idx="15">
                  <c:v>4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4.2</c:v>
                </c:pt>
                <c:pt idx="19">
                  <c:v>4.2</c:v>
                </c:pt>
                <c:pt idx="20">
                  <c:v>4</c:v>
                </c:pt>
                <c:pt idx="21">
                  <c:v>4</c:v>
                </c:pt>
                <c:pt idx="22">
                  <c:v>4.2</c:v>
                </c:pt>
                <c:pt idx="23">
                  <c:v>4</c:v>
                </c:pt>
                <c:pt idx="24">
                  <c:v>4</c:v>
                </c:pt>
                <c:pt idx="25">
                  <c:v>4.4000000000000004</c:v>
                </c:pt>
                <c:pt idx="26">
                  <c:v>4.4000000000000004</c:v>
                </c:pt>
                <c:pt idx="27">
                  <c:v>4.2</c:v>
                </c:pt>
                <c:pt idx="28">
                  <c:v>4.4000000000000004</c:v>
                </c:pt>
                <c:pt idx="29">
                  <c:v>4.4000000000000004</c:v>
                </c:pt>
                <c:pt idx="30">
                  <c:v>4.4000000000000004</c:v>
                </c:pt>
                <c:pt idx="31">
                  <c:v>4.4000000000000004</c:v>
                </c:pt>
                <c:pt idx="32">
                  <c:v>4.4000000000000004</c:v>
                </c:pt>
                <c:pt idx="33">
                  <c:v>4.5999999999999996</c:v>
                </c:pt>
                <c:pt idx="34">
                  <c:v>4.5999999999999996</c:v>
                </c:pt>
                <c:pt idx="35">
                  <c:v>4.5999999999999996</c:v>
                </c:pt>
                <c:pt idx="36">
                  <c:v>5</c:v>
                </c:pt>
                <c:pt idx="37">
                  <c:v>5</c:v>
                </c:pt>
                <c:pt idx="38">
                  <c:v>4.8</c:v>
                </c:pt>
                <c:pt idx="39">
                  <c:v>4.8</c:v>
                </c:pt>
                <c:pt idx="40">
                  <c:v>4.8</c:v>
                </c:pt>
                <c:pt idx="41">
                  <c:v>4.5999999999999996</c:v>
                </c:pt>
                <c:pt idx="42">
                  <c:v>4.5999999999999996</c:v>
                </c:pt>
                <c:pt idx="43">
                  <c:v>4.4000000000000004</c:v>
                </c:pt>
                <c:pt idx="44">
                  <c:v>4.4000000000000004</c:v>
                </c:pt>
                <c:pt idx="45">
                  <c:v>5.4</c:v>
                </c:pt>
                <c:pt idx="46">
                  <c:v>5</c:v>
                </c:pt>
                <c:pt idx="47">
                  <c:v>4.8</c:v>
                </c:pt>
                <c:pt idx="48">
                  <c:v>4.4000000000000004</c:v>
                </c:pt>
                <c:pt idx="49">
                  <c:v>4.4000000000000004</c:v>
                </c:pt>
                <c:pt idx="50">
                  <c:v>4.4000000000000004</c:v>
                </c:pt>
                <c:pt idx="51">
                  <c:v>4.5999999999999996</c:v>
                </c:pt>
                <c:pt idx="52">
                  <c:v>4.4000000000000004</c:v>
                </c:pt>
                <c:pt idx="53">
                  <c:v>4.4000000000000004</c:v>
                </c:pt>
                <c:pt idx="54">
                  <c:v>4.5999999999999996</c:v>
                </c:pt>
                <c:pt idx="55">
                  <c:v>4.8</c:v>
                </c:pt>
                <c:pt idx="56">
                  <c:v>5</c:v>
                </c:pt>
                <c:pt idx="57">
                  <c:v>5</c:v>
                </c:pt>
                <c:pt idx="58">
                  <c:v>5.4</c:v>
                </c:pt>
                <c:pt idx="59">
                  <c:v>5.6</c:v>
                </c:pt>
                <c:pt idx="60">
                  <c:v>5.8</c:v>
                </c:pt>
                <c:pt idx="61">
                  <c:v>5.8</c:v>
                </c:pt>
                <c:pt idx="62">
                  <c:v>5.6</c:v>
                </c:pt>
                <c:pt idx="63">
                  <c:v>5.2</c:v>
                </c:pt>
                <c:pt idx="64">
                  <c:v>5.2</c:v>
                </c:pt>
                <c:pt idx="65">
                  <c:v>5.2</c:v>
                </c:pt>
                <c:pt idx="66">
                  <c:v>5.2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5.2</c:v>
                </c:pt>
                <c:pt idx="71">
                  <c:v>5</c:v>
                </c:pt>
                <c:pt idx="72">
                  <c:v>5.4</c:v>
                </c:pt>
                <c:pt idx="73">
                  <c:v>5.6</c:v>
                </c:pt>
                <c:pt idx="74">
                  <c:v>5.4</c:v>
                </c:pt>
                <c:pt idx="75">
                  <c:v>5.4</c:v>
                </c:pt>
                <c:pt idx="76">
                  <c:v>5.6</c:v>
                </c:pt>
                <c:pt idx="77">
                  <c:v>6</c:v>
                </c:pt>
                <c:pt idx="78">
                  <c:v>6.2</c:v>
                </c:pt>
                <c:pt idx="79">
                  <c:v>6.8</c:v>
                </c:pt>
                <c:pt idx="80">
                  <c:v>6.6</c:v>
                </c:pt>
                <c:pt idx="81">
                  <c:v>6.6</c:v>
                </c:pt>
                <c:pt idx="82">
                  <c:v>6.8</c:v>
                </c:pt>
                <c:pt idx="83">
                  <c:v>7</c:v>
                </c:pt>
                <c:pt idx="84">
                  <c:v>7.2</c:v>
                </c:pt>
                <c:pt idx="85">
                  <c:v>7.2</c:v>
                </c:pt>
                <c:pt idx="86">
                  <c:v>6.8</c:v>
                </c:pt>
                <c:pt idx="87">
                  <c:v>6.8</c:v>
                </c:pt>
                <c:pt idx="88">
                  <c:v>6.8</c:v>
                </c:pt>
                <c:pt idx="89">
                  <c:v>6.6</c:v>
                </c:pt>
                <c:pt idx="90">
                  <c:v>6.8</c:v>
                </c:pt>
                <c:pt idx="91">
                  <c:v>6.8</c:v>
                </c:pt>
                <c:pt idx="92">
                  <c:v>6.8</c:v>
                </c:pt>
                <c:pt idx="93">
                  <c:v>6.4</c:v>
                </c:pt>
                <c:pt idx="94">
                  <c:v>6.2</c:v>
                </c:pt>
                <c:pt idx="95">
                  <c:v>6.4</c:v>
                </c:pt>
                <c:pt idx="96">
                  <c:v>6.4</c:v>
                </c:pt>
                <c:pt idx="97">
                  <c:v>6.4</c:v>
                </c:pt>
                <c:pt idx="98">
                  <c:v>6.4</c:v>
                </c:pt>
                <c:pt idx="99">
                  <c:v>6.8</c:v>
                </c:pt>
                <c:pt idx="100">
                  <c:v>7.2</c:v>
                </c:pt>
                <c:pt idx="101">
                  <c:v>7.2</c:v>
                </c:pt>
                <c:pt idx="102">
                  <c:v>7</c:v>
                </c:pt>
                <c:pt idx="103">
                  <c:v>7.6</c:v>
                </c:pt>
                <c:pt idx="104">
                  <c:v>8.4</c:v>
                </c:pt>
                <c:pt idx="105">
                  <c:v>8.6</c:v>
                </c:pt>
                <c:pt idx="106">
                  <c:v>8.8000000000000007</c:v>
                </c:pt>
                <c:pt idx="107">
                  <c:v>8.6</c:v>
                </c:pt>
                <c:pt idx="108">
                  <c:v>8.4</c:v>
                </c:pt>
                <c:pt idx="109">
                  <c:v>8.6</c:v>
                </c:pt>
                <c:pt idx="110">
                  <c:v>8.8000000000000007</c:v>
                </c:pt>
                <c:pt idx="111">
                  <c:v>8.6</c:v>
                </c:pt>
                <c:pt idx="112">
                  <c:v>8.8000000000000007</c:v>
                </c:pt>
                <c:pt idx="113">
                  <c:v>8.6</c:v>
                </c:pt>
                <c:pt idx="114">
                  <c:v>8.4</c:v>
                </c:pt>
                <c:pt idx="115">
                  <c:v>8.6</c:v>
                </c:pt>
                <c:pt idx="116">
                  <c:v>9.1999999999999993</c:v>
                </c:pt>
                <c:pt idx="117">
                  <c:v>9</c:v>
                </c:pt>
                <c:pt idx="118">
                  <c:v>9.1999999999999993</c:v>
                </c:pt>
                <c:pt idx="119">
                  <c:v>9</c:v>
                </c:pt>
                <c:pt idx="120">
                  <c:v>9.4</c:v>
                </c:pt>
                <c:pt idx="121">
                  <c:v>9.6</c:v>
                </c:pt>
                <c:pt idx="122">
                  <c:v>9.6</c:v>
                </c:pt>
                <c:pt idx="123">
                  <c:v>10</c:v>
                </c:pt>
                <c:pt idx="124">
                  <c:v>9.8000000000000007</c:v>
                </c:pt>
                <c:pt idx="125">
                  <c:v>10</c:v>
                </c:pt>
                <c:pt idx="126">
                  <c:v>10</c:v>
                </c:pt>
                <c:pt idx="127">
                  <c:v>10.4</c:v>
                </c:pt>
                <c:pt idx="128">
                  <c:v>11</c:v>
                </c:pt>
                <c:pt idx="129">
                  <c:v>11.2</c:v>
                </c:pt>
                <c:pt idx="130">
                  <c:v>11.6</c:v>
                </c:pt>
                <c:pt idx="131">
                  <c:v>11.6</c:v>
                </c:pt>
                <c:pt idx="132">
                  <c:v>11.8</c:v>
                </c:pt>
                <c:pt idx="133">
                  <c:v>11.6</c:v>
                </c:pt>
                <c:pt idx="134">
                  <c:v>11.6</c:v>
                </c:pt>
                <c:pt idx="135">
                  <c:v>12.2</c:v>
                </c:pt>
                <c:pt idx="136">
                  <c:v>12.2</c:v>
                </c:pt>
                <c:pt idx="137">
                  <c:v>12.2</c:v>
                </c:pt>
                <c:pt idx="138">
                  <c:v>12.6</c:v>
                </c:pt>
                <c:pt idx="139">
                  <c:v>12</c:v>
                </c:pt>
                <c:pt idx="140">
                  <c:v>12.2</c:v>
                </c:pt>
                <c:pt idx="141">
                  <c:v>12.4</c:v>
                </c:pt>
                <c:pt idx="142">
                  <c:v>12.4</c:v>
                </c:pt>
                <c:pt idx="143">
                  <c:v>12.4</c:v>
                </c:pt>
                <c:pt idx="144">
                  <c:v>12.2</c:v>
                </c:pt>
                <c:pt idx="145">
                  <c:v>12.2</c:v>
                </c:pt>
                <c:pt idx="146">
                  <c:v>12.4</c:v>
                </c:pt>
                <c:pt idx="147">
                  <c:v>12.6</c:v>
                </c:pt>
                <c:pt idx="148">
                  <c:v>12.8</c:v>
                </c:pt>
                <c:pt idx="149">
                  <c:v>13</c:v>
                </c:pt>
                <c:pt idx="150">
                  <c:v>13.2</c:v>
                </c:pt>
                <c:pt idx="151">
                  <c:v>13.4</c:v>
                </c:pt>
                <c:pt idx="152">
                  <c:v>13.4</c:v>
                </c:pt>
                <c:pt idx="153">
                  <c:v>13.8</c:v>
                </c:pt>
                <c:pt idx="154">
                  <c:v>13.8</c:v>
                </c:pt>
                <c:pt idx="155">
                  <c:v>13.8</c:v>
                </c:pt>
                <c:pt idx="156">
                  <c:v>13.6</c:v>
                </c:pt>
                <c:pt idx="157">
                  <c:v>13.6</c:v>
                </c:pt>
                <c:pt idx="158">
                  <c:v>13.6</c:v>
                </c:pt>
                <c:pt idx="159">
                  <c:v>13.6</c:v>
                </c:pt>
                <c:pt idx="160">
                  <c:v>13.6</c:v>
                </c:pt>
                <c:pt idx="161">
                  <c:v>13.8</c:v>
                </c:pt>
                <c:pt idx="162">
                  <c:v>13.8</c:v>
                </c:pt>
                <c:pt idx="163">
                  <c:v>13.8</c:v>
                </c:pt>
                <c:pt idx="164">
                  <c:v>13.8</c:v>
                </c:pt>
                <c:pt idx="165">
                  <c:v>13.8</c:v>
                </c:pt>
                <c:pt idx="166">
                  <c:v>13.6</c:v>
                </c:pt>
                <c:pt idx="167">
                  <c:v>13.6</c:v>
                </c:pt>
                <c:pt idx="168">
                  <c:v>13.6</c:v>
                </c:pt>
                <c:pt idx="169">
                  <c:v>13.4</c:v>
                </c:pt>
                <c:pt idx="170">
                  <c:v>13.6</c:v>
                </c:pt>
                <c:pt idx="171">
                  <c:v>13.6</c:v>
                </c:pt>
                <c:pt idx="172">
                  <c:v>13.6</c:v>
                </c:pt>
                <c:pt idx="173">
                  <c:v>13.6</c:v>
                </c:pt>
                <c:pt idx="174">
                  <c:v>13.4</c:v>
                </c:pt>
                <c:pt idx="175">
                  <c:v>13.4</c:v>
                </c:pt>
                <c:pt idx="176">
                  <c:v>14</c:v>
                </c:pt>
                <c:pt idx="177">
                  <c:v>13.8</c:v>
                </c:pt>
                <c:pt idx="178">
                  <c:v>13.6</c:v>
                </c:pt>
                <c:pt idx="179">
                  <c:v>14</c:v>
                </c:pt>
                <c:pt idx="180">
                  <c:v>13.8</c:v>
                </c:pt>
                <c:pt idx="181">
                  <c:v>13.8</c:v>
                </c:pt>
                <c:pt idx="182">
                  <c:v>13.8</c:v>
                </c:pt>
                <c:pt idx="183">
                  <c:v>13.8</c:v>
                </c:pt>
                <c:pt idx="184">
                  <c:v>13.8</c:v>
                </c:pt>
                <c:pt idx="185">
                  <c:v>14</c:v>
                </c:pt>
                <c:pt idx="186">
                  <c:v>14</c:v>
                </c:pt>
                <c:pt idx="187">
                  <c:v>14</c:v>
                </c:pt>
                <c:pt idx="188">
                  <c:v>13.8</c:v>
                </c:pt>
                <c:pt idx="189">
                  <c:v>13.8</c:v>
                </c:pt>
                <c:pt idx="190">
                  <c:v>14</c:v>
                </c:pt>
                <c:pt idx="191">
                  <c:v>14.2</c:v>
                </c:pt>
                <c:pt idx="192">
                  <c:v>13.8</c:v>
                </c:pt>
                <c:pt idx="193">
                  <c:v>13.8</c:v>
                </c:pt>
                <c:pt idx="194">
                  <c:v>14</c:v>
                </c:pt>
                <c:pt idx="195">
                  <c:v>13.8</c:v>
                </c:pt>
                <c:pt idx="196">
                  <c:v>13.6</c:v>
                </c:pt>
                <c:pt idx="197">
                  <c:v>13.6</c:v>
                </c:pt>
                <c:pt idx="198">
                  <c:v>13.8</c:v>
                </c:pt>
                <c:pt idx="199">
                  <c:v>14.4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AE-44EF-9F75-D9856FCE1403}"/>
            </c:ext>
          </c:extLst>
        </c:ser>
        <c:ser>
          <c:idx val="3"/>
          <c:order val="3"/>
          <c:tx>
            <c:strRef>
              <c:f>save1!$EX$204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save1!$EX$205:$EX$404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0.8</c:v>
                </c:pt>
                <c:pt idx="7">
                  <c:v>1.8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1.8</c:v>
                </c:pt>
                <c:pt idx="12">
                  <c:v>2.4</c:v>
                </c:pt>
                <c:pt idx="13">
                  <c:v>2.8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3.4</c:v>
                </c:pt>
                <c:pt idx="18">
                  <c:v>3.4</c:v>
                </c:pt>
                <c:pt idx="19">
                  <c:v>3.6</c:v>
                </c:pt>
                <c:pt idx="20">
                  <c:v>3.8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5</c:v>
                </c:pt>
                <c:pt idx="25">
                  <c:v>5</c:v>
                </c:pt>
                <c:pt idx="26">
                  <c:v>5.4</c:v>
                </c:pt>
                <c:pt idx="27">
                  <c:v>5.8</c:v>
                </c:pt>
                <c:pt idx="28">
                  <c:v>5.8</c:v>
                </c:pt>
                <c:pt idx="29">
                  <c:v>6</c:v>
                </c:pt>
                <c:pt idx="30">
                  <c:v>6</c:v>
                </c:pt>
                <c:pt idx="31">
                  <c:v>6.2</c:v>
                </c:pt>
                <c:pt idx="32">
                  <c:v>6.2</c:v>
                </c:pt>
                <c:pt idx="33">
                  <c:v>6.2</c:v>
                </c:pt>
                <c:pt idx="34">
                  <c:v>6.4</c:v>
                </c:pt>
                <c:pt idx="35">
                  <c:v>6.4</c:v>
                </c:pt>
                <c:pt idx="36">
                  <c:v>6.8</c:v>
                </c:pt>
                <c:pt idx="37">
                  <c:v>7</c:v>
                </c:pt>
                <c:pt idx="38">
                  <c:v>7</c:v>
                </c:pt>
                <c:pt idx="39">
                  <c:v>7.4</c:v>
                </c:pt>
                <c:pt idx="40">
                  <c:v>7.4</c:v>
                </c:pt>
                <c:pt idx="41">
                  <c:v>7.4</c:v>
                </c:pt>
                <c:pt idx="42">
                  <c:v>7.8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8.4</c:v>
                </c:pt>
                <c:pt idx="48">
                  <c:v>9</c:v>
                </c:pt>
                <c:pt idx="49">
                  <c:v>9</c:v>
                </c:pt>
                <c:pt idx="50">
                  <c:v>9.1999999999999993</c:v>
                </c:pt>
                <c:pt idx="51">
                  <c:v>9.4</c:v>
                </c:pt>
                <c:pt idx="52">
                  <c:v>10</c:v>
                </c:pt>
                <c:pt idx="53">
                  <c:v>11.4</c:v>
                </c:pt>
                <c:pt idx="54">
                  <c:v>12</c:v>
                </c:pt>
                <c:pt idx="55">
                  <c:v>12</c:v>
                </c:pt>
                <c:pt idx="56">
                  <c:v>12.6</c:v>
                </c:pt>
                <c:pt idx="57">
                  <c:v>12.8</c:v>
                </c:pt>
                <c:pt idx="58">
                  <c:v>13.2</c:v>
                </c:pt>
                <c:pt idx="59">
                  <c:v>14</c:v>
                </c:pt>
                <c:pt idx="60">
                  <c:v>14</c:v>
                </c:pt>
                <c:pt idx="61">
                  <c:v>14.2</c:v>
                </c:pt>
                <c:pt idx="62">
                  <c:v>15</c:v>
                </c:pt>
                <c:pt idx="63">
                  <c:v>15.2</c:v>
                </c:pt>
                <c:pt idx="64">
                  <c:v>15.4</c:v>
                </c:pt>
                <c:pt idx="65">
                  <c:v>15.6</c:v>
                </c:pt>
                <c:pt idx="66">
                  <c:v>16</c:v>
                </c:pt>
                <c:pt idx="67">
                  <c:v>16</c:v>
                </c:pt>
                <c:pt idx="68">
                  <c:v>16</c:v>
                </c:pt>
                <c:pt idx="69">
                  <c:v>16.399999999999999</c:v>
                </c:pt>
                <c:pt idx="70">
                  <c:v>16.399999999999999</c:v>
                </c:pt>
                <c:pt idx="71">
                  <c:v>16.399999999999999</c:v>
                </c:pt>
                <c:pt idx="72">
                  <c:v>16.600000000000001</c:v>
                </c:pt>
                <c:pt idx="73">
                  <c:v>17.2</c:v>
                </c:pt>
                <c:pt idx="74">
                  <c:v>17.600000000000001</c:v>
                </c:pt>
                <c:pt idx="75">
                  <c:v>17.600000000000001</c:v>
                </c:pt>
                <c:pt idx="76">
                  <c:v>18</c:v>
                </c:pt>
                <c:pt idx="77">
                  <c:v>18.2</c:v>
                </c:pt>
                <c:pt idx="78">
                  <c:v>18.2</c:v>
                </c:pt>
                <c:pt idx="79">
                  <c:v>18.399999999999999</c:v>
                </c:pt>
                <c:pt idx="80">
                  <c:v>18.399999999999999</c:v>
                </c:pt>
                <c:pt idx="81">
                  <c:v>19</c:v>
                </c:pt>
                <c:pt idx="82">
                  <c:v>19.399999999999999</c:v>
                </c:pt>
                <c:pt idx="83">
                  <c:v>19.8</c:v>
                </c:pt>
                <c:pt idx="84">
                  <c:v>20.2</c:v>
                </c:pt>
                <c:pt idx="85">
                  <c:v>20.399999999999999</c:v>
                </c:pt>
                <c:pt idx="86">
                  <c:v>20.8</c:v>
                </c:pt>
                <c:pt idx="87">
                  <c:v>21.4</c:v>
                </c:pt>
                <c:pt idx="88">
                  <c:v>21.8</c:v>
                </c:pt>
                <c:pt idx="89">
                  <c:v>21.8</c:v>
                </c:pt>
                <c:pt idx="90">
                  <c:v>22</c:v>
                </c:pt>
                <c:pt idx="91">
                  <c:v>23</c:v>
                </c:pt>
                <c:pt idx="92">
                  <c:v>23.2</c:v>
                </c:pt>
                <c:pt idx="93">
                  <c:v>23.6</c:v>
                </c:pt>
                <c:pt idx="94">
                  <c:v>25.6</c:v>
                </c:pt>
                <c:pt idx="95">
                  <c:v>26</c:v>
                </c:pt>
                <c:pt idx="96">
                  <c:v>26</c:v>
                </c:pt>
                <c:pt idx="97">
                  <c:v>26.2</c:v>
                </c:pt>
                <c:pt idx="98">
                  <c:v>26.2</c:v>
                </c:pt>
                <c:pt idx="99">
                  <c:v>26.4</c:v>
                </c:pt>
                <c:pt idx="100">
                  <c:v>27</c:v>
                </c:pt>
                <c:pt idx="101">
                  <c:v>27.8</c:v>
                </c:pt>
                <c:pt idx="102">
                  <c:v>27.8</c:v>
                </c:pt>
                <c:pt idx="103">
                  <c:v>28.6</c:v>
                </c:pt>
                <c:pt idx="104">
                  <c:v>28.8</c:v>
                </c:pt>
                <c:pt idx="105">
                  <c:v>29</c:v>
                </c:pt>
                <c:pt idx="106">
                  <c:v>29.4</c:v>
                </c:pt>
                <c:pt idx="107">
                  <c:v>30</c:v>
                </c:pt>
                <c:pt idx="108">
                  <c:v>30.4</c:v>
                </c:pt>
                <c:pt idx="109">
                  <c:v>30.6</c:v>
                </c:pt>
                <c:pt idx="110">
                  <c:v>31</c:v>
                </c:pt>
                <c:pt idx="111">
                  <c:v>31</c:v>
                </c:pt>
                <c:pt idx="112">
                  <c:v>32.200000000000003</c:v>
                </c:pt>
                <c:pt idx="113">
                  <c:v>32.4</c:v>
                </c:pt>
                <c:pt idx="114">
                  <c:v>32.6</c:v>
                </c:pt>
                <c:pt idx="115">
                  <c:v>33.6</c:v>
                </c:pt>
                <c:pt idx="116">
                  <c:v>34.200000000000003</c:v>
                </c:pt>
                <c:pt idx="117">
                  <c:v>34.6</c:v>
                </c:pt>
                <c:pt idx="118">
                  <c:v>34.799999999999997</c:v>
                </c:pt>
                <c:pt idx="119">
                  <c:v>35</c:v>
                </c:pt>
                <c:pt idx="120">
                  <c:v>35.200000000000003</c:v>
                </c:pt>
                <c:pt idx="121">
                  <c:v>35.4</c:v>
                </c:pt>
                <c:pt idx="122">
                  <c:v>35.4</c:v>
                </c:pt>
                <c:pt idx="123">
                  <c:v>35.4</c:v>
                </c:pt>
                <c:pt idx="124">
                  <c:v>35.799999999999997</c:v>
                </c:pt>
                <c:pt idx="125">
                  <c:v>35.799999999999997</c:v>
                </c:pt>
                <c:pt idx="126">
                  <c:v>36</c:v>
                </c:pt>
                <c:pt idx="127">
                  <c:v>36.6</c:v>
                </c:pt>
                <c:pt idx="128">
                  <c:v>37.200000000000003</c:v>
                </c:pt>
                <c:pt idx="129">
                  <c:v>37.200000000000003</c:v>
                </c:pt>
                <c:pt idx="130">
                  <c:v>37.4</c:v>
                </c:pt>
                <c:pt idx="131">
                  <c:v>37.799999999999997</c:v>
                </c:pt>
                <c:pt idx="132">
                  <c:v>38.200000000000003</c:v>
                </c:pt>
                <c:pt idx="133">
                  <c:v>38.799999999999997</c:v>
                </c:pt>
                <c:pt idx="134">
                  <c:v>38.799999999999997</c:v>
                </c:pt>
                <c:pt idx="135">
                  <c:v>39</c:v>
                </c:pt>
                <c:pt idx="136">
                  <c:v>39.200000000000003</c:v>
                </c:pt>
                <c:pt idx="137">
                  <c:v>39.799999999999997</c:v>
                </c:pt>
                <c:pt idx="138">
                  <c:v>40.6</c:v>
                </c:pt>
                <c:pt idx="139">
                  <c:v>40.6</c:v>
                </c:pt>
                <c:pt idx="140">
                  <c:v>41.2</c:v>
                </c:pt>
                <c:pt idx="141">
                  <c:v>41.4</c:v>
                </c:pt>
                <c:pt idx="142">
                  <c:v>41.4</c:v>
                </c:pt>
                <c:pt idx="143">
                  <c:v>41.8</c:v>
                </c:pt>
                <c:pt idx="144">
                  <c:v>42</c:v>
                </c:pt>
                <c:pt idx="145">
                  <c:v>42</c:v>
                </c:pt>
                <c:pt idx="146">
                  <c:v>42.6</c:v>
                </c:pt>
                <c:pt idx="147">
                  <c:v>42.8</c:v>
                </c:pt>
                <c:pt idx="148">
                  <c:v>43.2</c:v>
                </c:pt>
                <c:pt idx="149">
                  <c:v>43.4</c:v>
                </c:pt>
                <c:pt idx="150">
                  <c:v>44.4</c:v>
                </c:pt>
                <c:pt idx="151">
                  <c:v>44.6</c:v>
                </c:pt>
                <c:pt idx="152">
                  <c:v>44.8</c:v>
                </c:pt>
                <c:pt idx="153">
                  <c:v>45.2</c:v>
                </c:pt>
                <c:pt idx="154">
                  <c:v>45.6</c:v>
                </c:pt>
                <c:pt idx="155">
                  <c:v>46</c:v>
                </c:pt>
                <c:pt idx="156">
                  <c:v>46.4</c:v>
                </c:pt>
                <c:pt idx="157">
                  <c:v>46.4</c:v>
                </c:pt>
                <c:pt idx="158">
                  <c:v>46.8</c:v>
                </c:pt>
                <c:pt idx="159">
                  <c:v>47.2</c:v>
                </c:pt>
                <c:pt idx="160">
                  <c:v>47.8</c:v>
                </c:pt>
                <c:pt idx="161">
                  <c:v>48.2</c:v>
                </c:pt>
                <c:pt idx="162">
                  <c:v>48.2</c:v>
                </c:pt>
                <c:pt idx="163">
                  <c:v>48.4</c:v>
                </c:pt>
                <c:pt idx="164">
                  <c:v>49.2</c:v>
                </c:pt>
                <c:pt idx="165">
                  <c:v>49.4</c:v>
                </c:pt>
                <c:pt idx="166">
                  <c:v>49.4</c:v>
                </c:pt>
                <c:pt idx="167">
                  <c:v>49.6</c:v>
                </c:pt>
                <c:pt idx="168">
                  <c:v>49.6</c:v>
                </c:pt>
                <c:pt idx="169">
                  <c:v>50</c:v>
                </c:pt>
                <c:pt idx="170">
                  <c:v>50.2</c:v>
                </c:pt>
                <c:pt idx="171">
                  <c:v>50.4</c:v>
                </c:pt>
                <c:pt idx="172">
                  <c:v>50.6</c:v>
                </c:pt>
                <c:pt idx="173">
                  <c:v>50.6</c:v>
                </c:pt>
                <c:pt idx="174">
                  <c:v>50.6</c:v>
                </c:pt>
                <c:pt idx="175">
                  <c:v>51.6</c:v>
                </c:pt>
                <c:pt idx="176">
                  <c:v>51.8</c:v>
                </c:pt>
                <c:pt idx="177">
                  <c:v>52.4</c:v>
                </c:pt>
                <c:pt idx="178">
                  <c:v>52.4</c:v>
                </c:pt>
                <c:pt idx="179">
                  <c:v>52.8</c:v>
                </c:pt>
                <c:pt idx="180">
                  <c:v>52.8</c:v>
                </c:pt>
                <c:pt idx="181">
                  <c:v>53</c:v>
                </c:pt>
                <c:pt idx="182">
                  <c:v>53.2</c:v>
                </c:pt>
                <c:pt idx="183">
                  <c:v>53.6</c:v>
                </c:pt>
                <c:pt idx="184">
                  <c:v>53.8</c:v>
                </c:pt>
                <c:pt idx="185">
                  <c:v>53.8</c:v>
                </c:pt>
                <c:pt idx="186">
                  <c:v>53.8</c:v>
                </c:pt>
                <c:pt idx="187">
                  <c:v>54.2</c:v>
                </c:pt>
                <c:pt idx="188">
                  <c:v>55.2</c:v>
                </c:pt>
                <c:pt idx="189">
                  <c:v>55.2</c:v>
                </c:pt>
                <c:pt idx="190">
                  <c:v>55.2</c:v>
                </c:pt>
                <c:pt idx="191">
                  <c:v>55.2</c:v>
                </c:pt>
                <c:pt idx="192">
                  <c:v>55.2</c:v>
                </c:pt>
                <c:pt idx="193">
                  <c:v>55.4</c:v>
                </c:pt>
                <c:pt idx="194">
                  <c:v>56</c:v>
                </c:pt>
                <c:pt idx="195">
                  <c:v>57</c:v>
                </c:pt>
                <c:pt idx="196">
                  <c:v>57</c:v>
                </c:pt>
                <c:pt idx="197">
                  <c:v>57</c:v>
                </c:pt>
                <c:pt idx="198">
                  <c:v>57.6</c:v>
                </c:pt>
                <c:pt idx="199">
                  <c:v>57.8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AE-44EF-9F75-D9856FCE1403}"/>
            </c:ext>
          </c:extLst>
        </c:ser>
        <c:ser>
          <c:idx val="4"/>
          <c:order val="4"/>
          <c:tx>
            <c:strRef>
              <c:f>save1!$EY$204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save1!$EY$205:$EY$404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1.2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1.6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1.6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2.6</c:v>
                </c:pt>
                <c:pt idx="47">
                  <c:v>2.6</c:v>
                </c:pt>
                <c:pt idx="48">
                  <c:v>2.6</c:v>
                </c:pt>
                <c:pt idx="49">
                  <c:v>2.6</c:v>
                </c:pt>
                <c:pt idx="50">
                  <c:v>2.6</c:v>
                </c:pt>
                <c:pt idx="51">
                  <c:v>2.6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3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3.4</c:v>
                </c:pt>
                <c:pt idx="69">
                  <c:v>3.4</c:v>
                </c:pt>
                <c:pt idx="70">
                  <c:v>3.4</c:v>
                </c:pt>
                <c:pt idx="71">
                  <c:v>3.4</c:v>
                </c:pt>
                <c:pt idx="72">
                  <c:v>3.4</c:v>
                </c:pt>
                <c:pt idx="73">
                  <c:v>3.4</c:v>
                </c:pt>
                <c:pt idx="74">
                  <c:v>3.8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4</c:v>
                </c:pt>
                <c:pt idx="86">
                  <c:v>4.2</c:v>
                </c:pt>
                <c:pt idx="87">
                  <c:v>4.2</c:v>
                </c:pt>
                <c:pt idx="88">
                  <c:v>4.2</c:v>
                </c:pt>
                <c:pt idx="89">
                  <c:v>4.2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4.4000000000000004</c:v>
                </c:pt>
                <c:pt idx="96">
                  <c:v>4.4000000000000004</c:v>
                </c:pt>
                <c:pt idx="97">
                  <c:v>4.4000000000000004</c:v>
                </c:pt>
                <c:pt idx="98">
                  <c:v>4.8</c:v>
                </c:pt>
                <c:pt idx="99">
                  <c:v>4.8</c:v>
                </c:pt>
                <c:pt idx="100">
                  <c:v>5</c:v>
                </c:pt>
                <c:pt idx="101">
                  <c:v>5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5.2</c:v>
                </c:pt>
                <c:pt idx="107">
                  <c:v>5.2</c:v>
                </c:pt>
                <c:pt idx="108">
                  <c:v>5.4</c:v>
                </c:pt>
                <c:pt idx="109">
                  <c:v>5.4</c:v>
                </c:pt>
                <c:pt idx="110">
                  <c:v>5.4</c:v>
                </c:pt>
                <c:pt idx="111">
                  <c:v>5.4</c:v>
                </c:pt>
                <c:pt idx="112">
                  <c:v>5.4</c:v>
                </c:pt>
                <c:pt idx="113">
                  <c:v>5.4</c:v>
                </c:pt>
                <c:pt idx="114">
                  <c:v>5.4</c:v>
                </c:pt>
                <c:pt idx="115">
                  <c:v>5.4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5.6</c:v>
                </c:pt>
                <c:pt idx="127">
                  <c:v>5.6</c:v>
                </c:pt>
                <c:pt idx="128">
                  <c:v>5.6</c:v>
                </c:pt>
                <c:pt idx="129">
                  <c:v>5.6</c:v>
                </c:pt>
                <c:pt idx="130">
                  <c:v>5.6</c:v>
                </c:pt>
                <c:pt idx="131">
                  <c:v>5.8</c:v>
                </c:pt>
                <c:pt idx="132">
                  <c:v>6</c:v>
                </c:pt>
                <c:pt idx="133">
                  <c:v>6</c:v>
                </c:pt>
                <c:pt idx="134">
                  <c:v>6.2</c:v>
                </c:pt>
                <c:pt idx="135">
                  <c:v>6.2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6.4</c:v>
                </c:pt>
                <c:pt idx="141">
                  <c:v>6.4</c:v>
                </c:pt>
                <c:pt idx="142">
                  <c:v>6.4</c:v>
                </c:pt>
                <c:pt idx="143">
                  <c:v>6.6</c:v>
                </c:pt>
                <c:pt idx="144">
                  <c:v>6.8</c:v>
                </c:pt>
                <c:pt idx="145">
                  <c:v>7</c:v>
                </c:pt>
                <c:pt idx="146">
                  <c:v>7</c:v>
                </c:pt>
                <c:pt idx="147">
                  <c:v>7.2</c:v>
                </c:pt>
                <c:pt idx="148">
                  <c:v>7.4</c:v>
                </c:pt>
                <c:pt idx="149">
                  <c:v>7.4</c:v>
                </c:pt>
                <c:pt idx="150">
                  <c:v>7.4</c:v>
                </c:pt>
                <c:pt idx="151">
                  <c:v>7.6</c:v>
                </c:pt>
                <c:pt idx="152">
                  <c:v>7.8</c:v>
                </c:pt>
                <c:pt idx="153">
                  <c:v>7.8</c:v>
                </c:pt>
                <c:pt idx="154">
                  <c:v>7.8</c:v>
                </c:pt>
                <c:pt idx="155">
                  <c:v>7.8</c:v>
                </c:pt>
                <c:pt idx="156">
                  <c:v>7.8</c:v>
                </c:pt>
                <c:pt idx="157">
                  <c:v>7.8</c:v>
                </c:pt>
                <c:pt idx="158">
                  <c:v>8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8.1999999999999993</c:v>
                </c:pt>
                <c:pt idx="164">
                  <c:v>8.1999999999999993</c:v>
                </c:pt>
                <c:pt idx="165">
                  <c:v>8.1999999999999993</c:v>
                </c:pt>
                <c:pt idx="166">
                  <c:v>8.1999999999999993</c:v>
                </c:pt>
                <c:pt idx="167">
                  <c:v>8.4</c:v>
                </c:pt>
                <c:pt idx="168">
                  <c:v>8.4</c:v>
                </c:pt>
                <c:pt idx="169">
                  <c:v>8.4</c:v>
                </c:pt>
                <c:pt idx="170">
                  <c:v>8.4</c:v>
                </c:pt>
                <c:pt idx="171">
                  <c:v>8.4</c:v>
                </c:pt>
                <c:pt idx="172">
                  <c:v>8.6</c:v>
                </c:pt>
                <c:pt idx="173">
                  <c:v>8.8000000000000007</c:v>
                </c:pt>
                <c:pt idx="174">
                  <c:v>8.8000000000000007</c:v>
                </c:pt>
                <c:pt idx="175">
                  <c:v>8.8000000000000007</c:v>
                </c:pt>
                <c:pt idx="176">
                  <c:v>9</c:v>
                </c:pt>
                <c:pt idx="177">
                  <c:v>9</c:v>
                </c:pt>
                <c:pt idx="178">
                  <c:v>9.1999999999999993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9.4</c:v>
                </c:pt>
                <c:pt idx="183">
                  <c:v>9.4</c:v>
                </c:pt>
                <c:pt idx="184">
                  <c:v>9.4</c:v>
                </c:pt>
                <c:pt idx="185">
                  <c:v>9.6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10.199999999999999</c:v>
                </c:pt>
                <c:pt idx="190">
                  <c:v>10.199999999999999</c:v>
                </c:pt>
                <c:pt idx="191">
                  <c:v>10.199999999999999</c:v>
                </c:pt>
                <c:pt idx="192">
                  <c:v>10.199999999999999</c:v>
                </c:pt>
                <c:pt idx="193">
                  <c:v>10.199999999999999</c:v>
                </c:pt>
                <c:pt idx="194">
                  <c:v>10.199999999999999</c:v>
                </c:pt>
                <c:pt idx="195">
                  <c:v>10.4</c:v>
                </c:pt>
                <c:pt idx="196">
                  <c:v>10.4</c:v>
                </c:pt>
                <c:pt idx="197">
                  <c:v>10.6</c:v>
                </c:pt>
                <c:pt idx="198">
                  <c:v>10.8</c:v>
                </c:pt>
                <c:pt idx="199">
                  <c:v>10.8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EAE-44EF-9F75-D9856FCE1403}"/>
            </c:ext>
          </c:extLst>
        </c:ser>
        <c:ser>
          <c:idx val="5"/>
          <c:order val="5"/>
          <c:tx>
            <c:strRef>
              <c:f>save1!$EZ$204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save1!$EZ$205:$EZ$404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  <c:pt idx="5">
                  <c:v>1.6</c:v>
                </c:pt>
                <c:pt idx="6">
                  <c:v>1.8</c:v>
                </c:pt>
                <c:pt idx="7">
                  <c:v>2.4</c:v>
                </c:pt>
                <c:pt idx="8">
                  <c:v>2.6</c:v>
                </c:pt>
                <c:pt idx="9">
                  <c:v>2.8</c:v>
                </c:pt>
                <c:pt idx="10">
                  <c:v>2.8</c:v>
                </c:pt>
                <c:pt idx="11">
                  <c:v>3</c:v>
                </c:pt>
                <c:pt idx="12">
                  <c:v>3.6</c:v>
                </c:pt>
                <c:pt idx="13">
                  <c:v>4</c:v>
                </c:pt>
                <c:pt idx="14">
                  <c:v>4.2</c:v>
                </c:pt>
                <c:pt idx="15">
                  <c:v>4.4000000000000004</c:v>
                </c:pt>
                <c:pt idx="16">
                  <c:v>4.8</c:v>
                </c:pt>
                <c:pt idx="17">
                  <c:v>5</c:v>
                </c:pt>
                <c:pt idx="18">
                  <c:v>5.4</c:v>
                </c:pt>
                <c:pt idx="19">
                  <c:v>5.8</c:v>
                </c:pt>
                <c:pt idx="20">
                  <c:v>6.2</c:v>
                </c:pt>
                <c:pt idx="21">
                  <c:v>6.8</c:v>
                </c:pt>
                <c:pt idx="22">
                  <c:v>6.8</c:v>
                </c:pt>
                <c:pt idx="23">
                  <c:v>7.2</c:v>
                </c:pt>
                <c:pt idx="24">
                  <c:v>7.6</c:v>
                </c:pt>
                <c:pt idx="25">
                  <c:v>7.8</c:v>
                </c:pt>
                <c:pt idx="26">
                  <c:v>8</c:v>
                </c:pt>
                <c:pt idx="27">
                  <c:v>8.4</c:v>
                </c:pt>
                <c:pt idx="28">
                  <c:v>8.8000000000000007</c:v>
                </c:pt>
                <c:pt idx="29">
                  <c:v>9.1999999999999993</c:v>
                </c:pt>
                <c:pt idx="30">
                  <c:v>9.4</c:v>
                </c:pt>
                <c:pt idx="31">
                  <c:v>9.4</c:v>
                </c:pt>
                <c:pt idx="32">
                  <c:v>9.6</c:v>
                </c:pt>
                <c:pt idx="33">
                  <c:v>10.199999999999999</c:v>
                </c:pt>
                <c:pt idx="34">
                  <c:v>10.199999999999999</c:v>
                </c:pt>
                <c:pt idx="35">
                  <c:v>10.4</c:v>
                </c:pt>
                <c:pt idx="36">
                  <c:v>10.6</c:v>
                </c:pt>
                <c:pt idx="37">
                  <c:v>10.6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11.2</c:v>
                </c:pt>
                <c:pt idx="42">
                  <c:v>11.6</c:v>
                </c:pt>
                <c:pt idx="43">
                  <c:v>12</c:v>
                </c:pt>
                <c:pt idx="44">
                  <c:v>12.2</c:v>
                </c:pt>
                <c:pt idx="45">
                  <c:v>12.4</c:v>
                </c:pt>
                <c:pt idx="46">
                  <c:v>13.2</c:v>
                </c:pt>
                <c:pt idx="47">
                  <c:v>13.4</c:v>
                </c:pt>
                <c:pt idx="48">
                  <c:v>14.2</c:v>
                </c:pt>
                <c:pt idx="49">
                  <c:v>14.2</c:v>
                </c:pt>
                <c:pt idx="50">
                  <c:v>14.6</c:v>
                </c:pt>
                <c:pt idx="51">
                  <c:v>14.8</c:v>
                </c:pt>
                <c:pt idx="52">
                  <c:v>15.2</c:v>
                </c:pt>
                <c:pt idx="53">
                  <c:v>15.8</c:v>
                </c:pt>
                <c:pt idx="54">
                  <c:v>16.2</c:v>
                </c:pt>
                <c:pt idx="55">
                  <c:v>16.399999999999999</c:v>
                </c:pt>
                <c:pt idx="56">
                  <c:v>16.8</c:v>
                </c:pt>
                <c:pt idx="57">
                  <c:v>17.399999999999999</c:v>
                </c:pt>
                <c:pt idx="58">
                  <c:v>17.600000000000001</c:v>
                </c:pt>
                <c:pt idx="59">
                  <c:v>17.8</c:v>
                </c:pt>
                <c:pt idx="60">
                  <c:v>18.399999999999999</c:v>
                </c:pt>
                <c:pt idx="61">
                  <c:v>18.600000000000001</c:v>
                </c:pt>
                <c:pt idx="62">
                  <c:v>19</c:v>
                </c:pt>
                <c:pt idx="63">
                  <c:v>19.8</c:v>
                </c:pt>
                <c:pt idx="64">
                  <c:v>20.2</c:v>
                </c:pt>
                <c:pt idx="65">
                  <c:v>20.399999999999999</c:v>
                </c:pt>
                <c:pt idx="66">
                  <c:v>21</c:v>
                </c:pt>
                <c:pt idx="67">
                  <c:v>21.4</c:v>
                </c:pt>
                <c:pt idx="68">
                  <c:v>21.4</c:v>
                </c:pt>
                <c:pt idx="69">
                  <c:v>21.8</c:v>
                </c:pt>
                <c:pt idx="70">
                  <c:v>22</c:v>
                </c:pt>
                <c:pt idx="71">
                  <c:v>22.2</c:v>
                </c:pt>
                <c:pt idx="72">
                  <c:v>22.6</c:v>
                </c:pt>
                <c:pt idx="73">
                  <c:v>23</c:v>
                </c:pt>
                <c:pt idx="74">
                  <c:v>23.6</c:v>
                </c:pt>
                <c:pt idx="75">
                  <c:v>23.8</c:v>
                </c:pt>
                <c:pt idx="76">
                  <c:v>24.2</c:v>
                </c:pt>
                <c:pt idx="77">
                  <c:v>24.2</c:v>
                </c:pt>
                <c:pt idx="78">
                  <c:v>24.6</c:v>
                </c:pt>
                <c:pt idx="79">
                  <c:v>25</c:v>
                </c:pt>
                <c:pt idx="80">
                  <c:v>25.4</c:v>
                </c:pt>
                <c:pt idx="81">
                  <c:v>25.6</c:v>
                </c:pt>
                <c:pt idx="82">
                  <c:v>25.8</c:v>
                </c:pt>
                <c:pt idx="83">
                  <c:v>26.4</c:v>
                </c:pt>
                <c:pt idx="84">
                  <c:v>26.6</c:v>
                </c:pt>
                <c:pt idx="85">
                  <c:v>27</c:v>
                </c:pt>
                <c:pt idx="86">
                  <c:v>27.8</c:v>
                </c:pt>
                <c:pt idx="87">
                  <c:v>28.4</c:v>
                </c:pt>
                <c:pt idx="88">
                  <c:v>28.6</c:v>
                </c:pt>
                <c:pt idx="89">
                  <c:v>28.8</c:v>
                </c:pt>
                <c:pt idx="90">
                  <c:v>29.2</c:v>
                </c:pt>
                <c:pt idx="91">
                  <c:v>30</c:v>
                </c:pt>
                <c:pt idx="92">
                  <c:v>30.2</c:v>
                </c:pt>
                <c:pt idx="93">
                  <c:v>31.2</c:v>
                </c:pt>
                <c:pt idx="94">
                  <c:v>32</c:v>
                </c:pt>
                <c:pt idx="95">
                  <c:v>32.799999999999997</c:v>
                </c:pt>
                <c:pt idx="96">
                  <c:v>33</c:v>
                </c:pt>
                <c:pt idx="97">
                  <c:v>33.4</c:v>
                </c:pt>
                <c:pt idx="98">
                  <c:v>33.799999999999997</c:v>
                </c:pt>
                <c:pt idx="99">
                  <c:v>34</c:v>
                </c:pt>
                <c:pt idx="100">
                  <c:v>34.6</c:v>
                </c:pt>
                <c:pt idx="101">
                  <c:v>35.200000000000003</c:v>
                </c:pt>
                <c:pt idx="102">
                  <c:v>35.4</c:v>
                </c:pt>
                <c:pt idx="103">
                  <c:v>36</c:v>
                </c:pt>
                <c:pt idx="104">
                  <c:v>36</c:v>
                </c:pt>
                <c:pt idx="105">
                  <c:v>36.200000000000003</c:v>
                </c:pt>
                <c:pt idx="106">
                  <c:v>36.4</c:v>
                </c:pt>
                <c:pt idx="107">
                  <c:v>36.6</c:v>
                </c:pt>
                <c:pt idx="108">
                  <c:v>37</c:v>
                </c:pt>
                <c:pt idx="109">
                  <c:v>37.6</c:v>
                </c:pt>
                <c:pt idx="110">
                  <c:v>37.799999999999997</c:v>
                </c:pt>
                <c:pt idx="111">
                  <c:v>38.200000000000003</c:v>
                </c:pt>
                <c:pt idx="112">
                  <c:v>38.799999999999997</c:v>
                </c:pt>
                <c:pt idx="113">
                  <c:v>39.4</c:v>
                </c:pt>
                <c:pt idx="114">
                  <c:v>40</c:v>
                </c:pt>
                <c:pt idx="115">
                  <c:v>40.6</c:v>
                </c:pt>
                <c:pt idx="116">
                  <c:v>40.799999999999997</c:v>
                </c:pt>
                <c:pt idx="117">
                  <c:v>41.4</c:v>
                </c:pt>
                <c:pt idx="118">
                  <c:v>41.6</c:v>
                </c:pt>
                <c:pt idx="119">
                  <c:v>41.8</c:v>
                </c:pt>
                <c:pt idx="120">
                  <c:v>42</c:v>
                </c:pt>
                <c:pt idx="121">
                  <c:v>42.2</c:v>
                </c:pt>
                <c:pt idx="122">
                  <c:v>42.2</c:v>
                </c:pt>
                <c:pt idx="123">
                  <c:v>42.6</c:v>
                </c:pt>
                <c:pt idx="124">
                  <c:v>42.8</c:v>
                </c:pt>
                <c:pt idx="125">
                  <c:v>43</c:v>
                </c:pt>
                <c:pt idx="126">
                  <c:v>43.4</c:v>
                </c:pt>
                <c:pt idx="127">
                  <c:v>44.2</c:v>
                </c:pt>
                <c:pt idx="128">
                  <c:v>44.6</c:v>
                </c:pt>
                <c:pt idx="129">
                  <c:v>44.8</c:v>
                </c:pt>
                <c:pt idx="130">
                  <c:v>45.4</c:v>
                </c:pt>
                <c:pt idx="131">
                  <c:v>45.6</c:v>
                </c:pt>
                <c:pt idx="132">
                  <c:v>45.8</c:v>
                </c:pt>
                <c:pt idx="133">
                  <c:v>46.2</c:v>
                </c:pt>
                <c:pt idx="134">
                  <c:v>46.4</c:v>
                </c:pt>
                <c:pt idx="135">
                  <c:v>46.4</c:v>
                </c:pt>
                <c:pt idx="136">
                  <c:v>47</c:v>
                </c:pt>
                <c:pt idx="137">
                  <c:v>47</c:v>
                </c:pt>
                <c:pt idx="138">
                  <c:v>47.6</c:v>
                </c:pt>
                <c:pt idx="139">
                  <c:v>48.2</c:v>
                </c:pt>
                <c:pt idx="140">
                  <c:v>48.8</c:v>
                </c:pt>
                <c:pt idx="141">
                  <c:v>49</c:v>
                </c:pt>
                <c:pt idx="142">
                  <c:v>49.2</c:v>
                </c:pt>
                <c:pt idx="143">
                  <c:v>49.6</c:v>
                </c:pt>
                <c:pt idx="144">
                  <c:v>49.8</c:v>
                </c:pt>
                <c:pt idx="145">
                  <c:v>50</c:v>
                </c:pt>
                <c:pt idx="146">
                  <c:v>50.2</c:v>
                </c:pt>
                <c:pt idx="147">
                  <c:v>50.4</c:v>
                </c:pt>
                <c:pt idx="148">
                  <c:v>50.8</c:v>
                </c:pt>
                <c:pt idx="149">
                  <c:v>51</c:v>
                </c:pt>
                <c:pt idx="150">
                  <c:v>51.4</c:v>
                </c:pt>
                <c:pt idx="151">
                  <c:v>51.4</c:v>
                </c:pt>
                <c:pt idx="152">
                  <c:v>51.8</c:v>
                </c:pt>
                <c:pt idx="153">
                  <c:v>52</c:v>
                </c:pt>
                <c:pt idx="154">
                  <c:v>52.8</c:v>
                </c:pt>
                <c:pt idx="155">
                  <c:v>53</c:v>
                </c:pt>
                <c:pt idx="156">
                  <c:v>53.6</c:v>
                </c:pt>
                <c:pt idx="157">
                  <c:v>53.6</c:v>
                </c:pt>
                <c:pt idx="158">
                  <c:v>54.4</c:v>
                </c:pt>
                <c:pt idx="159">
                  <c:v>54.6</c:v>
                </c:pt>
                <c:pt idx="160">
                  <c:v>54.8</c:v>
                </c:pt>
                <c:pt idx="161">
                  <c:v>55</c:v>
                </c:pt>
                <c:pt idx="162">
                  <c:v>55.4</c:v>
                </c:pt>
                <c:pt idx="163">
                  <c:v>55.6</c:v>
                </c:pt>
                <c:pt idx="164">
                  <c:v>56</c:v>
                </c:pt>
                <c:pt idx="165">
                  <c:v>56.2</c:v>
                </c:pt>
                <c:pt idx="166">
                  <c:v>56.6</c:v>
                </c:pt>
                <c:pt idx="167">
                  <c:v>57</c:v>
                </c:pt>
                <c:pt idx="168">
                  <c:v>57.2</c:v>
                </c:pt>
                <c:pt idx="169">
                  <c:v>57.6</c:v>
                </c:pt>
                <c:pt idx="170">
                  <c:v>57.8</c:v>
                </c:pt>
                <c:pt idx="171">
                  <c:v>58.2</c:v>
                </c:pt>
                <c:pt idx="172">
                  <c:v>58.6</c:v>
                </c:pt>
                <c:pt idx="173">
                  <c:v>58.8</c:v>
                </c:pt>
                <c:pt idx="174">
                  <c:v>59</c:v>
                </c:pt>
                <c:pt idx="175">
                  <c:v>59.6</c:v>
                </c:pt>
                <c:pt idx="176">
                  <c:v>60.2</c:v>
                </c:pt>
                <c:pt idx="177">
                  <c:v>61</c:v>
                </c:pt>
                <c:pt idx="178">
                  <c:v>61.4</c:v>
                </c:pt>
                <c:pt idx="179">
                  <c:v>62</c:v>
                </c:pt>
                <c:pt idx="180">
                  <c:v>62.4</c:v>
                </c:pt>
                <c:pt idx="181">
                  <c:v>62.8</c:v>
                </c:pt>
                <c:pt idx="182">
                  <c:v>63</c:v>
                </c:pt>
                <c:pt idx="183">
                  <c:v>63.2</c:v>
                </c:pt>
                <c:pt idx="184">
                  <c:v>63.6</c:v>
                </c:pt>
                <c:pt idx="185">
                  <c:v>63.6</c:v>
                </c:pt>
                <c:pt idx="186">
                  <c:v>64</c:v>
                </c:pt>
                <c:pt idx="187">
                  <c:v>64.400000000000006</c:v>
                </c:pt>
                <c:pt idx="188">
                  <c:v>65</c:v>
                </c:pt>
                <c:pt idx="189">
                  <c:v>65.400000000000006</c:v>
                </c:pt>
                <c:pt idx="190">
                  <c:v>65.599999999999994</c:v>
                </c:pt>
                <c:pt idx="191">
                  <c:v>65.8</c:v>
                </c:pt>
                <c:pt idx="192">
                  <c:v>66.400000000000006</c:v>
                </c:pt>
                <c:pt idx="193">
                  <c:v>66.8</c:v>
                </c:pt>
                <c:pt idx="194">
                  <c:v>67.599999999999994</c:v>
                </c:pt>
                <c:pt idx="195">
                  <c:v>68.2</c:v>
                </c:pt>
                <c:pt idx="196">
                  <c:v>68.400000000000006</c:v>
                </c:pt>
                <c:pt idx="197">
                  <c:v>69</c:v>
                </c:pt>
                <c:pt idx="198">
                  <c:v>69.400000000000006</c:v>
                </c:pt>
                <c:pt idx="199">
                  <c:v>69.8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EAE-44EF-9F75-D9856FCE1403}"/>
            </c:ext>
          </c:extLst>
        </c:ser>
        <c:ser>
          <c:idx val="6"/>
          <c:order val="6"/>
          <c:tx>
            <c:strRef>
              <c:f>save1!$FA$204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save1!$FA$205:$FA$404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1.8</c:v>
                </c:pt>
                <c:pt idx="84">
                  <c:v>1.8</c:v>
                </c:pt>
                <c:pt idx="85">
                  <c:v>1.8</c:v>
                </c:pt>
                <c:pt idx="86">
                  <c:v>1.8</c:v>
                </c:pt>
                <c:pt idx="87">
                  <c:v>1.8</c:v>
                </c:pt>
                <c:pt idx="88">
                  <c:v>1.8</c:v>
                </c:pt>
                <c:pt idx="89">
                  <c:v>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2.2000000000000002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2.4</c:v>
                </c:pt>
                <c:pt idx="97">
                  <c:v>2.4</c:v>
                </c:pt>
                <c:pt idx="98">
                  <c:v>2.4</c:v>
                </c:pt>
                <c:pt idx="99">
                  <c:v>2.4</c:v>
                </c:pt>
                <c:pt idx="100">
                  <c:v>2.4</c:v>
                </c:pt>
                <c:pt idx="101">
                  <c:v>2.4</c:v>
                </c:pt>
                <c:pt idx="102">
                  <c:v>2.4</c:v>
                </c:pt>
                <c:pt idx="103">
                  <c:v>2.4</c:v>
                </c:pt>
                <c:pt idx="104">
                  <c:v>2.4</c:v>
                </c:pt>
                <c:pt idx="105">
                  <c:v>2.4</c:v>
                </c:pt>
                <c:pt idx="106">
                  <c:v>2.4</c:v>
                </c:pt>
                <c:pt idx="107">
                  <c:v>2.4</c:v>
                </c:pt>
                <c:pt idx="108">
                  <c:v>2.4</c:v>
                </c:pt>
                <c:pt idx="109">
                  <c:v>2.6</c:v>
                </c:pt>
                <c:pt idx="110">
                  <c:v>2.6</c:v>
                </c:pt>
                <c:pt idx="111">
                  <c:v>2.6</c:v>
                </c:pt>
                <c:pt idx="112">
                  <c:v>2.6</c:v>
                </c:pt>
                <c:pt idx="113">
                  <c:v>2.6</c:v>
                </c:pt>
                <c:pt idx="114">
                  <c:v>2.8</c:v>
                </c:pt>
                <c:pt idx="115">
                  <c:v>2.8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3.2</c:v>
                </c:pt>
                <c:pt idx="123">
                  <c:v>3.2</c:v>
                </c:pt>
                <c:pt idx="124">
                  <c:v>3.2</c:v>
                </c:pt>
                <c:pt idx="125">
                  <c:v>3.2</c:v>
                </c:pt>
                <c:pt idx="126">
                  <c:v>3.2</c:v>
                </c:pt>
                <c:pt idx="127">
                  <c:v>3.2</c:v>
                </c:pt>
                <c:pt idx="128">
                  <c:v>3.2</c:v>
                </c:pt>
                <c:pt idx="129">
                  <c:v>3.4</c:v>
                </c:pt>
                <c:pt idx="130">
                  <c:v>3.4</c:v>
                </c:pt>
                <c:pt idx="131">
                  <c:v>3.4</c:v>
                </c:pt>
                <c:pt idx="132">
                  <c:v>3.4</c:v>
                </c:pt>
                <c:pt idx="133">
                  <c:v>3.6</c:v>
                </c:pt>
                <c:pt idx="134">
                  <c:v>3.6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3.8</c:v>
                </c:pt>
                <c:pt idx="140">
                  <c:v>3.8</c:v>
                </c:pt>
                <c:pt idx="141">
                  <c:v>3.8</c:v>
                </c:pt>
                <c:pt idx="142">
                  <c:v>3.8</c:v>
                </c:pt>
                <c:pt idx="143">
                  <c:v>3.8</c:v>
                </c:pt>
                <c:pt idx="144">
                  <c:v>3.8</c:v>
                </c:pt>
                <c:pt idx="145">
                  <c:v>3.8</c:v>
                </c:pt>
                <c:pt idx="146">
                  <c:v>3.8</c:v>
                </c:pt>
                <c:pt idx="147">
                  <c:v>3.8</c:v>
                </c:pt>
                <c:pt idx="148">
                  <c:v>3.8</c:v>
                </c:pt>
                <c:pt idx="149">
                  <c:v>3.8</c:v>
                </c:pt>
                <c:pt idx="150">
                  <c:v>3.8</c:v>
                </c:pt>
                <c:pt idx="151">
                  <c:v>3.8</c:v>
                </c:pt>
                <c:pt idx="152">
                  <c:v>3.8</c:v>
                </c:pt>
                <c:pt idx="153">
                  <c:v>3.8</c:v>
                </c:pt>
                <c:pt idx="154">
                  <c:v>4</c:v>
                </c:pt>
                <c:pt idx="155">
                  <c:v>4</c:v>
                </c:pt>
                <c:pt idx="156">
                  <c:v>4</c:v>
                </c:pt>
                <c:pt idx="157">
                  <c:v>4</c:v>
                </c:pt>
                <c:pt idx="158">
                  <c:v>4</c:v>
                </c:pt>
                <c:pt idx="159">
                  <c:v>4</c:v>
                </c:pt>
                <c:pt idx="160">
                  <c:v>4</c:v>
                </c:pt>
                <c:pt idx="161">
                  <c:v>4</c:v>
                </c:pt>
                <c:pt idx="162">
                  <c:v>4.2</c:v>
                </c:pt>
                <c:pt idx="163">
                  <c:v>4.2</c:v>
                </c:pt>
                <c:pt idx="164">
                  <c:v>4.2</c:v>
                </c:pt>
                <c:pt idx="165">
                  <c:v>4.2</c:v>
                </c:pt>
                <c:pt idx="166">
                  <c:v>4.4000000000000004</c:v>
                </c:pt>
                <c:pt idx="167">
                  <c:v>4.4000000000000004</c:v>
                </c:pt>
                <c:pt idx="168">
                  <c:v>4.4000000000000004</c:v>
                </c:pt>
                <c:pt idx="169">
                  <c:v>4.4000000000000004</c:v>
                </c:pt>
                <c:pt idx="170">
                  <c:v>4.4000000000000004</c:v>
                </c:pt>
                <c:pt idx="171">
                  <c:v>4.4000000000000004</c:v>
                </c:pt>
                <c:pt idx="172">
                  <c:v>4.4000000000000004</c:v>
                </c:pt>
                <c:pt idx="173">
                  <c:v>4.4000000000000004</c:v>
                </c:pt>
                <c:pt idx="174">
                  <c:v>4.4000000000000004</c:v>
                </c:pt>
                <c:pt idx="175">
                  <c:v>4.4000000000000004</c:v>
                </c:pt>
                <c:pt idx="176">
                  <c:v>4.4000000000000004</c:v>
                </c:pt>
                <c:pt idx="177">
                  <c:v>4.4000000000000004</c:v>
                </c:pt>
                <c:pt idx="178">
                  <c:v>4.4000000000000004</c:v>
                </c:pt>
                <c:pt idx="179">
                  <c:v>4.4000000000000004</c:v>
                </c:pt>
                <c:pt idx="180">
                  <c:v>4.4000000000000004</c:v>
                </c:pt>
                <c:pt idx="181">
                  <c:v>4.4000000000000004</c:v>
                </c:pt>
                <c:pt idx="182">
                  <c:v>4.4000000000000004</c:v>
                </c:pt>
                <c:pt idx="183">
                  <c:v>4.4000000000000004</c:v>
                </c:pt>
                <c:pt idx="184">
                  <c:v>4.4000000000000004</c:v>
                </c:pt>
                <c:pt idx="185">
                  <c:v>4.5999999999999996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5</c:v>
                </c:pt>
                <c:pt idx="192">
                  <c:v>5</c:v>
                </c:pt>
                <c:pt idx="193">
                  <c:v>5.2</c:v>
                </c:pt>
                <c:pt idx="194">
                  <c:v>5.4</c:v>
                </c:pt>
                <c:pt idx="195">
                  <c:v>5.4</c:v>
                </c:pt>
                <c:pt idx="196">
                  <c:v>5.4</c:v>
                </c:pt>
                <c:pt idx="197">
                  <c:v>5.4</c:v>
                </c:pt>
                <c:pt idx="198">
                  <c:v>5.4</c:v>
                </c:pt>
                <c:pt idx="199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6EAE-44EF-9F75-D9856FCE1403}"/>
            </c:ext>
          </c:extLst>
        </c:ser>
        <c:ser>
          <c:idx val="7"/>
          <c:order val="7"/>
          <c:tx>
            <c:strRef>
              <c:f>save1!$FB$204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save1!$FB$205:$FB$404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1.8</c:v>
                </c:pt>
                <c:pt idx="117">
                  <c:v>1.8</c:v>
                </c:pt>
                <c:pt idx="118">
                  <c:v>1.8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2.2000000000000002</c:v>
                </c:pt>
                <c:pt idx="128">
                  <c:v>2.4</c:v>
                </c:pt>
                <c:pt idx="129">
                  <c:v>2.6</c:v>
                </c:pt>
                <c:pt idx="130">
                  <c:v>2.8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3.2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3.2</c:v>
                </c:pt>
                <c:pt idx="144">
                  <c:v>3.2</c:v>
                </c:pt>
                <c:pt idx="145">
                  <c:v>3.2</c:v>
                </c:pt>
                <c:pt idx="146">
                  <c:v>3.2</c:v>
                </c:pt>
                <c:pt idx="147">
                  <c:v>3.2</c:v>
                </c:pt>
                <c:pt idx="148">
                  <c:v>3.2</c:v>
                </c:pt>
                <c:pt idx="149">
                  <c:v>3.2</c:v>
                </c:pt>
                <c:pt idx="150">
                  <c:v>3.2</c:v>
                </c:pt>
                <c:pt idx="151">
                  <c:v>3.2</c:v>
                </c:pt>
                <c:pt idx="152">
                  <c:v>3.2</c:v>
                </c:pt>
                <c:pt idx="153">
                  <c:v>3.2</c:v>
                </c:pt>
                <c:pt idx="154">
                  <c:v>3.2</c:v>
                </c:pt>
                <c:pt idx="155">
                  <c:v>3.2</c:v>
                </c:pt>
                <c:pt idx="156">
                  <c:v>3.2</c:v>
                </c:pt>
                <c:pt idx="157">
                  <c:v>3.2</c:v>
                </c:pt>
                <c:pt idx="158">
                  <c:v>3.2</c:v>
                </c:pt>
                <c:pt idx="159">
                  <c:v>3.2</c:v>
                </c:pt>
                <c:pt idx="160">
                  <c:v>3.2</c:v>
                </c:pt>
                <c:pt idx="161">
                  <c:v>3.2</c:v>
                </c:pt>
                <c:pt idx="162">
                  <c:v>3.2</c:v>
                </c:pt>
                <c:pt idx="163">
                  <c:v>3.2</c:v>
                </c:pt>
                <c:pt idx="164">
                  <c:v>3.4</c:v>
                </c:pt>
                <c:pt idx="165">
                  <c:v>3.4</c:v>
                </c:pt>
                <c:pt idx="166">
                  <c:v>3.4</c:v>
                </c:pt>
                <c:pt idx="167">
                  <c:v>3.4</c:v>
                </c:pt>
                <c:pt idx="168">
                  <c:v>3.4</c:v>
                </c:pt>
                <c:pt idx="169">
                  <c:v>3.4</c:v>
                </c:pt>
                <c:pt idx="170">
                  <c:v>3.4</c:v>
                </c:pt>
                <c:pt idx="171">
                  <c:v>3.4</c:v>
                </c:pt>
                <c:pt idx="172">
                  <c:v>3.4</c:v>
                </c:pt>
                <c:pt idx="173">
                  <c:v>3.4</c:v>
                </c:pt>
                <c:pt idx="174">
                  <c:v>3.4</c:v>
                </c:pt>
                <c:pt idx="175">
                  <c:v>3.4</c:v>
                </c:pt>
                <c:pt idx="176">
                  <c:v>3.4</c:v>
                </c:pt>
                <c:pt idx="177">
                  <c:v>3.4</c:v>
                </c:pt>
                <c:pt idx="178">
                  <c:v>3.4</c:v>
                </c:pt>
                <c:pt idx="179">
                  <c:v>3.4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6EAE-44EF-9F75-D9856FCE1403}"/>
            </c:ext>
          </c:extLst>
        </c:ser>
        <c:ser>
          <c:idx val="8"/>
          <c:order val="8"/>
          <c:tx>
            <c:strRef>
              <c:f>save1!$FC$204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save1!$FC$205:$FC$404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0.4</c:v>
                </c:pt>
                <c:pt idx="105">
                  <c:v>0.4</c:v>
                </c:pt>
                <c:pt idx="106">
                  <c:v>0.4</c:v>
                </c:pt>
                <c:pt idx="107">
                  <c:v>0.4</c:v>
                </c:pt>
                <c:pt idx="108">
                  <c:v>0.4</c:v>
                </c:pt>
                <c:pt idx="109">
                  <c:v>0.4</c:v>
                </c:pt>
                <c:pt idx="110">
                  <c:v>0.4</c:v>
                </c:pt>
                <c:pt idx="111">
                  <c:v>0.4</c:v>
                </c:pt>
                <c:pt idx="112">
                  <c:v>0.4</c:v>
                </c:pt>
                <c:pt idx="113">
                  <c:v>0.4</c:v>
                </c:pt>
                <c:pt idx="114">
                  <c:v>0.4</c:v>
                </c:pt>
                <c:pt idx="115">
                  <c:v>0.4</c:v>
                </c:pt>
                <c:pt idx="116">
                  <c:v>0.4</c:v>
                </c:pt>
                <c:pt idx="117">
                  <c:v>0.4</c:v>
                </c:pt>
                <c:pt idx="118">
                  <c:v>0.4</c:v>
                </c:pt>
                <c:pt idx="119">
                  <c:v>0.4</c:v>
                </c:pt>
                <c:pt idx="120">
                  <c:v>0.4</c:v>
                </c:pt>
                <c:pt idx="121">
                  <c:v>0.4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0.6</c:v>
                </c:pt>
                <c:pt idx="136">
                  <c:v>0.6</c:v>
                </c:pt>
                <c:pt idx="137">
                  <c:v>0.6</c:v>
                </c:pt>
                <c:pt idx="138">
                  <c:v>0.6</c:v>
                </c:pt>
                <c:pt idx="139">
                  <c:v>0.6</c:v>
                </c:pt>
                <c:pt idx="140">
                  <c:v>0.6</c:v>
                </c:pt>
                <c:pt idx="141">
                  <c:v>0.6</c:v>
                </c:pt>
                <c:pt idx="142">
                  <c:v>0.6</c:v>
                </c:pt>
                <c:pt idx="143">
                  <c:v>0.6</c:v>
                </c:pt>
                <c:pt idx="144">
                  <c:v>0.6</c:v>
                </c:pt>
                <c:pt idx="145">
                  <c:v>0.6</c:v>
                </c:pt>
                <c:pt idx="146">
                  <c:v>0.6</c:v>
                </c:pt>
                <c:pt idx="147">
                  <c:v>0.6</c:v>
                </c:pt>
                <c:pt idx="148">
                  <c:v>0.6</c:v>
                </c:pt>
                <c:pt idx="149">
                  <c:v>0.6</c:v>
                </c:pt>
                <c:pt idx="150">
                  <c:v>0.6</c:v>
                </c:pt>
                <c:pt idx="151">
                  <c:v>0.6</c:v>
                </c:pt>
                <c:pt idx="152">
                  <c:v>0.6</c:v>
                </c:pt>
                <c:pt idx="153">
                  <c:v>0.6</c:v>
                </c:pt>
                <c:pt idx="154">
                  <c:v>0.6</c:v>
                </c:pt>
                <c:pt idx="155">
                  <c:v>0.6</c:v>
                </c:pt>
                <c:pt idx="156">
                  <c:v>0.6</c:v>
                </c:pt>
                <c:pt idx="157">
                  <c:v>0.6</c:v>
                </c:pt>
                <c:pt idx="158">
                  <c:v>0.6</c:v>
                </c:pt>
                <c:pt idx="159">
                  <c:v>0.6</c:v>
                </c:pt>
                <c:pt idx="160">
                  <c:v>0.6</c:v>
                </c:pt>
                <c:pt idx="161">
                  <c:v>0.6</c:v>
                </c:pt>
                <c:pt idx="162">
                  <c:v>0.6</c:v>
                </c:pt>
                <c:pt idx="163">
                  <c:v>0.6</c:v>
                </c:pt>
                <c:pt idx="164">
                  <c:v>0.6</c:v>
                </c:pt>
                <c:pt idx="165">
                  <c:v>0.6</c:v>
                </c:pt>
                <c:pt idx="166">
                  <c:v>0.6</c:v>
                </c:pt>
                <c:pt idx="167">
                  <c:v>0.6</c:v>
                </c:pt>
                <c:pt idx="168">
                  <c:v>0.6</c:v>
                </c:pt>
                <c:pt idx="169">
                  <c:v>0.6</c:v>
                </c:pt>
                <c:pt idx="170">
                  <c:v>0.6</c:v>
                </c:pt>
                <c:pt idx="171">
                  <c:v>0.6</c:v>
                </c:pt>
                <c:pt idx="172">
                  <c:v>0.6</c:v>
                </c:pt>
                <c:pt idx="173">
                  <c:v>0.6</c:v>
                </c:pt>
                <c:pt idx="174">
                  <c:v>0.6</c:v>
                </c:pt>
                <c:pt idx="175">
                  <c:v>0.6</c:v>
                </c:pt>
                <c:pt idx="176">
                  <c:v>0.6</c:v>
                </c:pt>
                <c:pt idx="177">
                  <c:v>0.6</c:v>
                </c:pt>
                <c:pt idx="178">
                  <c:v>0.6</c:v>
                </c:pt>
                <c:pt idx="179">
                  <c:v>0.6</c:v>
                </c:pt>
                <c:pt idx="180">
                  <c:v>0.6</c:v>
                </c:pt>
                <c:pt idx="181">
                  <c:v>0.6</c:v>
                </c:pt>
                <c:pt idx="182">
                  <c:v>0.6</c:v>
                </c:pt>
                <c:pt idx="183">
                  <c:v>0.6</c:v>
                </c:pt>
                <c:pt idx="184">
                  <c:v>0.6</c:v>
                </c:pt>
                <c:pt idx="185">
                  <c:v>0.6</c:v>
                </c:pt>
                <c:pt idx="186">
                  <c:v>0.6</c:v>
                </c:pt>
                <c:pt idx="187">
                  <c:v>0.6</c:v>
                </c:pt>
                <c:pt idx="188">
                  <c:v>0.6</c:v>
                </c:pt>
                <c:pt idx="189">
                  <c:v>0.6</c:v>
                </c:pt>
                <c:pt idx="190">
                  <c:v>0.6</c:v>
                </c:pt>
                <c:pt idx="191">
                  <c:v>0.6</c:v>
                </c:pt>
                <c:pt idx="192">
                  <c:v>0.6</c:v>
                </c:pt>
                <c:pt idx="193">
                  <c:v>0.6</c:v>
                </c:pt>
                <c:pt idx="194">
                  <c:v>0.6</c:v>
                </c:pt>
                <c:pt idx="195">
                  <c:v>0.6</c:v>
                </c:pt>
                <c:pt idx="196">
                  <c:v>0.6</c:v>
                </c:pt>
                <c:pt idx="197">
                  <c:v>0.6</c:v>
                </c:pt>
                <c:pt idx="198">
                  <c:v>0.6</c:v>
                </c:pt>
                <c:pt idx="199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6EAE-44EF-9F75-D9856FCE1403}"/>
            </c:ext>
          </c:extLst>
        </c:ser>
        <c:ser>
          <c:idx val="9"/>
          <c:order val="9"/>
          <c:tx>
            <c:strRef>
              <c:f>save1!$FD$204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save1!$FD$205:$FD$404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1.4</c:v>
                </c:pt>
                <c:pt idx="64">
                  <c:v>1.4</c:v>
                </c:pt>
                <c:pt idx="65">
                  <c:v>1.4</c:v>
                </c:pt>
                <c:pt idx="66">
                  <c:v>1.4</c:v>
                </c:pt>
                <c:pt idx="67">
                  <c:v>1.6</c:v>
                </c:pt>
                <c:pt idx="68">
                  <c:v>1.6</c:v>
                </c:pt>
                <c:pt idx="69">
                  <c:v>1.6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2</c:v>
                </c:pt>
                <c:pt idx="81">
                  <c:v>2.2000000000000002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2.6</c:v>
                </c:pt>
                <c:pt idx="90">
                  <c:v>2.6</c:v>
                </c:pt>
                <c:pt idx="91">
                  <c:v>2.6</c:v>
                </c:pt>
                <c:pt idx="92">
                  <c:v>2.6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3.2</c:v>
                </c:pt>
                <c:pt idx="110">
                  <c:v>3.2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3.6</c:v>
                </c:pt>
                <c:pt idx="118">
                  <c:v>3.6</c:v>
                </c:pt>
                <c:pt idx="119">
                  <c:v>3.8</c:v>
                </c:pt>
                <c:pt idx="120">
                  <c:v>3.8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3.8</c:v>
                </c:pt>
                <c:pt idx="131">
                  <c:v>3.8</c:v>
                </c:pt>
                <c:pt idx="132">
                  <c:v>3.8</c:v>
                </c:pt>
                <c:pt idx="133">
                  <c:v>3.8</c:v>
                </c:pt>
                <c:pt idx="134">
                  <c:v>3.8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4.2</c:v>
                </c:pt>
                <c:pt idx="155">
                  <c:v>4.2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4.4000000000000004</c:v>
                </c:pt>
                <c:pt idx="165">
                  <c:v>4.4000000000000004</c:v>
                </c:pt>
                <c:pt idx="166">
                  <c:v>4.4000000000000004</c:v>
                </c:pt>
                <c:pt idx="167">
                  <c:v>4.4000000000000004</c:v>
                </c:pt>
                <c:pt idx="168">
                  <c:v>4.4000000000000004</c:v>
                </c:pt>
                <c:pt idx="169">
                  <c:v>4.4000000000000004</c:v>
                </c:pt>
                <c:pt idx="170">
                  <c:v>4.4000000000000004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5.2</c:v>
                </c:pt>
                <c:pt idx="184">
                  <c:v>5.2</c:v>
                </c:pt>
                <c:pt idx="185">
                  <c:v>5.2</c:v>
                </c:pt>
                <c:pt idx="186">
                  <c:v>5.2</c:v>
                </c:pt>
                <c:pt idx="187">
                  <c:v>5.2</c:v>
                </c:pt>
                <c:pt idx="188">
                  <c:v>5.2</c:v>
                </c:pt>
                <c:pt idx="189">
                  <c:v>5.2</c:v>
                </c:pt>
                <c:pt idx="190">
                  <c:v>5.2</c:v>
                </c:pt>
                <c:pt idx="191">
                  <c:v>5.2</c:v>
                </c:pt>
                <c:pt idx="192">
                  <c:v>5.4</c:v>
                </c:pt>
                <c:pt idx="193">
                  <c:v>5.4</c:v>
                </c:pt>
                <c:pt idx="194">
                  <c:v>5.4</c:v>
                </c:pt>
                <c:pt idx="195">
                  <c:v>5.4</c:v>
                </c:pt>
                <c:pt idx="196">
                  <c:v>5.6</c:v>
                </c:pt>
                <c:pt idx="197">
                  <c:v>5.6</c:v>
                </c:pt>
                <c:pt idx="198">
                  <c:v>5.6</c:v>
                </c:pt>
                <c:pt idx="199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6EAE-44EF-9F75-D9856FCE1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(Mom's Key,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save1!$EC$406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save1!$EC$407:$EC$606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0.6</c:v>
                </c:pt>
                <c:pt idx="3">
                  <c:v>0.8</c:v>
                </c:pt>
                <c:pt idx="4">
                  <c:v>1</c:v>
                </c:pt>
                <c:pt idx="5">
                  <c:v>1.2</c:v>
                </c:pt>
                <c:pt idx="6">
                  <c:v>1.4</c:v>
                </c:pt>
                <c:pt idx="7">
                  <c:v>1.4</c:v>
                </c:pt>
                <c:pt idx="8">
                  <c:v>2.4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3</c:v>
                </c:pt>
                <c:pt idx="13">
                  <c:v>3.2</c:v>
                </c:pt>
                <c:pt idx="14">
                  <c:v>3.4</c:v>
                </c:pt>
                <c:pt idx="15">
                  <c:v>3.6</c:v>
                </c:pt>
                <c:pt idx="16">
                  <c:v>3.8</c:v>
                </c:pt>
                <c:pt idx="17">
                  <c:v>4</c:v>
                </c:pt>
                <c:pt idx="18">
                  <c:v>4.2</c:v>
                </c:pt>
                <c:pt idx="19">
                  <c:v>4.8</c:v>
                </c:pt>
                <c:pt idx="20">
                  <c:v>5</c:v>
                </c:pt>
                <c:pt idx="21">
                  <c:v>5.4</c:v>
                </c:pt>
                <c:pt idx="22">
                  <c:v>5.4</c:v>
                </c:pt>
                <c:pt idx="23">
                  <c:v>5.6</c:v>
                </c:pt>
                <c:pt idx="24">
                  <c:v>5.8</c:v>
                </c:pt>
                <c:pt idx="25">
                  <c:v>6</c:v>
                </c:pt>
                <c:pt idx="26">
                  <c:v>6.4</c:v>
                </c:pt>
                <c:pt idx="27">
                  <c:v>6.4</c:v>
                </c:pt>
                <c:pt idx="28">
                  <c:v>6.4</c:v>
                </c:pt>
                <c:pt idx="29">
                  <c:v>6.6</c:v>
                </c:pt>
                <c:pt idx="30">
                  <c:v>6.6</c:v>
                </c:pt>
                <c:pt idx="31">
                  <c:v>6.6</c:v>
                </c:pt>
                <c:pt idx="32">
                  <c:v>6.8</c:v>
                </c:pt>
                <c:pt idx="33">
                  <c:v>7.6</c:v>
                </c:pt>
                <c:pt idx="34">
                  <c:v>7.6</c:v>
                </c:pt>
                <c:pt idx="35">
                  <c:v>7.6</c:v>
                </c:pt>
                <c:pt idx="36">
                  <c:v>8.8000000000000007</c:v>
                </c:pt>
                <c:pt idx="37">
                  <c:v>9</c:v>
                </c:pt>
                <c:pt idx="38">
                  <c:v>9</c:v>
                </c:pt>
                <c:pt idx="39">
                  <c:v>9.4</c:v>
                </c:pt>
                <c:pt idx="40">
                  <c:v>9.6</c:v>
                </c:pt>
                <c:pt idx="41">
                  <c:v>9.6</c:v>
                </c:pt>
                <c:pt idx="42">
                  <c:v>9.6</c:v>
                </c:pt>
                <c:pt idx="43">
                  <c:v>10.4</c:v>
                </c:pt>
                <c:pt idx="44">
                  <c:v>10.8</c:v>
                </c:pt>
                <c:pt idx="45">
                  <c:v>11.4</c:v>
                </c:pt>
                <c:pt idx="46">
                  <c:v>11.4</c:v>
                </c:pt>
                <c:pt idx="47">
                  <c:v>11.4</c:v>
                </c:pt>
                <c:pt idx="48">
                  <c:v>11.6</c:v>
                </c:pt>
                <c:pt idx="49">
                  <c:v>11.8</c:v>
                </c:pt>
                <c:pt idx="50">
                  <c:v>13.4</c:v>
                </c:pt>
                <c:pt idx="51">
                  <c:v>13.4</c:v>
                </c:pt>
                <c:pt idx="52">
                  <c:v>13.4</c:v>
                </c:pt>
                <c:pt idx="53">
                  <c:v>13.4</c:v>
                </c:pt>
                <c:pt idx="54">
                  <c:v>13.4</c:v>
                </c:pt>
                <c:pt idx="55">
                  <c:v>13.4</c:v>
                </c:pt>
                <c:pt idx="56">
                  <c:v>13.4</c:v>
                </c:pt>
                <c:pt idx="57">
                  <c:v>13.4</c:v>
                </c:pt>
                <c:pt idx="58">
                  <c:v>13.8</c:v>
                </c:pt>
                <c:pt idx="59">
                  <c:v>13.8</c:v>
                </c:pt>
                <c:pt idx="60">
                  <c:v>14</c:v>
                </c:pt>
                <c:pt idx="61">
                  <c:v>14</c:v>
                </c:pt>
                <c:pt idx="62">
                  <c:v>14</c:v>
                </c:pt>
                <c:pt idx="63">
                  <c:v>14.2</c:v>
                </c:pt>
                <c:pt idx="64">
                  <c:v>14.4</c:v>
                </c:pt>
                <c:pt idx="65">
                  <c:v>14.4</c:v>
                </c:pt>
                <c:pt idx="66">
                  <c:v>14.4</c:v>
                </c:pt>
                <c:pt idx="67">
                  <c:v>14.6</c:v>
                </c:pt>
                <c:pt idx="68">
                  <c:v>14.8</c:v>
                </c:pt>
                <c:pt idx="69">
                  <c:v>15.2</c:v>
                </c:pt>
                <c:pt idx="70">
                  <c:v>16</c:v>
                </c:pt>
                <c:pt idx="71">
                  <c:v>16.399999999999999</c:v>
                </c:pt>
                <c:pt idx="72">
                  <c:v>16.600000000000001</c:v>
                </c:pt>
                <c:pt idx="73">
                  <c:v>17</c:v>
                </c:pt>
                <c:pt idx="74">
                  <c:v>17.2</c:v>
                </c:pt>
                <c:pt idx="75">
                  <c:v>17.2</c:v>
                </c:pt>
                <c:pt idx="76">
                  <c:v>17.399999999999999</c:v>
                </c:pt>
                <c:pt idx="77">
                  <c:v>17.399999999999999</c:v>
                </c:pt>
                <c:pt idx="78">
                  <c:v>17.600000000000001</c:v>
                </c:pt>
                <c:pt idx="79">
                  <c:v>18.399999999999999</c:v>
                </c:pt>
                <c:pt idx="80">
                  <c:v>18.600000000000001</c:v>
                </c:pt>
                <c:pt idx="81">
                  <c:v>18.600000000000001</c:v>
                </c:pt>
                <c:pt idx="82">
                  <c:v>18.600000000000001</c:v>
                </c:pt>
                <c:pt idx="83">
                  <c:v>18.600000000000001</c:v>
                </c:pt>
                <c:pt idx="84">
                  <c:v>19</c:v>
                </c:pt>
                <c:pt idx="85">
                  <c:v>19</c:v>
                </c:pt>
                <c:pt idx="86">
                  <c:v>19.399999999999999</c:v>
                </c:pt>
                <c:pt idx="87">
                  <c:v>19.399999999999999</c:v>
                </c:pt>
                <c:pt idx="88">
                  <c:v>19.8</c:v>
                </c:pt>
                <c:pt idx="89">
                  <c:v>20.2</c:v>
                </c:pt>
                <c:pt idx="90">
                  <c:v>20.2</c:v>
                </c:pt>
                <c:pt idx="91">
                  <c:v>20.2</c:v>
                </c:pt>
                <c:pt idx="92">
                  <c:v>20.8</c:v>
                </c:pt>
                <c:pt idx="93">
                  <c:v>20.8</c:v>
                </c:pt>
                <c:pt idx="94">
                  <c:v>21.2</c:v>
                </c:pt>
                <c:pt idx="95">
                  <c:v>21.2</c:v>
                </c:pt>
                <c:pt idx="96">
                  <c:v>21.4</c:v>
                </c:pt>
                <c:pt idx="97">
                  <c:v>21.4</c:v>
                </c:pt>
                <c:pt idx="98">
                  <c:v>21.4</c:v>
                </c:pt>
                <c:pt idx="99">
                  <c:v>21.6</c:v>
                </c:pt>
                <c:pt idx="100">
                  <c:v>21.6</c:v>
                </c:pt>
                <c:pt idx="101">
                  <c:v>21.6</c:v>
                </c:pt>
                <c:pt idx="102">
                  <c:v>22.2</c:v>
                </c:pt>
                <c:pt idx="103">
                  <c:v>22.8</c:v>
                </c:pt>
                <c:pt idx="104">
                  <c:v>23.2</c:v>
                </c:pt>
                <c:pt idx="105">
                  <c:v>23.4</c:v>
                </c:pt>
                <c:pt idx="106">
                  <c:v>23.8</c:v>
                </c:pt>
                <c:pt idx="107">
                  <c:v>23.8</c:v>
                </c:pt>
                <c:pt idx="108">
                  <c:v>23.8</c:v>
                </c:pt>
                <c:pt idx="109">
                  <c:v>23.8</c:v>
                </c:pt>
                <c:pt idx="110">
                  <c:v>24</c:v>
                </c:pt>
                <c:pt idx="111">
                  <c:v>24.4</c:v>
                </c:pt>
                <c:pt idx="112">
                  <c:v>25.2</c:v>
                </c:pt>
                <c:pt idx="113">
                  <c:v>25.2</c:v>
                </c:pt>
                <c:pt idx="114">
                  <c:v>25.2</c:v>
                </c:pt>
                <c:pt idx="115">
                  <c:v>25.2</c:v>
                </c:pt>
                <c:pt idx="116">
                  <c:v>25.2</c:v>
                </c:pt>
                <c:pt idx="117">
                  <c:v>25.8</c:v>
                </c:pt>
                <c:pt idx="118">
                  <c:v>25.8</c:v>
                </c:pt>
                <c:pt idx="119">
                  <c:v>25.8</c:v>
                </c:pt>
                <c:pt idx="120">
                  <c:v>25.8</c:v>
                </c:pt>
                <c:pt idx="121">
                  <c:v>25.8</c:v>
                </c:pt>
                <c:pt idx="122">
                  <c:v>26.2</c:v>
                </c:pt>
                <c:pt idx="123">
                  <c:v>26.2</c:v>
                </c:pt>
                <c:pt idx="124">
                  <c:v>26.2</c:v>
                </c:pt>
                <c:pt idx="125">
                  <c:v>26.2</c:v>
                </c:pt>
                <c:pt idx="126">
                  <c:v>26.4</c:v>
                </c:pt>
                <c:pt idx="127">
                  <c:v>27.2</c:v>
                </c:pt>
                <c:pt idx="128">
                  <c:v>27.2</c:v>
                </c:pt>
                <c:pt idx="129">
                  <c:v>28</c:v>
                </c:pt>
                <c:pt idx="130">
                  <c:v>28.4</c:v>
                </c:pt>
                <c:pt idx="131">
                  <c:v>28.4</c:v>
                </c:pt>
                <c:pt idx="132">
                  <c:v>28.4</c:v>
                </c:pt>
                <c:pt idx="133">
                  <c:v>28.4</c:v>
                </c:pt>
                <c:pt idx="134">
                  <c:v>28.8</c:v>
                </c:pt>
                <c:pt idx="135">
                  <c:v>29</c:v>
                </c:pt>
                <c:pt idx="136">
                  <c:v>29.2</c:v>
                </c:pt>
                <c:pt idx="137">
                  <c:v>29.6</c:v>
                </c:pt>
                <c:pt idx="138">
                  <c:v>29.6</c:v>
                </c:pt>
                <c:pt idx="139">
                  <c:v>29.8</c:v>
                </c:pt>
                <c:pt idx="140">
                  <c:v>29.8</c:v>
                </c:pt>
                <c:pt idx="141">
                  <c:v>30.2</c:v>
                </c:pt>
                <c:pt idx="142">
                  <c:v>30.2</c:v>
                </c:pt>
                <c:pt idx="143">
                  <c:v>31.8</c:v>
                </c:pt>
                <c:pt idx="144">
                  <c:v>32</c:v>
                </c:pt>
                <c:pt idx="145">
                  <c:v>32.200000000000003</c:v>
                </c:pt>
                <c:pt idx="146">
                  <c:v>32.4</c:v>
                </c:pt>
                <c:pt idx="147">
                  <c:v>33.200000000000003</c:v>
                </c:pt>
                <c:pt idx="148">
                  <c:v>33.799999999999997</c:v>
                </c:pt>
                <c:pt idx="149">
                  <c:v>34</c:v>
                </c:pt>
                <c:pt idx="150">
                  <c:v>34.200000000000003</c:v>
                </c:pt>
                <c:pt idx="151">
                  <c:v>35.4</c:v>
                </c:pt>
                <c:pt idx="152">
                  <c:v>35.4</c:v>
                </c:pt>
                <c:pt idx="153">
                  <c:v>35.799999999999997</c:v>
                </c:pt>
                <c:pt idx="154">
                  <c:v>35.799999999999997</c:v>
                </c:pt>
                <c:pt idx="155">
                  <c:v>36.6</c:v>
                </c:pt>
                <c:pt idx="156">
                  <c:v>36.6</c:v>
                </c:pt>
                <c:pt idx="157">
                  <c:v>37</c:v>
                </c:pt>
                <c:pt idx="158">
                  <c:v>37.4</c:v>
                </c:pt>
                <c:pt idx="159">
                  <c:v>37.799999999999997</c:v>
                </c:pt>
                <c:pt idx="160">
                  <c:v>37.799999999999997</c:v>
                </c:pt>
                <c:pt idx="161">
                  <c:v>38.4</c:v>
                </c:pt>
                <c:pt idx="162">
                  <c:v>39.4</c:v>
                </c:pt>
                <c:pt idx="163">
                  <c:v>41</c:v>
                </c:pt>
                <c:pt idx="164">
                  <c:v>41</c:v>
                </c:pt>
                <c:pt idx="165">
                  <c:v>41.2</c:v>
                </c:pt>
                <c:pt idx="166">
                  <c:v>41.2</c:v>
                </c:pt>
                <c:pt idx="167">
                  <c:v>41.2</c:v>
                </c:pt>
                <c:pt idx="168">
                  <c:v>41.4</c:v>
                </c:pt>
                <c:pt idx="169">
                  <c:v>41.6</c:v>
                </c:pt>
                <c:pt idx="170">
                  <c:v>42</c:v>
                </c:pt>
                <c:pt idx="171">
                  <c:v>42.6</c:v>
                </c:pt>
                <c:pt idx="172">
                  <c:v>43.4</c:v>
                </c:pt>
                <c:pt idx="173">
                  <c:v>43.4</c:v>
                </c:pt>
                <c:pt idx="174">
                  <c:v>43.4</c:v>
                </c:pt>
                <c:pt idx="175">
                  <c:v>43.4</c:v>
                </c:pt>
                <c:pt idx="176">
                  <c:v>43.4</c:v>
                </c:pt>
                <c:pt idx="177">
                  <c:v>43.4</c:v>
                </c:pt>
                <c:pt idx="178">
                  <c:v>43.4</c:v>
                </c:pt>
                <c:pt idx="179">
                  <c:v>43.4</c:v>
                </c:pt>
                <c:pt idx="180">
                  <c:v>43.4</c:v>
                </c:pt>
                <c:pt idx="181">
                  <c:v>43.4</c:v>
                </c:pt>
                <c:pt idx="182">
                  <c:v>43.6</c:v>
                </c:pt>
                <c:pt idx="183">
                  <c:v>43.6</c:v>
                </c:pt>
                <c:pt idx="184">
                  <c:v>44.6</c:v>
                </c:pt>
                <c:pt idx="185">
                  <c:v>44.6</c:v>
                </c:pt>
                <c:pt idx="186">
                  <c:v>44.8</c:v>
                </c:pt>
                <c:pt idx="187">
                  <c:v>45</c:v>
                </c:pt>
                <c:pt idx="188">
                  <c:v>45</c:v>
                </c:pt>
                <c:pt idx="189">
                  <c:v>45</c:v>
                </c:pt>
                <c:pt idx="190">
                  <c:v>45.2</c:v>
                </c:pt>
                <c:pt idx="191">
                  <c:v>45.6</c:v>
                </c:pt>
                <c:pt idx="192">
                  <c:v>45.8</c:v>
                </c:pt>
                <c:pt idx="193">
                  <c:v>46</c:v>
                </c:pt>
                <c:pt idx="194">
                  <c:v>46.2</c:v>
                </c:pt>
                <c:pt idx="195">
                  <c:v>46.2</c:v>
                </c:pt>
                <c:pt idx="196">
                  <c:v>46.4</c:v>
                </c:pt>
                <c:pt idx="197">
                  <c:v>46.4</c:v>
                </c:pt>
                <c:pt idx="198">
                  <c:v>47</c:v>
                </c:pt>
                <c:pt idx="199">
                  <c:v>47.2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D3-48DE-A3C5-6FB00D880881}"/>
            </c:ext>
          </c:extLst>
        </c:ser>
        <c:ser>
          <c:idx val="1"/>
          <c:order val="1"/>
          <c:tx>
            <c:strRef>
              <c:f>save1!$ED$406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save1!$ED$407:$ED$606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1</c:v>
                </c:pt>
                <c:pt idx="8">
                  <c:v>1.2</c:v>
                </c:pt>
                <c:pt idx="9">
                  <c:v>1.2</c:v>
                </c:pt>
                <c:pt idx="10">
                  <c:v>1.6</c:v>
                </c:pt>
                <c:pt idx="11">
                  <c:v>1.6</c:v>
                </c:pt>
                <c:pt idx="12">
                  <c:v>2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2.6</c:v>
                </c:pt>
                <c:pt idx="16">
                  <c:v>2.6</c:v>
                </c:pt>
                <c:pt idx="17">
                  <c:v>2.6</c:v>
                </c:pt>
                <c:pt idx="18">
                  <c:v>2.8</c:v>
                </c:pt>
                <c:pt idx="19">
                  <c:v>2.8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3.4</c:v>
                </c:pt>
                <c:pt idx="25">
                  <c:v>3.8</c:v>
                </c:pt>
                <c:pt idx="26">
                  <c:v>3.8</c:v>
                </c:pt>
                <c:pt idx="27">
                  <c:v>3.8</c:v>
                </c:pt>
                <c:pt idx="28">
                  <c:v>3.8</c:v>
                </c:pt>
                <c:pt idx="29">
                  <c:v>4.4000000000000004</c:v>
                </c:pt>
                <c:pt idx="30">
                  <c:v>4.5999999999999996</c:v>
                </c:pt>
                <c:pt idx="31">
                  <c:v>4.8</c:v>
                </c:pt>
                <c:pt idx="32">
                  <c:v>4.8</c:v>
                </c:pt>
                <c:pt idx="33">
                  <c:v>5.4</c:v>
                </c:pt>
                <c:pt idx="34">
                  <c:v>5.4</c:v>
                </c:pt>
                <c:pt idx="35">
                  <c:v>5.6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6.2</c:v>
                </c:pt>
                <c:pt idx="44">
                  <c:v>6.6</c:v>
                </c:pt>
                <c:pt idx="45">
                  <c:v>6.6</c:v>
                </c:pt>
                <c:pt idx="46">
                  <c:v>7.2</c:v>
                </c:pt>
                <c:pt idx="47">
                  <c:v>7.6</c:v>
                </c:pt>
                <c:pt idx="48">
                  <c:v>7.6</c:v>
                </c:pt>
                <c:pt idx="49">
                  <c:v>7.6</c:v>
                </c:pt>
                <c:pt idx="50">
                  <c:v>7.8</c:v>
                </c:pt>
                <c:pt idx="51">
                  <c:v>8.1999999999999993</c:v>
                </c:pt>
                <c:pt idx="52">
                  <c:v>8.4</c:v>
                </c:pt>
                <c:pt idx="53">
                  <c:v>8.4</c:v>
                </c:pt>
                <c:pt idx="54">
                  <c:v>8.6</c:v>
                </c:pt>
                <c:pt idx="55">
                  <c:v>9</c:v>
                </c:pt>
                <c:pt idx="56">
                  <c:v>9</c:v>
                </c:pt>
                <c:pt idx="57">
                  <c:v>9.1999999999999993</c:v>
                </c:pt>
                <c:pt idx="58">
                  <c:v>9.4</c:v>
                </c:pt>
                <c:pt idx="59">
                  <c:v>9.6</c:v>
                </c:pt>
                <c:pt idx="60">
                  <c:v>9.6</c:v>
                </c:pt>
                <c:pt idx="61">
                  <c:v>9.6</c:v>
                </c:pt>
                <c:pt idx="62">
                  <c:v>9.8000000000000007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10.199999999999999</c:v>
                </c:pt>
                <c:pt idx="67">
                  <c:v>10.199999999999999</c:v>
                </c:pt>
                <c:pt idx="68">
                  <c:v>10.4</c:v>
                </c:pt>
                <c:pt idx="69">
                  <c:v>10.4</c:v>
                </c:pt>
                <c:pt idx="70">
                  <c:v>10.8</c:v>
                </c:pt>
                <c:pt idx="71">
                  <c:v>10.8</c:v>
                </c:pt>
                <c:pt idx="72">
                  <c:v>11</c:v>
                </c:pt>
                <c:pt idx="73">
                  <c:v>11.4</c:v>
                </c:pt>
                <c:pt idx="74">
                  <c:v>11.8</c:v>
                </c:pt>
                <c:pt idx="75">
                  <c:v>11.8</c:v>
                </c:pt>
                <c:pt idx="76">
                  <c:v>12</c:v>
                </c:pt>
                <c:pt idx="77">
                  <c:v>12.2</c:v>
                </c:pt>
                <c:pt idx="78">
                  <c:v>12.4</c:v>
                </c:pt>
                <c:pt idx="79">
                  <c:v>12.6</c:v>
                </c:pt>
                <c:pt idx="80">
                  <c:v>12.8</c:v>
                </c:pt>
                <c:pt idx="81">
                  <c:v>12.8</c:v>
                </c:pt>
                <c:pt idx="82">
                  <c:v>12.8</c:v>
                </c:pt>
                <c:pt idx="83">
                  <c:v>12.8</c:v>
                </c:pt>
                <c:pt idx="84">
                  <c:v>12.8</c:v>
                </c:pt>
                <c:pt idx="85">
                  <c:v>13.4</c:v>
                </c:pt>
                <c:pt idx="86">
                  <c:v>13.6</c:v>
                </c:pt>
                <c:pt idx="87">
                  <c:v>13.6</c:v>
                </c:pt>
                <c:pt idx="88">
                  <c:v>13.6</c:v>
                </c:pt>
                <c:pt idx="89">
                  <c:v>13.6</c:v>
                </c:pt>
                <c:pt idx="90">
                  <c:v>13.8</c:v>
                </c:pt>
                <c:pt idx="91">
                  <c:v>13.8</c:v>
                </c:pt>
                <c:pt idx="92">
                  <c:v>14.2</c:v>
                </c:pt>
                <c:pt idx="93">
                  <c:v>14.4</c:v>
                </c:pt>
                <c:pt idx="94">
                  <c:v>14.6</c:v>
                </c:pt>
                <c:pt idx="95">
                  <c:v>14.6</c:v>
                </c:pt>
                <c:pt idx="96">
                  <c:v>14.6</c:v>
                </c:pt>
                <c:pt idx="97">
                  <c:v>15</c:v>
                </c:pt>
                <c:pt idx="98">
                  <c:v>15.2</c:v>
                </c:pt>
                <c:pt idx="99">
                  <c:v>15.4</c:v>
                </c:pt>
                <c:pt idx="100">
                  <c:v>15.4</c:v>
                </c:pt>
                <c:pt idx="101">
                  <c:v>16</c:v>
                </c:pt>
                <c:pt idx="102">
                  <c:v>16.2</c:v>
                </c:pt>
                <c:pt idx="103">
                  <c:v>16.2</c:v>
                </c:pt>
                <c:pt idx="104">
                  <c:v>16.2</c:v>
                </c:pt>
                <c:pt idx="105">
                  <c:v>16.2</c:v>
                </c:pt>
                <c:pt idx="106">
                  <c:v>16.2</c:v>
                </c:pt>
                <c:pt idx="107">
                  <c:v>16.399999999999999</c:v>
                </c:pt>
                <c:pt idx="108">
                  <c:v>16.8</c:v>
                </c:pt>
                <c:pt idx="109">
                  <c:v>17</c:v>
                </c:pt>
                <c:pt idx="110">
                  <c:v>17.399999999999999</c:v>
                </c:pt>
                <c:pt idx="111">
                  <c:v>17.399999999999999</c:v>
                </c:pt>
                <c:pt idx="112">
                  <c:v>18</c:v>
                </c:pt>
                <c:pt idx="113">
                  <c:v>18</c:v>
                </c:pt>
                <c:pt idx="114">
                  <c:v>18</c:v>
                </c:pt>
                <c:pt idx="115">
                  <c:v>18.399999999999999</c:v>
                </c:pt>
                <c:pt idx="116">
                  <c:v>18.399999999999999</c:v>
                </c:pt>
                <c:pt idx="117">
                  <c:v>18.600000000000001</c:v>
                </c:pt>
                <c:pt idx="118">
                  <c:v>18.8</c:v>
                </c:pt>
                <c:pt idx="119">
                  <c:v>18.8</c:v>
                </c:pt>
                <c:pt idx="120">
                  <c:v>18.8</c:v>
                </c:pt>
                <c:pt idx="121">
                  <c:v>18.8</c:v>
                </c:pt>
                <c:pt idx="122">
                  <c:v>18.8</c:v>
                </c:pt>
                <c:pt idx="123">
                  <c:v>18.8</c:v>
                </c:pt>
                <c:pt idx="124">
                  <c:v>19</c:v>
                </c:pt>
                <c:pt idx="125">
                  <c:v>19.2</c:v>
                </c:pt>
                <c:pt idx="126">
                  <c:v>19.2</c:v>
                </c:pt>
                <c:pt idx="127">
                  <c:v>19.399999999999999</c:v>
                </c:pt>
                <c:pt idx="128">
                  <c:v>19.399999999999999</c:v>
                </c:pt>
                <c:pt idx="129">
                  <c:v>19.8</c:v>
                </c:pt>
                <c:pt idx="130">
                  <c:v>19.8</c:v>
                </c:pt>
                <c:pt idx="131">
                  <c:v>19.8</c:v>
                </c:pt>
                <c:pt idx="132">
                  <c:v>19.8</c:v>
                </c:pt>
                <c:pt idx="133">
                  <c:v>19.8</c:v>
                </c:pt>
                <c:pt idx="134">
                  <c:v>19.8</c:v>
                </c:pt>
                <c:pt idx="135">
                  <c:v>19.8</c:v>
                </c:pt>
                <c:pt idx="136">
                  <c:v>20.2</c:v>
                </c:pt>
                <c:pt idx="137">
                  <c:v>20.6</c:v>
                </c:pt>
                <c:pt idx="138">
                  <c:v>21</c:v>
                </c:pt>
                <c:pt idx="139">
                  <c:v>21.2</c:v>
                </c:pt>
                <c:pt idx="140">
                  <c:v>21.4</c:v>
                </c:pt>
                <c:pt idx="141">
                  <c:v>21.4</c:v>
                </c:pt>
                <c:pt idx="142">
                  <c:v>21.6</c:v>
                </c:pt>
                <c:pt idx="143">
                  <c:v>21.6</c:v>
                </c:pt>
                <c:pt idx="144">
                  <c:v>21.8</c:v>
                </c:pt>
                <c:pt idx="145">
                  <c:v>21.8</c:v>
                </c:pt>
                <c:pt idx="146">
                  <c:v>21.8</c:v>
                </c:pt>
                <c:pt idx="147">
                  <c:v>21.8</c:v>
                </c:pt>
                <c:pt idx="148">
                  <c:v>21.8</c:v>
                </c:pt>
                <c:pt idx="149">
                  <c:v>22</c:v>
                </c:pt>
                <c:pt idx="150">
                  <c:v>22</c:v>
                </c:pt>
                <c:pt idx="151">
                  <c:v>22.4</c:v>
                </c:pt>
                <c:pt idx="152">
                  <c:v>22.4</c:v>
                </c:pt>
                <c:pt idx="153">
                  <c:v>22.4</c:v>
                </c:pt>
                <c:pt idx="154">
                  <c:v>22.6</c:v>
                </c:pt>
                <c:pt idx="155">
                  <c:v>22.6</c:v>
                </c:pt>
                <c:pt idx="156">
                  <c:v>23</c:v>
                </c:pt>
                <c:pt idx="157">
                  <c:v>23.2</c:v>
                </c:pt>
                <c:pt idx="158">
                  <c:v>24</c:v>
                </c:pt>
                <c:pt idx="159">
                  <c:v>24.2</c:v>
                </c:pt>
                <c:pt idx="160">
                  <c:v>24.4</c:v>
                </c:pt>
                <c:pt idx="161">
                  <c:v>24.4</c:v>
                </c:pt>
                <c:pt idx="162">
                  <c:v>24.8</c:v>
                </c:pt>
                <c:pt idx="163">
                  <c:v>25.2</c:v>
                </c:pt>
                <c:pt idx="164">
                  <c:v>25.4</c:v>
                </c:pt>
                <c:pt idx="165">
                  <c:v>25.4</c:v>
                </c:pt>
                <c:pt idx="166">
                  <c:v>25.6</c:v>
                </c:pt>
                <c:pt idx="167">
                  <c:v>25.6</c:v>
                </c:pt>
                <c:pt idx="168">
                  <c:v>25.6</c:v>
                </c:pt>
                <c:pt idx="169">
                  <c:v>25.6</c:v>
                </c:pt>
                <c:pt idx="170">
                  <c:v>25.6</c:v>
                </c:pt>
                <c:pt idx="171">
                  <c:v>25.6</c:v>
                </c:pt>
                <c:pt idx="172">
                  <c:v>25.8</c:v>
                </c:pt>
                <c:pt idx="173">
                  <c:v>26</c:v>
                </c:pt>
                <c:pt idx="174">
                  <c:v>26.6</c:v>
                </c:pt>
                <c:pt idx="175">
                  <c:v>26.8</c:v>
                </c:pt>
                <c:pt idx="176">
                  <c:v>27</c:v>
                </c:pt>
                <c:pt idx="177">
                  <c:v>27</c:v>
                </c:pt>
                <c:pt idx="178">
                  <c:v>27.8</c:v>
                </c:pt>
                <c:pt idx="179">
                  <c:v>28</c:v>
                </c:pt>
                <c:pt idx="180">
                  <c:v>28</c:v>
                </c:pt>
                <c:pt idx="181">
                  <c:v>28.4</c:v>
                </c:pt>
                <c:pt idx="182">
                  <c:v>28.4</c:v>
                </c:pt>
                <c:pt idx="183">
                  <c:v>28.8</c:v>
                </c:pt>
                <c:pt idx="184">
                  <c:v>29.4</c:v>
                </c:pt>
                <c:pt idx="185">
                  <c:v>29.4</c:v>
                </c:pt>
                <c:pt idx="186">
                  <c:v>29.6</c:v>
                </c:pt>
                <c:pt idx="187">
                  <c:v>30.2</c:v>
                </c:pt>
                <c:pt idx="188">
                  <c:v>30.4</c:v>
                </c:pt>
                <c:pt idx="189">
                  <c:v>30.6</c:v>
                </c:pt>
                <c:pt idx="190">
                  <c:v>30.6</c:v>
                </c:pt>
                <c:pt idx="191">
                  <c:v>30.8</c:v>
                </c:pt>
                <c:pt idx="192">
                  <c:v>31</c:v>
                </c:pt>
                <c:pt idx="193">
                  <c:v>31.2</c:v>
                </c:pt>
                <c:pt idx="194">
                  <c:v>31.4</c:v>
                </c:pt>
                <c:pt idx="195">
                  <c:v>31.6</c:v>
                </c:pt>
                <c:pt idx="196">
                  <c:v>32.200000000000003</c:v>
                </c:pt>
                <c:pt idx="197">
                  <c:v>32.200000000000003</c:v>
                </c:pt>
                <c:pt idx="198">
                  <c:v>32.200000000000003</c:v>
                </c:pt>
                <c:pt idx="199">
                  <c:v>32.200000000000003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D3-48DE-A3C5-6FB00D880881}"/>
            </c:ext>
          </c:extLst>
        </c:ser>
        <c:ser>
          <c:idx val="2"/>
          <c:order val="2"/>
          <c:tx>
            <c:strRef>
              <c:f>save1!$EE$406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save1!$EE$407:$EE$606</c:f>
              <c:numCache>
                <c:formatCode>General</c:formatCode>
                <c:ptCount val="200"/>
                <c:pt idx="0">
                  <c:v>2.2000000000000002</c:v>
                </c:pt>
                <c:pt idx="1">
                  <c:v>2.4</c:v>
                </c:pt>
                <c:pt idx="2">
                  <c:v>2.6</c:v>
                </c:pt>
                <c:pt idx="3">
                  <c:v>3</c:v>
                </c:pt>
                <c:pt idx="4">
                  <c:v>3.4</c:v>
                </c:pt>
                <c:pt idx="5">
                  <c:v>3.8</c:v>
                </c:pt>
                <c:pt idx="6">
                  <c:v>4.4000000000000004</c:v>
                </c:pt>
                <c:pt idx="7">
                  <c:v>4.5999999999999996</c:v>
                </c:pt>
                <c:pt idx="8">
                  <c:v>5</c:v>
                </c:pt>
                <c:pt idx="9">
                  <c:v>5.2</c:v>
                </c:pt>
                <c:pt idx="10">
                  <c:v>5.4</c:v>
                </c:pt>
                <c:pt idx="11">
                  <c:v>5.6</c:v>
                </c:pt>
                <c:pt idx="12">
                  <c:v>5.8</c:v>
                </c:pt>
                <c:pt idx="13">
                  <c:v>5.8</c:v>
                </c:pt>
                <c:pt idx="14">
                  <c:v>6</c:v>
                </c:pt>
                <c:pt idx="15">
                  <c:v>6.2</c:v>
                </c:pt>
                <c:pt idx="16">
                  <c:v>6.8</c:v>
                </c:pt>
                <c:pt idx="17">
                  <c:v>7.2</c:v>
                </c:pt>
                <c:pt idx="18">
                  <c:v>7.4</c:v>
                </c:pt>
                <c:pt idx="19">
                  <c:v>7.6</c:v>
                </c:pt>
                <c:pt idx="20">
                  <c:v>8</c:v>
                </c:pt>
                <c:pt idx="21">
                  <c:v>8</c:v>
                </c:pt>
                <c:pt idx="22">
                  <c:v>8.1999999999999993</c:v>
                </c:pt>
                <c:pt idx="23">
                  <c:v>8.4</c:v>
                </c:pt>
                <c:pt idx="24">
                  <c:v>8.6</c:v>
                </c:pt>
                <c:pt idx="25">
                  <c:v>9</c:v>
                </c:pt>
                <c:pt idx="26">
                  <c:v>9</c:v>
                </c:pt>
                <c:pt idx="27">
                  <c:v>9.4</c:v>
                </c:pt>
                <c:pt idx="28">
                  <c:v>9.6</c:v>
                </c:pt>
                <c:pt idx="29">
                  <c:v>10.199999999999999</c:v>
                </c:pt>
                <c:pt idx="30">
                  <c:v>10.4</c:v>
                </c:pt>
                <c:pt idx="31">
                  <c:v>10.4</c:v>
                </c:pt>
                <c:pt idx="32">
                  <c:v>10.8</c:v>
                </c:pt>
                <c:pt idx="33">
                  <c:v>10.8</c:v>
                </c:pt>
                <c:pt idx="34">
                  <c:v>11.2</c:v>
                </c:pt>
                <c:pt idx="35">
                  <c:v>11.4</c:v>
                </c:pt>
                <c:pt idx="36">
                  <c:v>11.4</c:v>
                </c:pt>
                <c:pt idx="37">
                  <c:v>11.6</c:v>
                </c:pt>
                <c:pt idx="38">
                  <c:v>12</c:v>
                </c:pt>
                <c:pt idx="39">
                  <c:v>12.6</c:v>
                </c:pt>
                <c:pt idx="40">
                  <c:v>12.6</c:v>
                </c:pt>
                <c:pt idx="41">
                  <c:v>13</c:v>
                </c:pt>
                <c:pt idx="42">
                  <c:v>13.4</c:v>
                </c:pt>
                <c:pt idx="43">
                  <c:v>13.6</c:v>
                </c:pt>
                <c:pt idx="44">
                  <c:v>13.6</c:v>
                </c:pt>
                <c:pt idx="45">
                  <c:v>13.8</c:v>
                </c:pt>
                <c:pt idx="46">
                  <c:v>13.8</c:v>
                </c:pt>
                <c:pt idx="47">
                  <c:v>13.8</c:v>
                </c:pt>
                <c:pt idx="48">
                  <c:v>14.6</c:v>
                </c:pt>
                <c:pt idx="49">
                  <c:v>15</c:v>
                </c:pt>
                <c:pt idx="50">
                  <c:v>15.4</c:v>
                </c:pt>
                <c:pt idx="51">
                  <c:v>15.8</c:v>
                </c:pt>
                <c:pt idx="52">
                  <c:v>16.2</c:v>
                </c:pt>
                <c:pt idx="53">
                  <c:v>16.399999999999999</c:v>
                </c:pt>
                <c:pt idx="54">
                  <c:v>17</c:v>
                </c:pt>
                <c:pt idx="55">
                  <c:v>17</c:v>
                </c:pt>
                <c:pt idx="56">
                  <c:v>17.2</c:v>
                </c:pt>
                <c:pt idx="57">
                  <c:v>17.600000000000001</c:v>
                </c:pt>
                <c:pt idx="58">
                  <c:v>17.8</c:v>
                </c:pt>
                <c:pt idx="59">
                  <c:v>17.8</c:v>
                </c:pt>
                <c:pt idx="60">
                  <c:v>18</c:v>
                </c:pt>
                <c:pt idx="61">
                  <c:v>18.2</c:v>
                </c:pt>
                <c:pt idx="62">
                  <c:v>18.2</c:v>
                </c:pt>
                <c:pt idx="63">
                  <c:v>18.600000000000001</c:v>
                </c:pt>
                <c:pt idx="64">
                  <c:v>19</c:v>
                </c:pt>
                <c:pt idx="65">
                  <c:v>19</c:v>
                </c:pt>
                <c:pt idx="66">
                  <c:v>19</c:v>
                </c:pt>
                <c:pt idx="67">
                  <c:v>19.399999999999999</c:v>
                </c:pt>
                <c:pt idx="68">
                  <c:v>19.8</c:v>
                </c:pt>
                <c:pt idx="69">
                  <c:v>20</c:v>
                </c:pt>
                <c:pt idx="70">
                  <c:v>20.399999999999999</c:v>
                </c:pt>
                <c:pt idx="71">
                  <c:v>20.399999999999999</c:v>
                </c:pt>
                <c:pt idx="72">
                  <c:v>20.6</c:v>
                </c:pt>
                <c:pt idx="73">
                  <c:v>20.6</c:v>
                </c:pt>
                <c:pt idx="74">
                  <c:v>21</c:v>
                </c:pt>
                <c:pt idx="75">
                  <c:v>21.4</c:v>
                </c:pt>
                <c:pt idx="76">
                  <c:v>21.4</c:v>
                </c:pt>
                <c:pt idx="77">
                  <c:v>21.6</c:v>
                </c:pt>
                <c:pt idx="78">
                  <c:v>22</c:v>
                </c:pt>
                <c:pt idx="79">
                  <c:v>22.4</c:v>
                </c:pt>
                <c:pt idx="80">
                  <c:v>22.4</c:v>
                </c:pt>
                <c:pt idx="81">
                  <c:v>23</c:v>
                </c:pt>
                <c:pt idx="82">
                  <c:v>23.6</c:v>
                </c:pt>
                <c:pt idx="83">
                  <c:v>23.8</c:v>
                </c:pt>
                <c:pt idx="84">
                  <c:v>23.8</c:v>
                </c:pt>
                <c:pt idx="85">
                  <c:v>24</c:v>
                </c:pt>
                <c:pt idx="86">
                  <c:v>24.2</c:v>
                </c:pt>
                <c:pt idx="87">
                  <c:v>24.6</c:v>
                </c:pt>
                <c:pt idx="88">
                  <c:v>25</c:v>
                </c:pt>
                <c:pt idx="89">
                  <c:v>25.2</c:v>
                </c:pt>
                <c:pt idx="90">
                  <c:v>25.4</c:v>
                </c:pt>
                <c:pt idx="91">
                  <c:v>25.8</c:v>
                </c:pt>
                <c:pt idx="92">
                  <c:v>26.2</c:v>
                </c:pt>
                <c:pt idx="93">
                  <c:v>26.4</c:v>
                </c:pt>
                <c:pt idx="94">
                  <c:v>26.4</c:v>
                </c:pt>
                <c:pt idx="95">
                  <c:v>27</c:v>
                </c:pt>
                <c:pt idx="96">
                  <c:v>27.2</c:v>
                </c:pt>
                <c:pt idx="97">
                  <c:v>27.4</c:v>
                </c:pt>
                <c:pt idx="98">
                  <c:v>28</c:v>
                </c:pt>
                <c:pt idx="99">
                  <c:v>28.2</c:v>
                </c:pt>
                <c:pt idx="100">
                  <c:v>28.8</c:v>
                </c:pt>
                <c:pt idx="101">
                  <c:v>28.8</c:v>
                </c:pt>
                <c:pt idx="102">
                  <c:v>28.8</c:v>
                </c:pt>
                <c:pt idx="103">
                  <c:v>29</c:v>
                </c:pt>
                <c:pt idx="104">
                  <c:v>29.2</c:v>
                </c:pt>
                <c:pt idx="105">
                  <c:v>29.2</c:v>
                </c:pt>
                <c:pt idx="106">
                  <c:v>29.4</c:v>
                </c:pt>
                <c:pt idx="107">
                  <c:v>29.6</c:v>
                </c:pt>
                <c:pt idx="108">
                  <c:v>30</c:v>
                </c:pt>
                <c:pt idx="109">
                  <c:v>30.2</c:v>
                </c:pt>
                <c:pt idx="110">
                  <c:v>30.4</c:v>
                </c:pt>
                <c:pt idx="111">
                  <c:v>30.6</c:v>
                </c:pt>
                <c:pt idx="112">
                  <c:v>30.8</c:v>
                </c:pt>
                <c:pt idx="113">
                  <c:v>31</c:v>
                </c:pt>
                <c:pt idx="114">
                  <c:v>31.2</c:v>
                </c:pt>
                <c:pt idx="115">
                  <c:v>31.4</c:v>
                </c:pt>
                <c:pt idx="116">
                  <c:v>32.200000000000003</c:v>
                </c:pt>
                <c:pt idx="117">
                  <c:v>32.200000000000003</c:v>
                </c:pt>
                <c:pt idx="118">
                  <c:v>32.4</c:v>
                </c:pt>
                <c:pt idx="119">
                  <c:v>33</c:v>
                </c:pt>
                <c:pt idx="120">
                  <c:v>33</c:v>
                </c:pt>
                <c:pt idx="121">
                  <c:v>33.4</c:v>
                </c:pt>
                <c:pt idx="122">
                  <c:v>33.4</c:v>
                </c:pt>
                <c:pt idx="123">
                  <c:v>33.4</c:v>
                </c:pt>
                <c:pt idx="124">
                  <c:v>34</c:v>
                </c:pt>
                <c:pt idx="125">
                  <c:v>34.200000000000003</c:v>
                </c:pt>
                <c:pt idx="126">
                  <c:v>34.4</c:v>
                </c:pt>
                <c:pt idx="127">
                  <c:v>34.6</c:v>
                </c:pt>
                <c:pt idx="128">
                  <c:v>35.4</c:v>
                </c:pt>
                <c:pt idx="129">
                  <c:v>35.6</c:v>
                </c:pt>
                <c:pt idx="130">
                  <c:v>35.6</c:v>
                </c:pt>
                <c:pt idx="131">
                  <c:v>36.200000000000003</c:v>
                </c:pt>
                <c:pt idx="132">
                  <c:v>36.4</c:v>
                </c:pt>
                <c:pt idx="133">
                  <c:v>36.6</c:v>
                </c:pt>
                <c:pt idx="134">
                  <c:v>36.6</c:v>
                </c:pt>
                <c:pt idx="135">
                  <c:v>36.6</c:v>
                </c:pt>
                <c:pt idx="136">
                  <c:v>36.799999999999997</c:v>
                </c:pt>
                <c:pt idx="137">
                  <c:v>37</c:v>
                </c:pt>
                <c:pt idx="138">
                  <c:v>37</c:v>
                </c:pt>
                <c:pt idx="139">
                  <c:v>37.4</c:v>
                </c:pt>
                <c:pt idx="140">
                  <c:v>37.6</c:v>
                </c:pt>
                <c:pt idx="141">
                  <c:v>37.6</c:v>
                </c:pt>
                <c:pt idx="142">
                  <c:v>38</c:v>
                </c:pt>
                <c:pt idx="143">
                  <c:v>38.4</c:v>
                </c:pt>
                <c:pt idx="144">
                  <c:v>38.6</c:v>
                </c:pt>
                <c:pt idx="145">
                  <c:v>38.799999999999997</c:v>
                </c:pt>
                <c:pt idx="146">
                  <c:v>39</c:v>
                </c:pt>
                <c:pt idx="147">
                  <c:v>39</c:v>
                </c:pt>
                <c:pt idx="148">
                  <c:v>39</c:v>
                </c:pt>
                <c:pt idx="149">
                  <c:v>39.4</c:v>
                </c:pt>
                <c:pt idx="150">
                  <c:v>39.799999999999997</c:v>
                </c:pt>
                <c:pt idx="151">
                  <c:v>39.799999999999997</c:v>
                </c:pt>
                <c:pt idx="152">
                  <c:v>40.4</c:v>
                </c:pt>
                <c:pt idx="153">
                  <c:v>40.799999999999997</c:v>
                </c:pt>
                <c:pt idx="154">
                  <c:v>41.2</c:v>
                </c:pt>
                <c:pt idx="155">
                  <c:v>41.6</c:v>
                </c:pt>
                <c:pt idx="156">
                  <c:v>41.6</c:v>
                </c:pt>
                <c:pt idx="157">
                  <c:v>42</c:v>
                </c:pt>
                <c:pt idx="158">
                  <c:v>42.2</c:v>
                </c:pt>
                <c:pt idx="159">
                  <c:v>42.2</c:v>
                </c:pt>
                <c:pt idx="160">
                  <c:v>42.6</c:v>
                </c:pt>
                <c:pt idx="161">
                  <c:v>42.8</c:v>
                </c:pt>
                <c:pt idx="162">
                  <c:v>43.4</c:v>
                </c:pt>
                <c:pt idx="163">
                  <c:v>43.4</c:v>
                </c:pt>
                <c:pt idx="164">
                  <c:v>43.4</c:v>
                </c:pt>
                <c:pt idx="165">
                  <c:v>43.4</c:v>
                </c:pt>
                <c:pt idx="166">
                  <c:v>43.6</c:v>
                </c:pt>
                <c:pt idx="167">
                  <c:v>44</c:v>
                </c:pt>
                <c:pt idx="168">
                  <c:v>44.2</c:v>
                </c:pt>
                <c:pt idx="169">
                  <c:v>44.6</c:v>
                </c:pt>
                <c:pt idx="170">
                  <c:v>44.8</c:v>
                </c:pt>
                <c:pt idx="171">
                  <c:v>45</c:v>
                </c:pt>
                <c:pt idx="172">
                  <c:v>45.4</c:v>
                </c:pt>
                <c:pt idx="173">
                  <c:v>45.6</c:v>
                </c:pt>
                <c:pt idx="174">
                  <c:v>45.8</c:v>
                </c:pt>
                <c:pt idx="175">
                  <c:v>46.2</c:v>
                </c:pt>
                <c:pt idx="176">
                  <c:v>46.4</c:v>
                </c:pt>
                <c:pt idx="177">
                  <c:v>46.4</c:v>
                </c:pt>
                <c:pt idx="178">
                  <c:v>46.4</c:v>
                </c:pt>
                <c:pt idx="179">
                  <c:v>46.8</c:v>
                </c:pt>
                <c:pt idx="180">
                  <c:v>47</c:v>
                </c:pt>
                <c:pt idx="181">
                  <c:v>47.2</c:v>
                </c:pt>
                <c:pt idx="182">
                  <c:v>47.6</c:v>
                </c:pt>
                <c:pt idx="183">
                  <c:v>48</c:v>
                </c:pt>
                <c:pt idx="184">
                  <c:v>48.4</c:v>
                </c:pt>
                <c:pt idx="185">
                  <c:v>49.2</c:v>
                </c:pt>
                <c:pt idx="186">
                  <c:v>49.2</c:v>
                </c:pt>
                <c:pt idx="187">
                  <c:v>49.2</c:v>
                </c:pt>
                <c:pt idx="188">
                  <c:v>49.2</c:v>
                </c:pt>
                <c:pt idx="189">
                  <c:v>49.4</c:v>
                </c:pt>
                <c:pt idx="190">
                  <c:v>49.8</c:v>
                </c:pt>
                <c:pt idx="191">
                  <c:v>49.8</c:v>
                </c:pt>
                <c:pt idx="192">
                  <c:v>49.8</c:v>
                </c:pt>
                <c:pt idx="193">
                  <c:v>49.8</c:v>
                </c:pt>
                <c:pt idx="194">
                  <c:v>49.8</c:v>
                </c:pt>
                <c:pt idx="195">
                  <c:v>49.8</c:v>
                </c:pt>
                <c:pt idx="196">
                  <c:v>49.8</c:v>
                </c:pt>
                <c:pt idx="197">
                  <c:v>50.2</c:v>
                </c:pt>
                <c:pt idx="198">
                  <c:v>50.8</c:v>
                </c:pt>
                <c:pt idx="199">
                  <c:v>51.2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2D3-48DE-A3C5-6FB00D880881}"/>
            </c:ext>
          </c:extLst>
        </c:ser>
        <c:ser>
          <c:idx val="3"/>
          <c:order val="3"/>
          <c:tx>
            <c:strRef>
              <c:f>save1!$EF$406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save1!$EF$407:$EF$606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1.4</c:v>
                </c:pt>
                <c:pt idx="8">
                  <c:v>1.4</c:v>
                </c:pt>
                <c:pt idx="9">
                  <c:v>1.6</c:v>
                </c:pt>
                <c:pt idx="10">
                  <c:v>1.6</c:v>
                </c:pt>
                <c:pt idx="11">
                  <c:v>1.8</c:v>
                </c:pt>
                <c:pt idx="12">
                  <c:v>2.2000000000000002</c:v>
                </c:pt>
                <c:pt idx="13">
                  <c:v>2.6</c:v>
                </c:pt>
                <c:pt idx="14">
                  <c:v>2.6</c:v>
                </c:pt>
                <c:pt idx="15">
                  <c:v>2.6</c:v>
                </c:pt>
                <c:pt idx="16">
                  <c:v>2.8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3.2</c:v>
                </c:pt>
                <c:pt idx="22">
                  <c:v>3.4</c:v>
                </c:pt>
                <c:pt idx="23">
                  <c:v>3.6</c:v>
                </c:pt>
                <c:pt idx="24">
                  <c:v>3.6</c:v>
                </c:pt>
                <c:pt idx="25">
                  <c:v>3.6</c:v>
                </c:pt>
                <c:pt idx="26">
                  <c:v>4</c:v>
                </c:pt>
                <c:pt idx="27">
                  <c:v>4.2</c:v>
                </c:pt>
                <c:pt idx="28">
                  <c:v>4.8</c:v>
                </c:pt>
                <c:pt idx="29">
                  <c:v>5</c:v>
                </c:pt>
                <c:pt idx="30">
                  <c:v>5.2</c:v>
                </c:pt>
                <c:pt idx="31">
                  <c:v>5.4</c:v>
                </c:pt>
                <c:pt idx="32">
                  <c:v>5.4</c:v>
                </c:pt>
                <c:pt idx="33">
                  <c:v>5.6</c:v>
                </c:pt>
                <c:pt idx="34">
                  <c:v>6</c:v>
                </c:pt>
                <c:pt idx="35">
                  <c:v>6</c:v>
                </c:pt>
                <c:pt idx="36">
                  <c:v>6.6</c:v>
                </c:pt>
                <c:pt idx="37">
                  <c:v>6.6</c:v>
                </c:pt>
                <c:pt idx="38">
                  <c:v>6.6</c:v>
                </c:pt>
                <c:pt idx="39">
                  <c:v>6.6</c:v>
                </c:pt>
                <c:pt idx="40">
                  <c:v>7.4</c:v>
                </c:pt>
                <c:pt idx="41">
                  <c:v>7.6</c:v>
                </c:pt>
                <c:pt idx="42">
                  <c:v>8.1999999999999993</c:v>
                </c:pt>
                <c:pt idx="43">
                  <c:v>8.8000000000000007</c:v>
                </c:pt>
                <c:pt idx="44">
                  <c:v>9</c:v>
                </c:pt>
                <c:pt idx="45">
                  <c:v>9</c:v>
                </c:pt>
                <c:pt idx="46">
                  <c:v>9</c:v>
                </c:pt>
                <c:pt idx="47">
                  <c:v>9</c:v>
                </c:pt>
                <c:pt idx="48">
                  <c:v>9.6</c:v>
                </c:pt>
                <c:pt idx="49">
                  <c:v>9.6</c:v>
                </c:pt>
                <c:pt idx="50">
                  <c:v>9.8000000000000007</c:v>
                </c:pt>
                <c:pt idx="51">
                  <c:v>9.8000000000000007</c:v>
                </c:pt>
                <c:pt idx="52">
                  <c:v>10</c:v>
                </c:pt>
                <c:pt idx="53">
                  <c:v>10.4</c:v>
                </c:pt>
                <c:pt idx="54">
                  <c:v>11</c:v>
                </c:pt>
                <c:pt idx="55">
                  <c:v>11</c:v>
                </c:pt>
                <c:pt idx="56">
                  <c:v>11.2</c:v>
                </c:pt>
                <c:pt idx="57">
                  <c:v>11.6</c:v>
                </c:pt>
                <c:pt idx="58">
                  <c:v>11.6</c:v>
                </c:pt>
                <c:pt idx="59">
                  <c:v>11.8</c:v>
                </c:pt>
                <c:pt idx="60">
                  <c:v>12</c:v>
                </c:pt>
                <c:pt idx="61">
                  <c:v>12.2</c:v>
                </c:pt>
                <c:pt idx="62">
                  <c:v>12.6</c:v>
                </c:pt>
                <c:pt idx="63">
                  <c:v>13</c:v>
                </c:pt>
                <c:pt idx="64">
                  <c:v>13.4</c:v>
                </c:pt>
                <c:pt idx="65">
                  <c:v>13.6</c:v>
                </c:pt>
                <c:pt idx="66">
                  <c:v>14</c:v>
                </c:pt>
                <c:pt idx="67">
                  <c:v>14.8</c:v>
                </c:pt>
                <c:pt idx="68">
                  <c:v>14.8</c:v>
                </c:pt>
                <c:pt idx="69">
                  <c:v>15</c:v>
                </c:pt>
                <c:pt idx="70">
                  <c:v>15</c:v>
                </c:pt>
                <c:pt idx="71">
                  <c:v>15.2</c:v>
                </c:pt>
                <c:pt idx="72">
                  <c:v>15.6</c:v>
                </c:pt>
                <c:pt idx="73">
                  <c:v>15.6</c:v>
                </c:pt>
                <c:pt idx="74">
                  <c:v>15.6</c:v>
                </c:pt>
                <c:pt idx="75">
                  <c:v>16</c:v>
                </c:pt>
                <c:pt idx="76">
                  <c:v>16.399999999999999</c:v>
                </c:pt>
                <c:pt idx="77">
                  <c:v>16.399999999999999</c:v>
                </c:pt>
                <c:pt idx="78">
                  <c:v>16.600000000000001</c:v>
                </c:pt>
                <c:pt idx="79">
                  <c:v>17.399999999999999</c:v>
                </c:pt>
                <c:pt idx="80">
                  <c:v>17.8</c:v>
                </c:pt>
                <c:pt idx="81">
                  <c:v>18</c:v>
                </c:pt>
                <c:pt idx="82">
                  <c:v>18.399999999999999</c:v>
                </c:pt>
                <c:pt idx="83">
                  <c:v>18.8</c:v>
                </c:pt>
                <c:pt idx="84">
                  <c:v>18.8</c:v>
                </c:pt>
                <c:pt idx="85">
                  <c:v>19.399999999999999</c:v>
                </c:pt>
                <c:pt idx="86">
                  <c:v>19.399999999999999</c:v>
                </c:pt>
                <c:pt idx="87">
                  <c:v>19.600000000000001</c:v>
                </c:pt>
                <c:pt idx="88">
                  <c:v>19.8</c:v>
                </c:pt>
                <c:pt idx="89">
                  <c:v>20</c:v>
                </c:pt>
                <c:pt idx="90">
                  <c:v>20.399999999999999</c:v>
                </c:pt>
                <c:pt idx="91">
                  <c:v>20.399999999999999</c:v>
                </c:pt>
                <c:pt idx="92">
                  <c:v>21</c:v>
                </c:pt>
                <c:pt idx="93">
                  <c:v>21.4</c:v>
                </c:pt>
                <c:pt idx="94">
                  <c:v>21.4</c:v>
                </c:pt>
                <c:pt idx="95">
                  <c:v>21.6</c:v>
                </c:pt>
                <c:pt idx="96">
                  <c:v>21.8</c:v>
                </c:pt>
                <c:pt idx="97">
                  <c:v>22</c:v>
                </c:pt>
                <c:pt idx="98">
                  <c:v>22</c:v>
                </c:pt>
                <c:pt idx="99">
                  <c:v>22</c:v>
                </c:pt>
                <c:pt idx="100">
                  <c:v>22.2</c:v>
                </c:pt>
                <c:pt idx="101">
                  <c:v>22.4</c:v>
                </c:pt>
                <c:pt idx="102">
                  <c:v>22.4</c:v>
                </c:pt>
                <c:pt idx="103">
                  <c:v>22.6</c:v>
                </c:pt>
                <c:pt idx="104">
                  <c:v>22.8</c:v>
                </c:pt>
                <c:pt idx="105">
                  <c:v>23.2</c:v>
                </c:pt>
                <c:pt idx="106">
                  <c:v>23.2</c:v>
                </c:pt>
                <c:pt idx="107">
                  <c:v>23.4</c:v>
                </c:pt>
                <c:pt idx="108">
                  <c:v>23.6</c:v>
                </c:pt>
                <c:pt idx="109">
                  <c:v>23.6</c:v>
                </c:pt>
                <c:pt idx="110">
                  <c:v>23.6</c:v>
                </c:pt>
                <c:pt idx="111">
                  <c:v>23.6</c:v>
                </c:pt>
                <c:pt idx="112">
                  <c:v>23.8</c:v>
                </c:pt>
                <c:pt idx="113">
                  <c:v>24</c:v>
                </c:pt>
                <c:pt idx="114">
                  <c:v>24.4</c:v>
                </c:pt>
                <c:pt idx="115">
                  <c:v>24.6</c:v>
                </c:pt>
                <c:pt idx="116">
                  <c:v>24.6</c:v>
                </c:pt>
                <c:pt idx="117">
                  <c:v>24.6</c:v>
                </c:pt>
                <c:pt idx="118">
                  <c:v>25</c:v>
                </c:pt>
                <c:pt idx="119">
                  <c:v>25</c:v>
                </c:pt>
                <c:pt idx="120">
                  <c:v>25.4</c:v>
                </c:pt>
                <c:pt idx="121">
                  <c:v>25.4</c:v>
                </c:pt>
                <c:pt idx="122">
                  <c:v>25.8</c:v>
                </c:pt>
                <c:pt idx="123">
                  <c:v>26.4</c:v>
                </c:pt>
                <c:pt idx="124">
                  <c:v>26.4</c:v>
                </c:pt>
                <c:pt idx="125">
                  <c:v>26.6</c:v>
                </c:pt>
                <c:pt idx="126">
                  <c:v>26.8</c:v>
                </c:pt>
                <c:pt idx="127">
                  <c:v>27.2</c:v>
                </c:pt>
                <c:pt idx="128">
                  <c:v>27.2</c:v>
                </c:pt>
                <c:pt idx="129">
                  <c:v>27.8</c:v>
                </c:pt>
                <c:pt idx="130">
                  <c:v>27.8</c:v>
                </c:pt>
                <c:pt idx="131">
                  <c:v>28</c:v>
                </c:pt>
                <c:pt idx="132">
                  <c:v>28</c:v>
                </c:pt>
                <c:pt idx="133">
                  <c:v>28</c:v>
                </c:pt>
                <c:pt idx="134">
                  <c:v>28</c:v>
                </c:pt>
                <c:pt idx="135">
                  <c:v>28.2</c:v>
                </c:pt>
                <c:pt idx="136">
                  <c:v>28.2</c:v>
                </c:pt>
                <c:pt idx="137">
                  <c:v>28.2</c:v>
                </c:pt>
                <c:pt idx="138">
                  <c:v>28.4</c:v>
                </c:pt>
                <c:pt idx="139">
                  <c:v>28.4</c:v>
                </c:pt>
                <c:pt idx="140">
                  <c:v>28.6</c:v>
                </c:pt>
                <c:pt idx="141">
                  <c:v>28.6</c:v>
                </c:pt>
                <c:pt idx="142">
                  <c:v>28.6</c:v>
                </c:pt>
                <c:pt idx="143">
                  <c:v>28.6</c:v>
                </c:pt>
                <c:pt idx="144">
                  <c:v>28.6</c:v>
                </c:pt>
                <c:pt idx="145">
                  <c:v>28.6</c:v>
                </c:pt>
                <c:pt idx="146">
                  <c:v>28.6</c:v>
                </c:pt>
                <c:pt idx="147">
                  <c:v>28.8</c:v>
                </c:pt>
                <c:pt idx="148">
                  <c:v>29</c:v>
                </c:pt>
                <c:pt idx="149">
                  <c:v>29.2</c:v>
                </c:pt>
                <c:pt idx="150">
                  <c:v>29.2</c:v>
                </c:pt>
                <c:pt idx="151">
                  <c:v>29.4</c:v>
                </c:pt>
                <c:pt idx="152">
                  <c:v>29.4</c:v>
                </c:pt>
                <c:pt idx="153">
                  <c:v>29.4</c:v>
                </c:pt>
                <c:pt idx="154">
                  <c:v>30</c:v>
                </c:pt>
                <c:pt idx="155">
                  <c:v>30.4</c:v>
                </c:pt>
                <c:pt idx="156">
                  <c:v>30.6</c:v>
                </c:pt>
                <c:pt idx="157">
                  <c:v>30.8</c:v>
                </c:pt>
                <c:pt idx="158">
                  <c:v>31.2</c:v>
                </c:pt>
                <c:pt idx="159">
                  <c:v>31.2</c:v>
                </c:pt>
                <c:pt idx="160">
                  <c:v>31.2</c:v>
                </c:pt>
                <c:pt idx="161">
                  <c:v>31.2</c:v>
                </c:pt>
                <c:pt idx="162">
                  <c:v>31.6</c:v>
                </c:pt>
                <c:pt idx="163">
                  <c:v>31.8</c:v>
                </c:pt>
                <c:pt idx="164">
                  <c:v>31.8</c:v>
                </c:pt>
                <c:pt idx="165">
                  <c:v>32</c:v>
                </c:pt>
                <c:pt idx="166">
                  <c:v>32.200000000000003</c:v>
                </c:pt>
                <c:pt idx="167">
                  <c:v>32.200000000000003</c:v>
                </c:pt>
                <c:pt idx="168">
                  <c:v>32.200000000000003</c:v>
                </c:pt>
                <c:pt idx="169">
                  <c:v>32.4</c:v>
                </c:pt>
                <c:pt idx="170">
                  <c:v>32.6</c:v>
                </c:pt>
                <c:pt idx="171">
                  <c:v>32.6</c:v>
                </c:pt>
                <c:pt idx="172">
                  <c:v>32.799999999999997</c:v>
                </c:pt>
                <c:pt idx="173">
                  <c:v>33</c:v>
                </c:pt>
                <c:pt idx="174">
                  <c:v>33.799999999999997</c:v>
                </c:pt>
                <c:pt idx="175">
                  <c:v>34</c:v>
                </c:pt>
                <c:pt idx="176">
                  <c:v>34</c:v>
                </c:pt>
                <c:pt idx="177">
                  <c:v>34.4</c:v>
                </c:pt>
                <c:pt idx="178">
                  <c:v>34.4</c:v>
                </c:pt>
                <c:pt idx="179">
                  <c:v>34.4</c:v>
                </c:pt>
                <c:pt idx="180">
                  <c:v>34.6</c:v>
                </c:pt>
                <c:pt idx="181">
                  <c:v>34.799999999999997</c:v>
                </c:pt>
                <c:pt idx="182">
                  <c:v>34.799999999999997</c:v>
                </c:pt>
                <c:pt idx="183">
                  <c:v>34.799999999999997</c:v>
                </c:pt>
                <c:pt idx="184">
                  <c:v>34.799999999999997</c:v>
                </c:pt>
                <c:pt idx="185">
                  <c:v>34.799999999999997</c:v>
                </c:pt>
                <c:pt idx="186">
                  <c:v>35.4</c:v>
                </c:pt>
                <c:pt idx="187">
                  <c:v>35.6</c:v>
                </c:pt>
                <c:pt idx="188">
                  <c:v>36</c:v>
                </c:pt>
                <c:pt idx="189">
                  <c:v>36</c:v>
                </c:pt>
                <c:pt idx="190">
                  <c:v>36</c:v>
                </c:pt>
                <c:pt idx="191">
                  <c:v>36</c:v>
                </c:pt>
                <c:pt idx="192">
                  <c:v>36.4</c:v>
                </c:pt>
                <c:pt idx="193">
                  <c:v>36.6</c:v>
                </c:pt>
                <c:pt idx="194">
                  <c:v>36.799999999999997</c:v>
                </c:pt>
                <c:pt idx="195">
                  <c:v>36.799999999999997</c:v>
                </c:pt>
                <c:pt idx="196">
                  <c:v>37.4</c:v>
                </c:pt>
                <c:pt idx="197">
                  <c:v>37.799999999999997</c:v>
                </c:pt>
                <c:pt idx="198">
                  <c:v>38</c:v>
                </c:pt>
                <c:pt idx="199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2D3-48DE-A3C5-6FB00D880881}"/>
            </c:ext>
          </c:extLst>
        </c:ser>
        <c:ser>
          <c:idx val="4"/>
          <c:order val="4"/>
          <c:tx>
            <c:strRef>
              <c:f>save1!$EG$406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save1!$EG$407:$EG$606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0.2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0.8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1.2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1.8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2.4</c:v>
                </c:pt>
                <c:pt idx="51">
                  <c:v>2.4</c:v>
                </c:pt>
                <c:pt idx="52">
                  <c:v>2.4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2.8</c:v>
                </c:pt>
                <c:pt idx="57">
                  <c:v>2.8</c:v>
                </c:pt>
                <c:pt idx="58">
                  <c:v>2.8</c:v>
                </c:pt>
                <c:pt idx="59">
                  <c:v>2.8</c:v>
                </c:pt>
                <c:pt idx="60">
                  <c:v>2.8</c:v>
                </c:pt>
                <c:pt idx="61">
                  <c:v>2.8</c:v>
                </c:pt>
                <c:pt idx="62">
                  <c:v>3</c:v>
                </c:pt>
                <c:pt idx="63">
                  <c:v>3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3</c:v>
                </c:pt>
                <c:pt idx="68">
                  <c:v>3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3</c:v>
                </c:pt>
                <c:pt idx="73">
                  <c:v>3.2</c:v>
                </c:pt>
                <c:pt idx="74">
                  <c:v>3.2</c:v>
                </c:pt>
                <c:pt idx="75">
                  <c:v>3.4</c:v>
                </c:pt>
                <c:pt idx="76">
                  <c:v>3.4</c:v>
                </c:pt>
                <c:pt idx="77">
                  <c:v>3.6</c:v>
                </c:pt>
                <c:pt idx="78">
                  <c:v>3.6</c:v>
                </c:pt>
                <c:pt idx="79">
                  <c:v>3.6</c:v>
                </c:pt>
                <c:pt idx="80">
                  <c:v>3.6</c:v>
                </c:pt>
                <c:pt idx="81">
                  <c:v>3.6</c:v>
                </c:pt>
                <c:pt idx="82">
                  <c:v>3.6</c:v>
                </c:pt>
                <c:pt idx="83">
                  <c:v>3.8</c:v>
                </c:pt>
                <c:pt idx="84">
                  <c:v>3.8</c:v>
                </c:pt>
                <c:pt idx="85">
                  <c:v>3.8</c:v>
                </c:pt>
                <c:pt idx="86">
                  <c:v>3.8</c:v>
                </c:pt>
                <c:pt idx="87">
                  <c:v>3.8</c:v>
                </c:pt>
                <c:pt idx="88">
                  <c:v>3.8</c:v>
                </c:pt>
                <c:pt idx="89">
                  <c:v>3.8</c:v>
                </c:pt>
                <c:pt idx="90">
                  <c:v>3.8</c:v>
                </c:pt>
                <c:pt idx="91">
                  <c:v>4</c:v>
                </c:pt>
                <c:pt idx="92">
                  <c:v>4</c:v>
                </c:pt>
                <c:pt idx="93">
                  <c:v>4</c:v>
                </c:pt>
                <c:pt idx="94">
                  <c:v>4</c:v>
                </c:pt>
                <c:pt idx="95">
                  <c:v>4</c:v>
                </c:pt>
                <c:pt idx="96">
                  <c:v>4.2</c:v>
                </c:pt>
                <c:pt idx="97">
                  <c:v>4.2</c:v>
                </c:pt>
                <c:pt idx="98">
                  <c:v>4.2</c:v>
                </c:pt>
                <c:pt idx="99">
                  <c:v>4.2</c:v>
                </c:pt>
                <c:pt idx="100">
                  <c:v>4.2</c:v>
                </c:pt>
                <c:pt idx="101">
                  <c:v>4.2</c:v>
                </c:pt>
                <c:pt idx="102">
                  <c:v>4.2</c:v>
                </c:pt>
                <c:pt idx="103">
                  <c:v>4.2</c:v>
                </c:pt>
                <c:pt idx="104">
                  <c:v>4.2</c:v>
                </c:pt>
                <c:pt idx="105">
                  <c:v>4.2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4.4000000000000004</c:v>
                </c:pt>
                <c:pt idx="110">
                  <c:v>4.4000000000000004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4.4000000000000004</c:v>
                </c:pt>
                <c:pt idx="119">
                  <c:v>4.4000000000000004</c:v>
                </c:pt>
                <c:pt idx="120">
                  <c:v>4.5999999999999996</c:v>
                </c:pt>
                <c:pt idx="121">
                  <c:v>4.5999999999999996</c:v>
                </c:pt>
                <c:pt idx="122">
                  <c:v>4.5999999999999996</c:v>
                </c:pt>
                <c:pt idx="123">
                  <c:v>4.5999999999999996</c:v>
                </c:pt>
                <c:pt idx="124">
                  <c:v>4.5999999999999996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4.8</c:v>
                </c:pt>
                <c:pt idx="130">
                  <c:v>4.8</c:v>
                </c:pt>
                <c:pt idx="131">
                  <c:v>4.8</c:v>
                </c:pt>
                <c:pt idx="132">
                  <c:v>4.8</c:v>
                </c:pt>
                <c:pt idx="133">
                  <c:v>4.8</c:v>
                </c:pt>
                <c:pt idx="134">
                  <c:v>4.8</c:v>
                </c:pt>
                <c:pt idx="135">
                  <c:v>4.8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5.2</c:v>
                </c:pt>
                <c:pt idx="140">
                  <c:v>5.2</c:v>
                </c:pt>
                <c:pt idx="141">
                  <c:v>5.2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5.2</c:v>
                </c:pt>
                <c:pt idx="151">
                  <c:v>5.2</c:v>
                </c:pt>
                <c:pt idx="152">
                  <c:v>5.2</c:v>
                </c:pt>
                <c:pt idx="153">
                  <c:v>5.2</c:v>
                </c:pt>
                <c:pt idx="154">
                  <c:v>5.4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5.6</c:v>
                </c:pt>
                <c:pt idx="162">
                  <c:v>5.6</c:v>
                </c:pt>
                <c:pt idx="163">
                  <c:v>5.6</c:v>
                </c:pt>
                <c:pt idx="164">
                  <c:v>5.6</c:v>
                </c:pt>
                <c:pt idx="165">
                  <c:v>5.6</c:v>
                </c:pt>
                <c:pt idx="166">
                  <c:v>5.8</c:v>
                </c:pt>
                <c:pt idx="167">
                  <c:v>6</c:v>
                </c:pt>
                <c:pt idx="168">
                  <c:v>6.2</c:v>
                </c:pt>
                <c:pt idx="169">
                  <c:v>6.4</c:v>
                </c:pt>
                <c:pt idx="170">
                  <c:v>6.4</c:v>
                </c:pt>
                <c:pt idx="171">
                  <c:v>6.4</c:v>
                </c:pt>
                <c:pt idx="172">
                  <c:v>6.4</c:v>
                </c:pt>
                <c:pt idx="173">
                  <c:v>6.4</c:v>
                </c:pt>
                <c:pt idx="174">
                  <c:v>6.4</c:v>
                </c:pt>
                <c:pt idx="175">
                  <c:v>6.6</c:v>
                </c:pt>
                <c:pt idx="176">
                  <c:v>6.6</c:v>
                </c:pt>
                <c:pt idx="177">
                  <c:v>6.6</c:v>
                </c:pt>
                <c:pt idx="178">
                  <c:v>6.6</c:v>
                </c:pt>
                <c:pt idx="179">
                  <c:v>6.8</c:v>
                </c:pt>
                <c:pt idx="180">
                  <c:v>6.8</c:v>
                </c:pt>
                <c:pt idx="181">
                  <c:v>6.8</c:v>
                </c:pt>
                <c:pt idx="182">
                  <c:v>6.8</c:v>
                </c:pt>
                <c:pt idx="183">
                  <c:v>6.8</c:v>
                </c:pt>
                <c:pt idx="184">
                  <c:v>6.8</c:v>
                </c:pt>
                <c:pt idx="185">
                  <c:v>6.8</c:v>
                </c:pt>
                <c:pt idx="186">
                  <c:v>6.8</c:v>
                </c:pt>
                <c:pt idx="187">
                  <c:v>6.8</c:v>
                </c:pt>
                <c:pt idx="188">
                  <c:v>7</c:v>
                </c:pt>
                <c:pt idx="189">
                  <c:v>7.4</c:v>
                </c:pt>
                <c:pt idx="190">
                  <c:v>7.4</c:v>
                </c:pt>
                <c:pt idx="191">
                  <c:v>7.4</c:v>
                </c:pt>
                <c:pt idx="192">
                  <c:v>7.4</c:v>
                </c:pt>
                <c:pt idx="193">
                  <c:v>7.4</c:v>
                </c:pt>
                <c:pt idx="194">
                  <c:v>7.4</c:v>
                </c:pt>
                <c:pt idx="195">
                  <c:v>7.4</c:v>
                </c:pt>
                <c:pt idx="196">
                  <c:v>7.4</c:v>
                </c:pt>
                <c:pt idx="197">
                  <c:v>7.4</c:v>
                </c:pt>
                <c:pt idx="198">
                  <c:v>7.4</c:v>
                </c:pt>
                <c:pt idx="199">
                  <c:v>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2D3-48DE-A3C5-6FB00D880881}"/>
            </c:ext>
          </c:extLst>
        </c:ser>
        <c:ser>
          <c:idx val="5"/>
          <c:order val="5"/>
          <c:tx>
            <c:strRef>
              <c:f>save1!$EH$406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save1!$EH$407:$EH$606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0.6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1</c:v>
                </c:pt>
                <c:pt idx="32">
                  <c:v>1</c:v>
                </c:pt>
                <c:pt idx="33">
                  <c:v>1.2</c:v>
                </c:pt>
                <c:pt idx="34">
                  <c:v>1.4</c:v>
                </c:pt>
                <c:pt idx="35">
                  <c:v>1.4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2.2000000000000002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2.4</c:v>
                </c:pt>
                <c:pt idx="69">
                  <c:v>2.4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3</c:v>
                </c:pt>
                <c:pt idx="86">
                  <c:v>3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3.4</c:v>
                </c:pt>
                <c:pt idx="92">
                  <c:v>3.6</c:v>
                </c:pt>
                <c:pt idx="93">
                  <c:v>3.6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3.6</c:v>
                </c:pt>
                <c:pt idx="99">
                  <c:v>3.6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3.8</c:v>
                </c:pt>
                <c:pt idx="107">
                  <c:v>3.8</c:v>
                </c:pt>
                <c:pt idx="108">
                  <c:v>3.8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4.2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4.4000000000000004</c:v>
                </c:pt>
                <c:pt idx="119">
                  <c:v>4.4000000000000004</c:v>
                </c:pt>
                <c:pt idx="120">
                  <c:v>4.4000000000000004</c:v>
                </c:pt>
                <c:pt idx="121">
                  <c:v>4.4000000000000004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4.4000000000000004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4.8</c:v>
                </c:pt>
                <c:pt idx="130">
                  <c:v>4.8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5.2</c:v>
                </c:pt>
                <c:pt idx="135">
                  <c:v>5.2</c:v>
                </c:pt>
                <c:pt idx="136">
                  <c:v>5.2</c:v>
                </c:pt>
                <c:pt idx="137">
                  <c:v>5.2</c:v>
                </c:pt>
                <c:pt idx="138">
                  <c:v>5.2</c:v>
                </c:pt>
                <c:pt idx="139">
                  <c:v>5.2</c:v>
                </c:pt>
                <c:pt idx="140">
                  <c:v>5.2</c:v>
                </c:pt>
                <c:pt idx="141">
                  <c:v>5.2</c:v>
                </c:pt>
                <c:pt idx="142">
                  <c:v>5.2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5.4</c:v>
                </c:pt>
                <c:pt idx="149">
                  <c:v>5.4</c:v>
                </c:pt>
                <c:pt idx="150">
                  <c:v>5.4</c:v>
                </c:pt>
                <c:pt idx="151">
                  <c:v>5.6</c:v>
                </c:pt>
                <c:pt idx="152">
                  <c:v>5.6</c:v>
                </c:pt>
                <c:pt idx="153">
                  <c:v>5.6</c:v>
                </c:pt>
                <c:pt idx="154">
                  <c:v>5.8</c:v>
                </c:pt>
                <c:pt idx="155">
                  <c:v>6</c:v>
                </c:pt>
                <c:pt idx="156">
                  <c:v>6</c:v>
                </c:pt>
                <c:pt idx="157">
                  <c:v>6</c:v>
                </c:pt>
                <c:pt idx="158">
                  <c:v>6.2</c:v>
                </c:pt>
                <c:pt idx="159">
                  <c:v>6.4</c:v>
                </c:pt>
                <c:pt idx="160">
                  <c:v>6.4</c:v>
                </c:pt>
                <c:pt idx="161">
                  <c:v>6.4</c:v>
                </c:pt>
                <c:pt idx="162">
                  <c:v>6.8</c:v>
                </c:pt>
                <c:pt idx="163">
                  <c:v>7</c:v>
                </c:pt>
                <c:pt idx="164">
                  <c:v>7</c:v>
                </c:pt>
                <c:pt idx="165">
                  <c:v>7</c:v>
                </c:pt>
                <c:pt idx="166">
                  <c:v>7</c:v>
                </c:pt>
                <c:pt idx="167">
                  <c:v>7</c:v>
                </c:pt>
                <c:pt idx="168">
                  <c:v>7.2</c:v>
                </c:pt>
                <c:pt idx="169">
                  <c:v>7.2</c:v>
                </c:pt>
                <c:pt idx="170">
                  <c:v>7.2</c:v>
                </c:pt>
                <c:pt idx="171">
                  <c:v>7.4</c:v>
                </c:pt>
                <c:pt idx="172">
                  <c:v>7.6</c:v>
                </c:pt>
                <c:pt idx="173">
                  <c:v>7.6</c:v>
                </c:pt>
                <c:pt idx="174">
                  <c:v>7.8</c:v>
                </c:pt>
                <c:pt idx="175">
                  <c:v>8</c:v>
                </c:pt>
                <c:pt idx="176">
                  <c:v>8</c:v>
                </c:pt>
                <c:pt idx="177">
                  <c:v>8</c:v>
                </c:pt>
                <c:pt idx="178">
                  <c:v>8</c:v>
                </c:pt>
                <c:pt idx="179">
                  <c:v>8</c:v>
                </c:pt>
                <c:pt idx="180">
                  <c:v>8</c:v>
                </c:pt>
                <c:pt idx="181">
                  <c:v>8</c:v>
                </c:pt>
                <c:pt idx="182">
                  <c:v>8</c:v>
                </c:pt>
                <c:pt idx="183">
                  <c:v>8</c:v>
                </c:pt>
                <c:pt idx="184">
                  <c:v>8.1999999999999993</c:v>
                </c:pt>
                <c:pt idx="185">
                  <c:v>8.4</c:v>
                </c:pt>
                <c:pt idx="186">
                  <c:v>8.4</c:v>
                </c:pt>
                <c:pt idx="187">
                  <c:v>8.4</c:v>
                </c:pt>
                <c:pt idx="188">
                  <c:v>8.4</c:v>
                </c:pt>
                <c:pt idx="189">
                  <c:v>8.6</c:v>
                </c:pt>
                <c:pt idx="190">
                  <c:v>8.6</c:v>
                </c:pt>
                <c:pt idx="191">
                  <c:v>8.6</c:v>
                </c:pt>
                <c:pt idx="192">
                  <c:v>8.6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9</c:v>
                </c:pt>
                <c:pt idx="197">
                  <c:v>9</c:v>
                </c:pt>
                <c:pt idx="198">
                  <c:v>9.1999999999999993</c:v>
                </c:pt>
                <c:pt idx="199">
                  <c:v>9.1999999999999993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2D3-48DE-A3C5-6FB00D880881}"/>
            </c:ext>
          </c:extLst>
        </c:ser>
        <c:ser>
          <c:idx val="6"/>
          <c:order val="6"/>
          <c:tx>
            <c:strRef>
              <c:f>save1!$EI$406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save1!$EI$407:$EI$606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1.2</c:v>
                </c:pt>
                <c:pt idx="82">
                  <c:v>1.2</c:v>
                </c:pt>
                <c:pt idx="83">
                  <c:v>1.2</c:v>
                </c:pt>
                <c:pt idx="84">
                  <c:v>1.2</c:v>
                </c:pt>
                <c:pt idx="85">
                  <c:v>1.2</c:v>
                </c:pt>
                <c:pt idx="86">
                  <c:v>1.2</c:v>
                </c:pt>
                <c:pt idx="87">
                  <c:v>1.4</c:v>
                </c:pt>
                <c:pt idx="88">
                  <c:v>1.4</c:v>
                </c:pt>
                <c:pt idx="89">
                  <c:v>1.4</c:v>
                </c:pt>
                <c:pt idx="90">
                  <c:v>1.4</c:v>
                </c:pt>
                <c:pt idx="91">
                  <c:v>1.4</c:v>
                </c:pt>
                <c:pt idx="92">
                  <c:v>1.4</c:v>
                </c:pt>
                <c:pt idx="93">
                  <c:v>1.4</c:v>
                </c:pt>
                <c:pt idx="94">
                  <c:v>1.4</c:v>
                </c:pt>
                <c:pt idx="95">
                  <c:v>1.4</c:v>
                </c:pt>
                <c:pt idx="96">
                  <c:v>1.4</c:v>
                </c:pt>
                <c:pt idx="97">
                  <c:v>1.4</c:v>
                </c:pt>
                <c:pt idx="98">
                  <c:v>1.4</c:v>
                </c:pt>
                <c:pt idx="99">
                  <c:v>1.4</c:v>
                </c:pt>
                <c:pt idx="100">
                  <c:v>1.6</c:v>
                </c:pt>
                <c:pt idx="101">
                  <c:v>1.6</c:v>
                </c:pt>
                <c:pt idx="102">
                  <c:v>1.6</c:v>
                </c:pt>
                <c:pt idx="103">
                  <c:v>1.6</c:v>
                </c:pt>
                <c:pt idx="104">
                  <c:v>1.6</c:v>
                </c:pt>
                <c:pt idx="105">
                  <c:v>1.6</c:v>
                </c:pt>
                <c:pt idx="106">
                  <c:v>1.6</c:v>
                </c:pt>
                <c:pt idx="107">
                  <c:v>1.6</c:v>
                </c:pt>
                <c:pt idx="108">
                  <c:v>1.6</c:v>
                </c:pt>
                <c:pt idx="109">
                  <c:v>1.6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2.2000000000000002</c:v>
                </c:pt>
                <c:pt idx="132">
                  <c:v>2.4</c:v>
                </c:pt>
                <c:pt idx="133">
                  <c:v>2.4</c:v>
                </c:pt>
                <c:pt idx="134">
                  <c:v>2.6</c:v>
                </c:pt>
                <c:pt idx="135">
                  <c:v>2.6</c:v>
                </c:pt>
                <c:pt idx="136">
                  <c:v>2.6</c:v>
                </c:pt>
                <c:pt idx="137">
                  <c:v>2.6</c:v>
                </c:pt>
                <c:pt idx="138">
                  <c:v>2.6</c:v>
                </c:pt>
                <c:pt idx="139">
                  <c:v>2.6</c:v>
                </c:pt>
                <c:pt idx="140">
                  <c:v>2.6</c:v>
                </c:pt>
                <c:pt idx="141">
                  <c:v>2.6</c:v>
                </c:pt>
                <c:pt idx="142">
                  <c:v>2.8</c:v>
                </c:pt>
                <c:pt idx="143">
                  <c:v>2.8</c:v>
                </c:pt>
                <c:pt idx="144">
                  <c:v>2.8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  <c:pt idx="151">
                  <c:v>3</c:v>
                </c:pt>
                <c:pt idx="152">
                  <c:v>3.2</c:v>
                </c:pt>
                <c:pt idx="153">
                  <c:v>3.2</c:v>
                </c:pt>
                <c:pt idx="154">
                  <c:v>3.2</c:v>
                </c:pt>
                <c:pt idx="155">
                  <c:v>3.2</c:v>
                </c:pt>
                <c:pt idx="156">
                  <c:v>3.4</c:v>
                </c:pt>
                <c:pt idx="157">
                  <c:v>3.6</c:v>
                </c:pt>
                <c:pt idx="158">
                  <c:v>3.6</c:v>
                </c:pt>
                <c:pt idx="159">
                  <c:v>3.6</c:v>
                </c:pt>
                <c:pt idx="160">
                  <c:v>3.8</c:v>
                </c:pt>
                <c:pt idx="161">
                  <c:v>3.8</c:v>
                </c:pt>
                <c:pt idx="162">
                  <c:v>3.8</c:v>
                </c:pt>
                <c:pt idx="163">
                  <c:v>3.8</c:v>
                </c:pt>
                <c:pt idx="164">
                  <c:v>3.8</c:v>
                </c:pt>
                <c:pt idx="165">
                  <c:v>3.8</c:v>
                </c:pt>
                <c:pt idx="166">
                  <c:v>3.8</c:v>
                </c:pt>
                <c:pt idx="167">
                  <c:v>3.8</c:v>
                </c:pt>
                <c:pt idx="168">
                  <c:v>4</c:v>
                </c:pt>
                <c:pt idx="169">
                  <c:v>4</c:v>
                </c:pt>
                <c:pt idx="170">
                  <c:v>4</c:v>
                </c:pt>
                <c:pt idx="171">
                  <c:v>4</c:v>
                </c:pt>
                <c:pt idx="172">
                  <c:v>4</c:v>
                </c:pt>
                <c:pt idx="173">
                  <c:v>4</c:v>
                </c:pt>
                <c:pt idx="174">
                  <c:v>4</c:v>
                </c:pt>
                <c:pt idx="175">
                  <c:v>4</c:v>
                </c:pt>
                <c:pt idx="176">
                  <c:v>4</c:v>
                </c:pt>
                <c:pt idx="177">
                  <c:v>4</c:v>
                </c:pt>
                <c:pt idx="178">
                  <c:v>4</c:v>
                </c:pt>
                <c:pt idx="179">
                  <c:v>4</c:v>
                </c:pt>
                <c:pt idx="180">
                  <c:v>4.2</c:v>
                </c:pt>
                <c:pt idx="181">
                  <c:v>4.2</c:v>
                </c:pt>
                <c:pt idx="182">
                  <c:v>4.2</c:v>
                </c:pt>
                <c:pt idx="183">
                  <c:v>4.2</c:v>
                </c:pt>
                <c:pt idx="184">
                  <c:v>4.2</c:v>
                </c:pt>
                <c:pt idx="185">
                  <c:v>4.4000000000000004</c:v>
                </c:pt>
                <c:pt idx="186">
                  <c:v>4.4000000000000004</c:v>
                </c:pt>
                <c:pt idx="187">
                  <c:v>4.4000000000000004</c:v>
                </c:pt>
                <c:pt idx="188">
                  <c:v>4.4000000000000004</c:v>
                </c:pt>
                <c:pt idx="189">
                  <c:v>4.4000000000000004</c:v>
                </c:pt>
                <c:pt idx="190">
                  <c:v>4.4000000000000004</c:v>
                </c:pt>
                <c:pt idx="191">
                  <c:v>4.4000000000000004</c:v>
                </c:pt>
                <c:pt idx="192">
                  <c:v>4.4000000000000004</c:v>
                </c:pt>
                <c:pt idx="193">
                  <c:v>5.6</c:v>
                </c:pt>
                <c:pt idx="194">
                  <c:v>5.6</c:v>
                </c:pt>
                <c:pt idx="195">
                  <c:v>5.8</c:v>
                </c:pt>
                <c:pt idx="196">
                  <c:v>5.8</c:v>
                </c:pt>
                <c:pt idx="197">
                  <c:v>5.8</c:v>
                </c:pt>
                <c:pt idx="198">
                  <c:v>5.8</c:v>
                </c:pt>
                <c:pt idx="199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2D3-48DE-A3C5-6FB00D880881}"/>
            </c:ext>
          </c:extLst>
        </c:ser>
        <c:ser>
          <c:idx val="7"/>
          <c:order val="7"/>
          <c:tx>
            <c:strRef>
              <c:f>save1!$EJ$406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save1!$EJ$407:$EJ$606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1.2</c:v>
                </c:pt>
                <c:pt idx="68">
                  <c:v>1.2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1.2</c:v>
                </c:pt>
                <c:pt idx="73">
                  <c:v>1.2</c:v>
                </c:pt>
                <c:pt idx="74">
                  <c:v>1.2</c:v>
                </c:pt>
                <c:pt idx="75">
                  <c:v>1.2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1.2</c:v>
                </c:pt>
                <c:pt idx="81">
                  <c:v>1.2</c:v>
                </c:pt>
                <c:pt idx="82">
                  <c:v>1.2</c:v>
                </c:pt>
                <c:pt idx="83">
                  <c:v>1.2</c:v>
                </c:pt>
                <c:pt idx="84">
                  <c:v>1.2</c:v>
                </c:pt>
                <c:pt idx="85">
                  <c:v>1.2</c:v>
                </c:pt>
                <c:pt idx="86">
                  <c:v>1.2</c:v>
                </c:pt>
                <c:pt idx="87">
                  <c:v>1.2</c:v>
                </c:pt>
                <c:pt idx="88">
                  <c:v>1.2</c:v>
                </c:pt>
                <c:pt idx="89">
                  <c:v>1.2</c:v>
                </c:pt>
                <c:pt idx="90">
                  <c:v>1.2</c:v>
                </c:pt>
                <c:pt idx="91">
                  <c:v>1.2</c:v>
                </c:pt>
                <c:pt idx="92">
                  <c:v>1.2</c:v>
                </c:pt>
                <c:pt idx="93">
                  <c:v>1.2</c:v>
                </c:pt>
                <c:pt idx="94">
                  <c:v>1.2</c:v>
                </c:pt>
                <c:pt idx="95">
                  <c:v>1.2</c:v>
                </c:pt>
                <c:pt idx="96">
                  <c:v>1.2</c:v>
                </c:pt>
                <c:pt idx="97">
                  <c:v>1.2</c:v>
                </c:pt>
                <c:pt idx="98">
                  <c:v>1.2</c:v>
                </c:pt>
                <c:pt idx="99">
                  <c:v>1.2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1.2</c:v>
                </c:pt>
                <c:pt idx="117">
                  <c:v>1.2</c:v>
                </c:pt>
                <c:pt idx="118">
                  <c:v>1.2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1.2</c:v>
                </c:pt>
                <c:pt idx="127">
                  <c:v>1.2</c:v>
                </c:pt>
                <c:pt idx="128">
                  <c:v>1.2</c:v>
                </c:pt>
                <c:pt idx="129">
                  <c:v>1.2</c:v>
                </c:pt>
                <c:pt idx="130">
                  <c:v>1.2</c:v>
                </c:pt>
                <c:pt idx="131">
                  <c:v>1.2</c:v>
                </c:pt>
                <c:pt idx="132">
                  <c:v>1.2</c:v>
                </c:pt>
                <c:pt idx="133">
                  <c:v>1.2</c:v>
                </c:pt>
                <c:pt idx="134">
                  <c:v>1.2</c:v>
                </c:pt>
                <c:pt idx="135">
                  <c:v>1.2</c:v>
                </c:pt>
                <c:pt idx="136">
                  <c:v>1.2</c:v>
                </c:pt>
                <c:pt idx="137">
                  <c:v>1.2</c:v>
                </c:pt>
                <c:pt idx="138">
                  <c:v>1.2</c:v>
                </c:pt>
                <c:pt idx="139">
                  <c:v>1.4</c:v>
                </c:pt>
                <c:pt idx="140">
                  <c:v>1.4</c:v>
                </c:pt>
                <c:pt idx="141">
                  <c:v>1.4</c:v>
                </c:pt>
                <c:pt idx="142">
                  <c:v>1.4</c:v>
                </c:pt>
                <c:pt idx="143">
                  <c:v>1.4</c:v>
                </c:pt>
                <c:pt idx="144">
                  <c:v>1.4</c:v>
                </c:pt>
                <c:pt idx="145">
                  <c:v>1.4</c:v>
                </c:pt>
                <c:pt idx="146">
                  <c:v>1.4</c:v>
                </c:pt>
                <c:pt idx="147">
                  <c:v>1.4</c:v>
                </c:pt>
                <c:pt idx="148">
                  <c:v>1.4</c:v>
                </c:pt>
                <c:pt idx="149">
                  <c:v>1.4</c:v>
                </c:pt>
                <c:pt idx="150">
                  <c:v>1.4</c:v>
                </c:pt>
                <c:pt idx="151">
                  <c:v>1.4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1.6</c:v>
                </c:pt>
                <c:pt idx="191">
                  <c:v>1.6</c:v>
                </c:pt>
                <c:pt idx="192">
                  <c:v>1.6</c:v>
                </c:pt>
                <c:pt idx="193">
                  <c:v>1.6</c:v>
                </c:pt>
                <c:pt idx="194">
                  <c:v>1.6</c:v>
                </c:pt>
                <c:pt idx="195">
                  <c:v>1.6</c:v>
                </c:pt>
                <c:pt idx="196">
                  <c:v>1.6</c:v>
                </c:pt>
                <c:pt idx="197">
                  <c:v>1.6</c:v>
                </c:pt>
                <c:pt idx="198">
                  <c:v>1.6</c:v>
                </c:pt>
                <c:pt idx="199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92D3-48DE-A3C5-6FB00D880881}"/>
            </c:ext>
          </c:extLst>
        </c:ser>
        <c:ser>
          <c:idx val="8"/>
          <c:order val="8"/>
          <c:tx>
            <c:strRef>
              <c:f>save1!$EK$406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save1!$EK$407:$EK$606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92D3-48DE-A3C5-6FB00D880881}"/>
            </c:ext>
          </c:extLst>
        </c:ser>
        <c:ser>
          <c:idx val="9"/>
          <c:order val="9"/>
          <c:tx>
            <c:strRef>
              <c:f>save1!$EL$406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save1!$EL$407:$EL$606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92D3-48DE-A3C5-6FB00D880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(Mom's Key,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save1!$EU$406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save1!$EU$407:$EU$606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2.2000000000000002</c:v>
                </c:pt>
                <c:pt idx="3">
                  <c:v>2.8</c:v>
                </c:pt>
                <c:pt idx="4">
                  <c:v>3.2</c:v>
                </c:pt>
                <c:pt idx="5">
                  <c:v>4.2</c:v>
                </c:pt>
                <c:pt idx="6">
                  <c:v>4.2</c:v>
                </c:pt>
                <c:pt idx="7">
                  <c:v>5.4</c:v>
                </c:pt>
                <c:pt idx="8">
                  <c:v>9</c:v>
                </c:pt>
                <c:pt idx="9">
                  <c:v>10.4</c:v>
                </c:pt>
                <c:pt idx="10">
                  <c:v>10.4</c:v>
                </c:pt>
                <c:pt idx="11">
                  <c:v>10.6</c:v>
                </c:pt>
                <c:pt idx="12">
                  <c:v>11.8</c:v>
                </c:pt>
                <c:pt idx="13">
                  <c:v>11.8</c:v>
                </c:pt>
                <c:pt idx="14">
                  <c:v>15.2</c:v>
                </c:pt>
                <c:pt idx="15">
                  <c:v>15.4</c:v>
                </c:pt>
                <c:pt idx="16">
                  <c:v>16.399999999999999</c:v>
                </c:pt>
                <c:pt idx="17">
                  <c:v>16.399999999999999</c:v>
                </c:pt>
                <c:pt idx="18">
                  <c:v>17.2</c:v>
                </c:pt>
                <c:pt idx="19">
                  <c:v>17.600000000000001</c:v>
                </c:pt>
                <c:pt idx="20">
                  <c:v>18.399999999999999</c:v>
                </c:pt>
                <c:pt idx="21">
                  <c:v>18.399999999999999</c:v>
                </c:pt>
                <c:pt idx="22">
                  <c:v>20.8</c:v>
                </c:pt>
                <c:pt idx="23">
                  <c:v>22</c:v>
                </c:pt>
                <c:pt idx="24">
                  <c:v>22</c:v>
                </c:pt>
                <c:pt idx="25">
                  <c:v>22.2</c:v>
                </c:pt>
                <c:pt idx="26">
                  <c:v>22.6</c:v>
                </c:pt>
                <c:pt idx="27">
                  <c:v>24.2</c:v>
                </c:pt>
                <c:pt idx="28">
                  <c:v>26</c:v>
                </c:pt>
                <c:pt idx="29">
                  <c:v>27.8</c:v>
                </c:pt>
                <c:pt idx="30">
                  <c:v>27.8</c:v>
                </c:pt>
                <c:pt idx="31">
                  <c:v>27.8</c:v>
                </c:pt>
                <c:pt idx="32">
                  <c:v>29.8</c:v>
                </c:pt>
                <c:pt idx="33">
                  <c:v>30.4</c:v>
                </c:pt>
                <c:pt idx="34">
                  <c:v>30.6</c:v>
                </c:pt>
                <c:pt idx="35">
                  <c:v>30.8</c:v>
                </c:pt>
                <c:pt idx="36">
                  <c:v>32</c:v>
                </c:pt>
                <c:pt idx="37">
                  <c:v>33.4</c:v>
                </c:pt>
                <c:pt idx="38">
                  <c:v>33.6</c:v>
                </c:pt>
                <c:pt idx="39">
                  <c:v>36</c:v>
                </c:pt>
                <c:pt idx="40">
                  <c:v>36.200000000000003</c:v>
                </c:pt>
                <c:pt idx="41">
                  <c:v>37.4</c:v>
                </c:pt>
                <c:pt idx="42">
                  <c:v>37.6</c:v>
                </c:pt>
                <c:pt idx="43">
                  <c:v>37.6</c:v>
                </c:pt>
                <c:pt idx="44">
                  <c:v>38.6</c:v>
                </c:pt>
                <c:pt idx="45">
                  <c:v>39.6</c:v>
                </c:pt>
                <c:pt idx="46">
                  <c:v>40.6</c:v>
                </c:pt>
                <c:pt idx="47">
                  <c:v>40.6</c:v>
                </c:pt>
                <c:pt idx="48">
                  <c:v>40.6</c:v>
                </c:pt>
                <c:pt idx="49">
                  <c:v>40.799999999999997</c:v>
                </c:pt>
                <c:pt idx="50">
                  <c:v>42</c:v>
                </c:pt>
                <c:pt idx="51">
                  <c:v>42</c:v>
                </c:pt>
                <c:pt idx="52">
                  <c:v>42.6</c:v>
                </c:pt>
                <c:pt idx="53">
                  <c:v>42.6</c:v>
                </c:pt>
                <c:pt idx="54">
                  <c:v>46.8</c:v>
                </c:pt>
                <c:pt idx="55">
                  <c:v>46.8</c:v>
                </c:pt>
                <c:pt idx="56">
                  <c:v>49.6</c:v>
                </c:pt>
                <c:pt idx="57">
                  <c:v>50.6</c:v>
                </c:pt>
                <c:pt idx="58">
                  <c:v>50.6</c:v>
                </c:pt>
                <c:pt idx="59">
                  <c:v>50.8</c:v>
                </c:pt>
                <c:pt idx="60">
                  <c:v>53</c:v>
                </c:pt>
                <c:pt idx="61">
                  <c:v>53.8</c:v>
                </c:pt>
                <c:pt idx="62">
                  <c:v>56</c:v>
                </c:pt>
                <c:pt idx="63">
                  <c:v>56.2</c:v>
                </c:pt>
                <c:pt idx="64">
                  <c:v>58.6</c:v>
                </c:pt>
                <c:pt idx="65">
                  <c:v>59.8</c:v>
                </c:pt>
                <c:pt idx="66">
                  <c:v>60.4</c:v>
                </c:pt>
                <c:pt idx="67">
                  <c:v>60.6</c:v>
                </c:pt>
                <c:pt idx="68">
                  <c:v>62.2</c:v>
                </c:pt>
                <c:pt idx="69">
                  <c:v>62.8</c:v>
                </c:pt>
                <c:pt idx="70">
                  <c:v>63.2</c:v>
                </c:pt>
                <c:pt idx="71">
                  <c:v>64.599999999999994</c:v>
                </c:pt>
                <c:pt idx="72">
                  <c:v>65.8</c:v>
                </c:pt>
                <c:pt idx="73">
                  <c:v>67.400000000000006</c:v>
                </c:pt>
                <c:pt idx="74">
                  <c:v>67.8</c:v>
                </c:pt>
                <c:pt idx="75">
                  <c:v>68.599999999999994</c:v>
                </c:pt>
                <c:pt idx="76">
                  <c:v>70.400000000000006</c:v>
                </c:pt>
                <c:pt idx="77">
                  <c:v>71.599999999999994</c:v>
                </c:pt>
                <c:pt idx="78">
                  <c:v>71.8</c:v>
                </c:pt>
                <c:pt idx="79">
                  <c:v>75.8</c:v>
                </c:pt>
                <c:pt idx="80">
                  <c:v>76.599999999999994</c:v>
                </c:pt>
                <c:pt idx="81">
                  <c:v>77.400000000000006</c:v>
                </c:pt>
                <c:pt idx="82">
                  <c:v>79.2</c:v>
                </c:pt>
                <c:pt idx="83">
                  <c:v>79.8</c:v>
                </c:pt>
                <c:pt idx="84">
                  <c:v>80.8</c:v>
                </c:pt>
                <c:pt idx="85">
                  <c:v>81.400000000000006</c:v>
                </c:pt>
                <c:pt idx="86">
                  <c:v>82</c:v>
                </c:pt>
                <c:pt idx="87">
                  <c:v>82.4</c:v>
                </c:pt>
                <c:pt idx="88">
                  <c:v>84</c:v>
                </c:pt>
                <c:pt idx="89">
                  <c:v>84.8</c:v>
                </c:pt>
                <c:pt idx="90">
                  <c:v>85.8</c:v>
                </c:pt>
                <c:pt idx="91">
                  <c:v>86.2</c:v>
                </c:pt>
                <c:pt idx="92">
                  <c:v>87.4</c:v>
                </c:pt>
                <c:pt idx="93">
                  <c:v>88.2</c:v>
                </c:pt>
                <c:pt idx="94">
                  <c:v>89.8</c:v>
                </c:pt>
                <c:pt idx="95">
                  <c:v>90.8</c:v>
                </c:pt>
                <c:pt idx="96">
                  <c:v>91.4</c:v>
                </c:pt>
                <c:pt idx="97">
                  <c:v>92.2</c:v>
                </c:pt>
                <c:pt idx="98">
                  <c:v>93.8</c:v>
                </c:pt>
                <c:pt idx="99">
                  <c:v>95</c:v>
                </c:pt>
                <c:pt idx="100">
                  <c:v>97.6</c:v>
                </c:pt>
                <c:pt idx="101">
                  <c:v>98.6</c:v>
                </c:pt>
                <c:pt idx="102">
                  <c:v>100.6</c:v>
                </c:pt>
                <c:pt idx="103">
                  <c:v>100.8</c:v>
                </c:pt>
                <c:pt idx="104">
                  <c:v>101</c:v>
                </c:pt>
                <c:pt idx="105">
                  <c:v>102.8</c:v>
                </c:pt>
                <c:pt idx="106">
                  <c:v>103.4</c:v>
                </c:pt>
                <c:pt idx="107">
                  <c:v>107.6</c:v>
                </c:pt>
                <c:pt idx="108">
                  <c:v>107.8</c:v>
                </c:pt>
                <c:pt idx="109">
                  <c:v>110.4</c:v>
                </c:pt>
                <c:pt idx="110">
                  <c:v>112.6</c:v>
                </c:pt>
                <c:pt idx="111">
                  <c:v>115</c:v>
                </c:pt>
                <c:pt idx="112">
                  <c:v>116</c:v>
                </c:pt>
                <c:pt idx="113">
                  <c:v>116.4</c:v>
                </c:pt>
                <c:pt idx="114">
                  <c:v>116.4</c:v>
                </c:pt>
                <c:pt idx="115">
                  <c:v>116.4</c:v>
                </c:pt>
                <c:pt idx="116">
                  <c:v>116.4</c:v>
                </c:pt>
                <c:pt idx="117">
                  <c:v>116.4</c:v>
                </c:pt>
                <c:pt idx="118">
                  <c:v>118</c:v>
                </c:pt>
                <c:pt idx="119">
                  <c:v>119.2</c:v>
                </c:pt>
                <c:pt idx="120">
                  <c:v>121.6</c:v>
                </c:pt>
                <c:pt idx="121">
                  <c:v>122</c:v>
                </c:pt>
                <c:pt idx="122">
                  <c:v>122.2</c:v>
                </c:pt>
                <c:pt idx="123">
                  <c:v>123.2</c:v>
                </c:pt>
                <c:pt idx="124">
                  <c:v>123.4</c:v>
                </c:pt>
                <c:pt idx="125">
                  <c:v>123.4</c:v>
                </c:pt>
                <c:pt idx="126">
                  <c:v>123.4</c:v>
                </c:pt>
                <c:pt idx="127">
                  <c:v>124.4</c:v>
                </c:pt>
                <c:pt idx="128">
                  <c:v>124.6</c:v>
                </c:pt>
                <c:pt idx="129">
                  <c:v>124.6</c:v>
                </c:pt>
                <c:pt idx="130">
                  <c:v>125.8</c:v>
                </c:pt>
                <c:pt idx="131">
                  <c:v>130.6</c:v>
                </c:pt>
                <c:pt idx="132">
                  <c:v>131</c:v>
                </c:pt>
                <c:pt idx="133">
                  <c:v>132</c:v>
                </c:pt>
                <c:pt idx="134">
                  <c:v>133.4</c:v>
                </c:pt>
                <c:pt idx="135">
                  <c:v>134</c:v>
                </c:pt>
                <c:pt idx="136">
                  <c:v>134</c:v>
                </c:pt>
                <c:pt idx="137">
                  <c:v>134</c:v>
                </c:pt>
                <c:pt idx="138">
                  <c:v>135.80000000000001</c:v>
                </c:pt>
                <c:pt idx="139">
                  <c:v>137.19999999999999</c:v>
                </c:pt>
                <c:pt idx="140">
                  <c:v>137.4</c:v>
                </c:pt>
                <c:pt idx="141">
                  <c:v>139</c:v>
                </c:pt>
                <c:pt idx="142">
                  <c:v>139</c:v>
                </c:pt>
                <c:pt idx="143">
                  <c:v>139.80000000000001</c:v>
                </c:pt>
                <c:pt idx="144">
                  <c:v>140.4</c:v>
                </c:pt>
                <c:pt idx="145">
                  <c:v>141</c:v>
                </c:pt>
                <c:pt idx="146">
                  <c:v>141.6</c:v>
                </c:pt>
                <c:pt idx="147">
                  <c:v>144</c:v>
                </c:pt>
                <c:pt idx="148">
                  <c:v>144.19999999999999</c:v>
                </c:pt>
                <c:pt idx="149">
                  <c:v>144.80000000000001</c:v>
                </c:pt>
                <c:pt idx="150">
                  <c:v>147.6</c:v>
                </c:pt>
                <c:pt idx="151">
                  <c:v>148.6</c:v>
                </c:pt>
                <c:pt idx="152">
                  <c:v>148.6</c:v>
                </c:pt>
                <c:pt idx="153">
                  <c:v>149.6</c:v>
                </c:pt>
                <c:pt idx="154">
                  <c:v>149.80000000000001</c:v>
                </c:pt>
                <c:pt idx="155">
                  <c:v>150.80000000000001</c:v>
                </c:pt>
                <c:pt idx="156">
                  <c:v>151.4</c:v>
                </c:pt>
                <c:pt idx="157">
                  <c:v>153.4</c:v>
                </c:pt>
                <c:pt idx="158">
                  <c:v>154</c:v>
                </c:pt>
                <c:pt idx="159">
                  <c:v>154</c:v>
                </c:pt>
                <c:pt idx="160">
                  <c:v>157.6</c:v>
                </c:pt>
                <c:pt idx="161">
                  <c:v>161.80000000000001</c:v>
                </c:pt>
                <c:pt idx="162">
                  <c:v>166.2</c:v>
                </c:pt>
                <c:pt idx="163">
                  <c:v>167.4</c:v>
                </c:pt>
                <c:pt idx="164">
                  <c:v>169.4</c:v>
                </c:pt>
                <c:pt idx="165">
                  <c:v>171.8</c:v>
                </c:pt>
                <c:pt idx="166">
                  <c:v>173.4</c:v>
                </c:pt>
                <c:pt idx="167">
                  <c:v>175.2</c:v>
                </c:pt>
                <c:pt idx="168">
                  <c:v>175.8</c:v>
                </c:pt>
                <c:pt idx="169">
                  <c:v>177.2</c:v>
                </c:pt>
                <c:pt idx="170">
                  <c:v>178.2</c:v>
                </c:pt>
                <c:pt idx="171">
                  <c:v>179.2</c:v>
                </c:pt>
                <c:pt idx="172">
                  <c:v>179.4</c:v>
                </c:pt>
                <c:pt idx="173">
                  <c:v>179.6</c:v>
                </c:pt>
                <c:pt idx="174">
                  <c:v>180.6</c:v>
                </c:pt>
                <c:pt idx="175">
                  <c:v>180.6</c:v>
                </c:pt>
                <c:pt idx="176">
                  <c:v>180.6</c:v>
                </c:pt>
                <c:pt idx="177">
                  <c:v>181.8</c:v>
                </c:pt>
                <c:pt idx="178">
                  <c:v>183</c:v>
                </c:pt>
                <c:pt idx="179">
                  <c:v>185.8</c:v>
                </c:pt>
                <c:pt idx="180">
                  <c:v>190</c:v>
                </c:pt>
                <c:pt idx="181">
                  <c:v>191</c:v>
                </c:pt>
                <c:pt idx="182">
                  <c:v>191.2</c:v>
                </c:pt>
                <c:pt idx="183">
                  <c:v>193.8</c:v>
                </c:pt>
                <c:pt idx="184">
                  <c:v>195.2</c:v>
                </c:pt>
                <c:pt idx="185">
                  <c:v>195.2</c:v>
                </c:pt>
                <c:pt idx="186">
                  <c:v>196.2</c:v>
                </c:pt>
                <c:pt idx="187">
                  <c:v>196.2</c:v>
                </c:pt>
                <c:pt idx="188">
                  <c:v>198.2</c:v>
                </c:pt>
                <c:pt idx="189">
                  <c:v>198.4</c:v>
                </c:pt>
                <c:pt idx="190">
                  <c:v>198.4</c:v>
                </c:pt>
                <c:pt idx="191">
                  <c:v>199</c:v>
                </c:pt>
                <c:pt idx="192">
                  <c:v>199</c:v>
                </c:pt>
                <c:pt idx="193">
                  <c:v>199</c:v>
                </c:pt>
                <c:pt idx="194">
                  <c:v>201</c:v>
                </c:pt>
                <c:pt idx="195">
                  <c:v>201</c:v>
                </c:pt>
                <c:pt idx="196">
                  <c:v>202.2</c:v>
                </c:pt>
                <c:pt idx="197">
                  <c:v>202.2</c:v>
                </c:pt>
                <c:pt idx="198">
                  <c:v>202.2</c:v>
                </c:pt>
                <c:pt idx="199">
                  <c:v>202.2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36-4D89-8F34-2AEF5B332151}"/>
            </c:ext>
          </c:extLst>
        </c:ser>
        <c:ser>
          <c:idx val="1"/>
          <c:order val="1"/>
          <c:tx>
            <c:strRef>
              <c:f>save1!$EV$406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save1!$EV$407:$EV$606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1</c:v>
                </c:pt>
                <c:pt idx="9">
                  <c:v>1.4</c:v>
                </c:pt>
                <c:pt idx="10">
                  <c:v>1.4</c:v>
                </c:pt>
                <c:pt idx="11">
                  <c:v>1.4</c:v>
                </c:pt>
                <c:pt idx="12">
                  <c:v>1.6</c:v>
                </c:pt>
                <c:pt idx="13">
                  <c:v>1.8</c:v>
                </c:pt>
                <c:pt idx="14">
                  <c:v>2.6</c:v>
                </c:pt>
                <c:pt idx="15">
                  <c:v>3</c:v>
                </c:pt>
                <c:pt idx="16">
                  <c:v>3.6</c:v>
                </c:pt>
                <c:pt idx="17">
                  <c:v>3.8</c:v>
                </c:pt>
                <c:pt idx="18">
                  <c:v>4</c:v>
                </c:pt>
                <c:pt idx="19">
                  <c:v>4</c:v>
                </c:pt>
                <c:pt idx="20">
                  <c:v>4.2</c:v>
                </c:pt>
                <c:pt idx="21">
                  <c:v>4.4000000000000004</c:v>
                </c:pt>
                <c:pt idx="22">
                  <c:v>5.2</c:v>
                </c:pt>
                <c:pt idx="23">
                  <c:v>5.8</c:v>
                </c:pt>
                <c:pt idx="24">
                  <c:v>6</c:v>
                </c:pt>
                <c:pt idx="25">
                  <c:v>6</c:v>
                </c:pt>
                <c:pt idx="26">
                  <c:v>6.4</c:v>
                </c:pt>
                <c:pt idx="27">
                  <c:v>6.6</c:v>
                </c:pt>
                <c:pt idx="28">
                  <c:v>7.6</c:v>
                </c:pt>
                <c:pt idx="29">
                  <c:v>8.4</c:v>
                </c:pt>
                <c:pt idx="30">
                  <c:v>8.4</c:v>
                </c:pt>
                <c:pt idx="31">
                  <c:v>8.6</c:v>
                </c:pt>
                <c:pt idx="32">
                  <c:v>9</c:v>
                </c:pt>
                <c:pt idx="33">
                  <c:v>9</c:v>
                </c:pt>
                <c:pt idx="34">
                  <c:v>9.1999999999999993</c:v>
                </c:pt>
                <c:pt idx="35">
                  <c:v>9.1999999999999993</c:v>
                </c:pt>
                <c:pt idx="36">
                  <c:v>9.1999999999999993</c:v>
                </c:pt>
                <c:pt idx="37">
                  <c:v>9.1999999999999993</c:v>
                </c:pt>
                <c:pt idx="38">
                  <c:v>9.6</c:v>
                </c:pt>
                <c:pt idx="39">
                  <c:v>10.199999999999999</c:v>
                </c:pt>
                <c:pt idx="40">
                  <c:v>10.199999999999999</c:v>
                </c:pt>
                <c:pt idx="41">
                  <c:v>11</c:v>
                </c:pt>
                <c:pt idx="42">
                  <c:v>11.2</c:v>
                </c:pt>
                <c:pt idx="43">
                  <c:v>11.2</c:v>
                </c:pt>
                <c:pt idx="44">
                  <c:v>11.2</c:v>
                </c:pt>
                <c:pt idx="45">
                  <c:v>11.2</c:v>
                </c:pt>
                <c:pt idx="46">
                  <c:v>11.4</c:v>
                </c:pt>
                <c:pt idx="47">
                  <c:v>11.4</c:v>
                </c:pt>
                <c:pt idx="48">
                  <c:v>11.4</c:v>
                </c:pt>
                <c:pt idx="49">
                  <c:v>11.4</c:v>
                </c:pt>
                <c:pt idx="50">
                  <c:v>11.6</c:v>
                </c:pt>
                <c:pt idx="51">
                  <c:v>11.6</c:v>
                </c:pt>
                <c:pt idx="52">
                  <c:v>11.6</c:v>
                </c:pt>
                <c:pt idx="53">
                  <c:v>11.6</c:v>
                </c:pt>
                <c:pt idx="54">
                  <c:v>11.8</c:v>
                </c:pt>
                <c:pt idx="55">
                  <c:v>12.2</c:v>
                </c:pt>
                <c:pt idx="56">
                  <c:v>12.4</c:v>
                </c:pt>
                <c:pt idx="57">
                  <c:v>13.2</c:v>
                </c:pt>
                <c:pt idx="58">
                  <c:v>13.2</c:v>
                </c:pt>
                <c:pt idx="59">
                  <c:v>13.6</c:v>
                </c:pt>
                <c:pt idx="60">
                  <c:v>14</c:v>
                </c:pt>
                <c:pt idx="61">
                  <c:v>14.2</c:v>
                </c:pt>
                <c:pt idx="62">
                  <c:v>14.6</c:v>
                </c:pt>
                <c:pt idx="63">
                  <c:v>15</c:v>
                </c:pt>
                <c:pt idx="64">
                  <c:v>15</c:v>
                </c:pt>
                <c:pt idx="65">
                  <c:v>15.8</c:v>
                </c:pt>
                <c:pt idx="66">
                  <c:v>16.600000000000001</c:v>
                </c:pt>
                <c:pt idx="67">
                  <c:v>16.600000000000001</c:v>
                </c:pt>
                <c:pt idx="68">
                  <c:v>16.8</c:v>
                </c:pt>
                <c:pt idx="69">
                  <c:v>17</c:v>
                </c:pt>
                <c:pt idx="70">
                  <c:v>17</c:v>
                </c:pt>
                <c:pt idx="71">
                  <c:v>17.399999999999999</c:v>
                </c:pt>
                <c:pt idx="72">
                  <c:v>17.600000000000001</c:v>
                </c:pt>
                <c:pt idx="73">
                  <c:v>17.600000000000001</c:v>
                </c:pt>
                <c:pt idx="74">
                  <c:v>17.8</c:v>
                </c:pt>
                <c:pt idx="75">
                  <c:v>18.399999999999999</c:v>
                </c:pt>
                <c:pt idx="76">
                  <c:v>19.600000000000001</c:v>
                </c:pt>
                <c:pt idx="77">
                  <c:v>20.8</c:v>
                </c:pt>
                <c:pt idx="78">
                  <c:v>20.8</c:v>
                </c:pt>
                <c:pt idx="79">
                  <c:v>22</c:v>
                </c:pt>
                <c:pt idx="80">
                  <c:v>22.4</c:v>
                </c:pt>
                <c:pt idx="81">
                  <c:v>22.8</c:v>
                </c:pt>
                <c:pt idx="82">
                  <c:v>24</c:v>
                </c:pt>
                <c:pt idx="83">
                  <c:v>24.2</c:v>
                </c:pt>
                <c:pt idx="84">
                  <c:v>24.2</c:v>
                </c:pt>
                <c:pt idx="85">
                  <c:v>24.2</c:v>
                </c:pt>
                <c:pt idx="86">
                  <c:v>24.6</c:v>
                </c:pt>
                <c:pt idx="87">
                  <c:v>25.6</c:v>
                </c:pt>
                <c:pt idx="88">
                  <c:v>26.2</c:v>
                </c:pt>
                <c:pt idx="89">
                  <c:v>26.2</c:v>
                </c:pt>
                <c:pt idx="90">
                  <c:v>26.6</c:v>
                </c:pt>
                <c:pt idx="91">
                  <c:v>26.6</c:v>
                </c:pt>
                <c:pt idx="92">
                  <c:v>27.6</c:v>
                </c:pt>
                <c:pt idx="93">
                  <c:v>28.4</c:v>
                </c:pt>
                <c:pt idx="94">
                  <c:v>28.8</c:v>
                </c:pt>
                <c:pt idx="95">
                  <c:v>29</c:v>
                </c:pt>
                <c:pt idx="96">
                  <c:v>29.2</c:v>
                </c:pt>
                <c:pt idx="97">
                  <c:v>29.2</c:v>
                </c:pt>
                <c:pt idx="98">
                  <c:v>29.2</c:v>
                </c:pt>
                <c:pt idx="99">
                  <c:v>31</c:v>
                </c:pt>
                <c:pt idx="100">
                  <c:v>32.4</c:v>
                </c:pt>
                <c:pt idx="101">
                  <c:v>32.799999999999997</c:v>
                </c:pt>
                <c:pt idx="102">
                  <c:v>32.799999999999997</c:v>
                </c:pt>
                <c:pt idx="103">
                  <c:v>33</c:v>
                </c:pt>
                <c:pt idx="104">
                  <c:v>33.200000000000003</c:v>
                </c:pt>
                <c:pt idx="105">
                  <c:v>33.200000000000003</c:v>
                </c:pt>
                <c:pt idx="106">
                  <c:v>33.6</c:v>
                </c:pt>
                <c:pt idx="107">
                  <c:v>34</c:v>
                </c:pt>
                <c:pt idx="108">
                  <c:v>34.4</c:v>
                </c:pt>
                <c:pt idx="109">
                  <c:v>34.799999999999997</c:v>
                </c:pt>
                <c:pt idx="110">
                  <c:v>35.200000000000003</c:v>
                </c:pt>
                <c:pt idx="111">
                  <c:v>35.200000000000003</c:v>
                </c:pt>
                <c:pt idx="112">
                  <c:v>35.6</c:v>
                </c:pt>
                <c:pt idx="113">
                  <c:v>36.4</c:v>
                </c:pt>
                <c:pt idx="114">
                  <c:v>37</c:v>
                </c:pt>
                <c:pt idx="115">
                  <c:v>37</c:v>
                </c:pt>
                <c:pt idx="116">
                  <c:v>37</c:v>
                </c:pt>
                <c:pt idx="117">
                  <c:v>37</c:v>
                </c:pt>
                <c:pt idx="118">
                  <c:v>37.4</c:v>
                </c:pt>
                <c:pt idx="119">
                  <c:v>37.6</c:v>
                </c:pt>
                <c:pt idx="120">
                  <c:v>37.6</c:v>
                </c:pt>
                <c:pt idx="121">
                  <c:v>37.799999999999997</c:v>
                </c:pt>
                <c:pt idx="122">
                  <c:v>37.799999999999997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38.200000000000003</c:v>
                </c:pt>
                <c:pt idx="128">
                  <c:v>38.4</c:v>
                </c:pt>
                <c:pt idx="129">
                  <c:v>38.4</c:v>
                </c:pt>
                <c:pt idx="130">
                  <c:v>39</c:v>
                </c:pt>
                <c:pt idx="131">
                  <c:v>40</c:v>
                </c:pt>
                <c:pt idx="132">
                  <c:v>40.799999999999997</c:v>
                </c:pt>
                <c:pt idx="133">
                  <c:v>41.4</c:v>
                </c:pt>
                <c:pt idx="134">
                  <c:v>42</c:v>
                </c:pt>
                <c:pt idx="135">
                  <c:v>42.4</c:v>
                </c:pt>
                <c:pt idx="136">
                  <c:v>42.6</c:v>
                </c:pt>
                <c:pt idx="137">
                  <c:v>42.8</c:v>
                </c:pt>
                <c:pt idx="138">
                  <c:v>43</c:v>
                </c:pt>
                <c:pt idx="139">
                  <c:v>43.2</c:v>
                </c:pt>
                <c:pt idx="140">
                  <c:v>43.4</c:v>
                </c:pt>
                <c:pt idx="141">
                  <c:v>43.6</c:v>
                </c:pt>
                <c:pt idx="142">
                  <c:v>44</c:v>
                </c:pt>
                <c:pt idx="143">
                  <c:v>44</c:v>
                </c:pt>
                <c:pt idx="144">
                  <c:v>44.6</c:v>
                </c:pt>
                <c:pt idx="145">
                  <c:v>45</c:v>
                </c:pt>
                <c:pt idx="146">
                  <c:v>45</c:v>
                </c:pt>
                <c:pt idx="147">
                  <c:v>45</c:v>
                </c:pt>
                <c:pt idx="148">
                  <c:v>45.4</c:v>
                </c:pt>
                <c:pt idx="149">
                  <c:v>45.8</c:v>
                </c:pt>
                <c:pt idx="150">
                  <c:v>46.6</c:v>
                </c:pt>
                <c:pt idx="151">
                  <c:v>47.4</c:v>
                </c:pt>
                <c:pt idx="152">
                  <c:v>47.6</c:v>
                </c:pt>
                <c:pt idx="153">
                  <c:v>48.8</c:v>
                </c:pt>
                <c:pt idx="154">
                  <c:v>48.8</c:v>
                </c:pt>
                <c:pt idx="155">
                  <c:v>49</c:v>
                </c:pt>
                <c:pt idx="156">
                  <c:v>49</c:v>
                </c:pt>
                <c:pt idx="157">
                  <c:v>49</c:v>
                </c:pt>
                <c:pt idx="158">
                  <c:v>49.4</c:v>
                </c:pt>
                <c:pt idx="159">
                  <c:v>49.4</c:v>
                </c:pt>
                <c:pt idx="160">
                  <c:v>50.2</c:v>
                </c:pt>
                <c:pt idx="161">
                  <c:v>51</c:v>
                </c:pt>
                <c:pt idx="162">
                  <c:v>51.6</c:v>
                </c:pt>
                <c:pt idx="163">
                  <c:v>51.6</c:v>
                </c:pt>
                <c:pt idx="164">
                  <c:v>51.8</c:v>
                </c:pt>
                <c:pt idx="165">
                  <c:v>52</c:v>
                </c:pt>
                <c:pt idx="166">
                  <c:v>52.8</c:v>
                </c:pt>
                <c:pt idx="167">
                  <c:v>53.2</c:v>
                </c:pt>
                <c:pt idx="168">
                  <c:v>53.6</c:v>
                </c:pt>
                <c:pt idx="169">
                  <c:v>54.8</c:v>
                </c:pt>
                <c:pt idx="170">
                  <c:v>55</c:v>
                </c:pt>
                <c:pt idx="171">
                  <c:v>55</c:v>
                </c:pt>
                <c:pt idx="172">
                  <c:v>55.2</c:v>
                </c:pt>
                <c:pt idx="173">
                  <c:v>56.2</c:v>
                </c:pt>
                <c:pt idx="174">
                  <c:v>56.8</c:v>
                </c:pt>
                <c:pt idx="175">
                  <c:v>56.8</c:v>
                </c:pt>
                <c:pt idx="176">
                  <c:v>57.2</c:v>
                </c:pt>
                <c:pt idx="177">
                  <c:v>57.4</c:v>
                </c:pt>
                <c:pt idx="178">
                  <c:v>57.4</c:v>
                </c:pt>
                <c:pt idx="179">
                  <c:v>57.6</c:v>
                </c:pt>
                <c:pt idx="180">
                  <c:v>58.6</c:v>
                </c:pt>
                <c:pt idx="181">
                  <c:v>58.6</c:v>
                </c:pt>
                <c:pt idx="182">
                  <c:v>58.8</c:v>
                </c:pt>
                <c:pt idx="183">
                  <c:v>59</c:v>
                </c:pt>
                <c:pt idx="184">
                  <c:v>59.2</c:v>
                </c:pt>
                <c:pt idx="185">
                  <c:v>59.4</c:v>
                </c:pt>
                <c:pt idx="186">
                  <c:v>59.6</c:v>
                </c:pt>
                <c:pt idx="187">
                  <c:v>59.6</c:v>
                </c:pt>
                <c:pt idx="188">
                  <c:v>60.4</c:v>
                </c:pt>
                <c:pt idx="189">
                  <c:v>60.8</c:v>
                </c:pt>
                <c:pt idx="190">
                  <c:v>61.2</c:v>
                </c:pt>
                <c:pt idx="191">
                  <c:v>61.4</c:v>
                </c:pt>
                <c:pt idx="192">
                  <c:v>61.4</c:v>
                </c:pt>
                <c:pt idx="193">
                  <c:v>61.6</c:v>
                </c:pt>
                <c:pt idx="194">
                  <c:v>62</c:v>
                </c:pt>
                <c:pt idx="195">
                  <c:v>62.4</c:v>
                </c:pt>
                <c:pt idx="196">
                  <c:v>62.6</c:v>
                </c:pt>
                <c:pt idx="197">
                  <c:v>63.2</c:v>
                </c:pt>
                <c:pt idx="198">
                  <c:v>63.4</c:v>
                </c:pt>
                <c:pt idx="199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36-4D89-8F34-2AEF5B332151}"/>
            </c:ext>
          </c:extLst>
        </c:ser>
        <c:ser>
          <c:idx val="2"/>
          <c:order val="2"/>
          <c:tx>
            <c:strRef>
              <c:f>save1!$EW$406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save1!$EW$407:$EW$606</c:f>
              <c:numCache>
                <c:formatCode>General</c:formatCode>
                <c:ptCount val="200"/>
                <c:pt idx="0">
                  <c:v>2</c:v>
                </c:pt>
                <c:pt idx="1">
                  <c:v>2</c:v>
                </c:pt>
                <c:pt idx="2">
                  <c:v>2.2000000000000002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1.8</c:v>
                </c:pt>
                <c:pt idx="7">
                  <c:v>2</c:v>
                </c:pt>
                <c:pt idx="8">
                  <c:v>2.2000000000000002</c:v>
                </c:pt>
                <c:pt idx="9">
                  <c:v>2.2000000000000002</c:v>
                </c:pt>
                <c:pt idx="10">
                  <c:v>2.4</c:v>
                </c:pt>
                <c:pt idx="11">
                  <c:v>2.8</c:v>
                </c:pt>
                <c:pt idx="12">
                  <c:v>3</c:v>
                </c:pt>
                <c:pt idx="13">
                  <c:v>3</c:v>
                </c:pt>
                <c:pt idx="14">
                  <c:v>3.4</c:v>
                </c:pt>
                <c:pt idx="15">
                  <c:v>3.8</c:v>
                </c:pt>
                <c:pt idx="16">
                  <c:v>3.8</c:v>
                </c:pt>
                <c:pt idx="17">
                  <c:v>3.8</c:v>
                </c:pt>
                <c:pt idx="18">
                  <c:v>4.2</c:v>
                </c:pt>
                <c:pt idx="19">
                  <c:v>4.2</c:v>
                </c:pt>
                <c:pt idx="20">
                  <c:v>4.2</c:v>
                </c:pt>
                <c:pt idx="21">
                  <c:v>4.5999999999999996</c:v>
                </c:pt>
                <c:pt idx="22">
                  <c:v>4.5999999999999996</c:v>
                </c:pt>
                <c:pt idx="23">
                  <c:v>4.8</c:v>
                </c:pt>
                <c:pt idx="24">
                  <c:v>4.4000000000000004</c:v>
                </c:pt>
                <c:pt idx="25">
                  <c:v>4.4000000000000004</c:v>
                </c:pt>
                <c:pt idx="26">
                  <c:v>4.5999999999999996</c:v>
                </c:pt>
                <c:pt idx="27">
                  <c:v>4.5999999999999996</c:v>
                </c:pt>
                <c:pt idx="28">
                  <c:v>4.2</c:v>
                </c:pt>
                <c:pt idx="29">
                  <c:v>4.4000000000000004</c:v>
                </c:pt>
                <c:pt idx="30">
                  <c:v>4.2</c:v>
                </c:pt>
                <c:pt idx="31">
                  <c:v>4.2</c:v>
                </c:pt>
                <c:pt idx="32">
                  <c:v>4.8</c:v>
                </c:pt>
                <c:pt idx="33">
                  <c:v>5.2</c:v>
                </c:pt>
                <c:pt idx="34">
                  <c:v>5.2</c:v>
                </c:pt>
                <c:pt idx="35">
                  <c:v>5.4</c:v>
                </c:pt>
                <c:pt idx="36">
                  <c:v>5</c:v>
                </c:pt>
                <c:pt idx="37">
                  <c:v>4.8</c:v>
                </c:pt>
                <c:pt idx="38">
                  <c:v>4.8</c:v>
                </c:pt>
                <c:pt idx="39">
                  <c:v>5.8</c:v>
                </c:pt>
                <c:pt idx="40">
                  <c:v>6</c:v>
                </c:pt>
                <c:pt idx="41">
                  <c:v>6.6</c:v>
                </c:pt>
                <c:pt idx="42">
                  <c:v>6.8</c:v>
                </c:pt>
                <c:pt idx="43">
                  <c:v>6.6</c:v>
                </c:pt>
                <c:pt idx="44">
                  <c:v>6.6</c:v>
                </c:pt>
                <c:pt idx="45">
                  <c:v>6.8</c:v>
                </c:pt>
                <c:pt idx="46">
                  <c:v>6.8</c:v>
                </c:pt>
                <c:pt idx="47">
                  <c:v>6.6</c:v>
                </c:pt>
                <c:pt idx="48">
                  <c:v>6.8</c:v>
                </c:pt>
                <c:pt idx="49">
                  <c:v>6.4</c:v>
                </c:pt>
                <c:pt idx="50">
                  <c:v>6.4</c:v>
                </c:pt>
                <c:pt idx="51">
                  <c:v>6.6</c:v>
                </c:pt>
                <c:pt idx="52">
                  <c:v>7.2</c:v>
                </c:pt>
                <c:pt idx="53">
                  <c:v>7.4</c:v>
                </c:pt>
                <c:pt idx="54">
                  <c:v>7.4</c:v>
                </c:pt>
                <c:pt idx="55">
                  <c:v>7.4</c:v>
                </c:pt>
                <c:pt idx="56">
                  <c:v>8.8000000000000007</c:v>
                </c:pt>
                <c:pt idx="57">
                  <c:v>8.8000000000000007</c:v>
                </c:pt>
                <c:pt idx="58">
                  <c:v>8.6</c:v>
                </c:pt>
                <c:pt idx="59">
                  <c:v>9.1999999999999993</c:v>
                </c:pt>
                <c:pt idx="60">
                  <c:v>9.1999999999999993</c:v>
                </c:pt>
                <c:pt idx="61">
                  <c:v>9.1999999999999993</c:v>
                </c:pt>
                <c:pt idx="62">
                  <c:v>9.1999999999999993</c:v>
                </c:pt>
                <c:pt idx="63">
                  <c:v>9.1999999999999993</c:v>
                </c:pt>
                <c:pt idx="64">
                  <c:v>9.8000000000000007</c:v>
                </c:pt>
                <c:pt idx="65">
                  <c:v>10.199999999999999</c:v>
                </c:pt>
                <c:pt idx="66">
                  <c:v>10.199999999999999</c:v>
                </c:pt>
                <c:pt idx="67">
                  <c:v>10</c:v>
                </c:pt>
                <c:pt idx="68">
                  <c:v>9.8000000000000007</c:v>
                </c:pt>
                <c:pt idx="69">
                  <c:v>10</c:v>
                </c:pt>
                <c:pt idx="70">
                  <c:v>10.199999999999999</c:v>
                </c:pt>
                <c:pt idx="71">
                  <c:v>10.4</c:v>
                </c:pt>
                <c:pt idx="72">
                  <c:v>9.8000000000000007</c:v>
                </c:pt>
                <c:pt idx="73">
                  <c:v>10</c:v>
                </c:pt>
                <c:pt idx="74">
                  <c:v>10.199999999999999</c:v>
                </c:pt>
                <c:pt idx="75">
                  <c:v>10.199999999999999</c:v>
                </c:pt>
                <c:pt idx="76">
                  <c:v>10.6</c:v>
                </c:pt>
                <c:pt idx="77">
                  <c:v>10.8</c:v>
                </c:pt>
                <c:pt idx="78">
                  <c:v>10.8</c:v>
                </c:pt>
                <c:pt idx="79">
                  <c:v>10.6</c:v>
                </c:pt>
                <c:pt idx="80">
                  <c:v>10.6</c:v>
                </c:pt>
                <c:pt idx="81">
                  <c:v>10.8</c:v>
                </c:pt>
                <c:pt idx="82">
                  <c:v>10.8</c:v>
                </c:pt>
                <c:pt idx="83">
                  <c:v>10.8</c:v>
                </c:pt>
                <c:pt idx="84">
                  <c:v>11</c:v>
                </c:pt>
                <c:pt idx="85">
                  <c:v>11</c:v>
                </c:pt>
                <c:pt idx="86">
                  <c:v>11.4</c:v>
                </c:pt>
                <c:pt idx="87">
                  <c:v>11.4</c:v>
                </c:pt>
                <c:pt idx="88">
                  <c:v>11.4</c:v>
                </c:pt>
                <c:pt idx="89">
                  <c:v>11.8</c:v>
                </c:pt>
                <c:pt idx="90">
                  <c:v>12.4</c:v>
                </c:pt>
                <c:pt idx="91">
                  <c:v>12.4</c:v>
                </c:pt>
                <c:pt idx="92">
                  <c:v>12.6</c:v>
                </c:pt>
                <c:pt idx="93">
                  <c:v>12.6</c:v>
                </c:pt>
                <c:pt idx="94">
                  <c:v>13</c:v>
                </c:pt>
                <c:pt idx="95">
                  <c:v>13</c:v>
                </c:pt>
                <c:pt idx="96">
                  <c:v>13.6</c:v>
                </c:pt>
                <c:pt idx="97">
                  <c:v>14.4</c:v>
                </c:pt>
                <c:pt idx="98">
                  <c:v>14.6</c:v>
                </c:pt>
                <c:pt idx="99">
                  <c:v>14.4</c:v>
                </c:pt>
                <c:pt idx="100">
                  <c:v>14.4</c:v>
                </c:pt>
                <c:pt idx="101">
                  <c:v>14.6</c:v>
                </c:pt>
                <c:pt idx="102">
                  <c:v>15</c:v>
                </c:pt>
                <c:pt idx="103">
                  <c:v>15</c:v>
                </c:pt>
                <c:pt idx="104">
                  <c:v>15</c:v>
                </c:pt>
                <c:pt idx="105">
                  <c:v>14.6</c:v>
                </c:pt>
                <c:pt idx="106">
                  <c:v>15</c:v>
                </c:pt>
                <c:pt idx="107">
                  <c:v>15.8</c:v>
                </c:pt>
                <c:pt idx="108">
                  <c:v>15.8</c:v>
                </c:pt>
                <c:pt idx="109">
                  <c:v>16</c:v>
                </c:pt>
                <c:pt idx="110">
                  <c:v>15.8</c:v>
                </c:pt>
                <c:pt idx="111">
                  <c:v>15.6</c:v>
                </c:pt>
                <c:pt idx="112">
                  <c:v>16</c:v>
                </c:pt>
                <c:pt idx="113">
                  <c:v>15.8</c:v>
                </c:pt>
                <c:pt idx="114">
                  <c:v>16.600000000000001</c:v>
                </c:pt>
                <c:pt idx="115">
                  <c:v>16.8</c:v>
                </c:pt>
                <c:pt idx="116">
                  <c:v>16.8</c:v>
                </c:pt>
                <c:pt idx="117">
                  <c:v>17</c:v>
                </c:pt>
                <c:pt idx="118">
                  <c:v>16.8</c:v>
                </c:pt>
                <c:pt idx="119">
                  <c:v>17</c:v>
                </c:pt>
                <c:pt idx="120">
                  <c:v>17</c:v>
                </c:pt>
                <c:pt idx="121">
                  <c:v>17.600000000000001</c:v>
                </c:pt>
                <c:pt idx="122">
                  <c:v>17.8</c:v>
                </c:pt>
                <c:pt idx="123">
                  <c:v>18</c:v>
                </c:pt>
                <c:pt idx="124">
                  <c:v>17.8</c:v>
                </c:pt>
                <c:pt idx="125">
                  <c:v>17.2</c:v>
                </c:pt>
                <c:pt idx="126">
                  <c:v>17.2</c:v>
                </c:pt>
                <c:pt idx="127">
                  <c:v>17.2</c:v>
                </c:pt>
                <c:pt idx="128">
                  <c:v>17.600000000000001</c:v>
                </c:pt>
                <c:pt idx="129">
                  <c:v>17.600000000000001</c:v>
                </c:pt>
                <c:pt idx="130">
                  <c:v>18.2</c:v>
                </c:pt>
                <c:pt idx="131">
                  <c:v>18</c:v>
                </c:pt>
                <c:pt idx="132">
                  <c:v>18</c:v>
                </c:pt>
                <c:pt idx="133">
                  <c:v>18.399999999999999</c:v>
                </c:pt>
                <c:pt idx="134">
                  <c:v>18.600000000000001</c:v>
                </c:pt>
                <c:pt idx="135">
                  <c:v>18.8</c:v>
                </c:pt>
                <c:pt idx="136">
                  <c:v>19</c:v>
                </c:pt>
                <c:pt idx="137">
                  <c:v>18.8</c:v>
                </c:pt>
                <c:pt idx="138">
                  <c:v>18.600000000000001</c:v>
                </c:pt>
                <c:pt idx="139">
                  <c:v>18.399999999999999</c:v>
                </c:pt>
                <c:pt idx="140">
                  <c:v>18.8</c:v>
                </c:pt>
                <c:pt idx="141">
                  <c:v>18.2</c:v>
                </c:pt>
                <c:pt idx="142">
                  <c:v>18</c:v>
                </c:pt>
                <c:pt idx="143">
                  <c:v>18.2</c:v>
                </c:pt>
                <c:pt idx="144">
                  <c:v>18.399999999999999</c:v>
                </c:pt>
                <c:pt idx="145">
                  <c:v>18.399999999999999</c:v>
                </c:pt>
                <c:pt idx="146">
                  <c:v>18.8</c:v>
                </c:pt>
                <c:pt idx="147">
                  <c:v>19.600000000000001</c:v>
                </c:pt>
                <c:pt idx="148">
                  <c:v>19.600000000000001</c:v>
                </c:pt>
                <c:pt idx="149">
                  <c:v>19.8</c:v>
                </c:pt>
                <c:pt idx="150">
                  <c:v>19.399999999999999</c:v>
                </c:pt>
                <c:pt idx="151">
                  <c:v>19.600000000000001</c:v>
                </c:pt>
                <c:pt idx="152">
                  <c:v>20</c:v>
                </c:pt>
                <c:pt idx="153">
                  <c:v>20.2</c:v>
                </c:pt>
                <c:pt idx="154">
                  <c:v>20.2</c:v>
                </c:pt>
                <c:pt idx="155">
                  <c:v>20.2</c:v>
                </c:pt>
                <c:pt idx="156">
                  <c:v>20.2</c:v>
                </c:pt>
                <c:pt idx="157">
                  <c:v>20.2</c:v>
                </c:pt>
                <c:pt idx="158">
                  <c:v>20.2</c:v>
                </c:pt>
                <c:pt idx="159">
                  <c:v>20.399999999999999</c:v>
                </c:pt>
                <c:pt idx="160">
                  <c:v>20.6</c:v>
                </c:pt>
                <c:pt idx="161">
                  <c:v>20.8</c:v>
                </c:pt>
                <c:pt idx="162">
                  <c:v>21</c:v>
                </c:pt>
                <c:pt idx="163">
                  <c:v>21</c:v>
                </c:pt>
                <c:pt idx="164">
                  <c:v>21.4</c:v>
                </c:pt>
                <c:pt idx="165">
                  <c:v>21.4</c:v>
                </c:pt>
                <c:pt idx="166">
                  <c:v>21.4</c:v>
                </c:pt>
                <c:pt idx="167">
                  <c:v>21.2</c:v>
                </c:pt>
                <c:pt idx="168">
                  <c:v>21</c:v>
                </c:pt>
                <c:pt idx="169">
                  <c:v>21</c:v>
                </c:pt>
                <c:pt idx="170">
                  <c:v>21.4</c:v>
                </c:pt>
                <c:pt idx="171">
                  <c:v>21.4</c:v>
                </c:pt>
                <c:pt idx="172">
                  <c:v>21.2</c:v>
                </c:pt>
                <c:pt idx="173">
                  <c:v>21.6</c:v>
                </c:pt>
                <c:pt idx="174">
                  <c:v>21.6</c:v>
                </c:pt>
                <c:pt idx="175">
                  <c:v>22</c:v>
                </c:pt>
                <c:pt idx="176">
                  <c:v>22</c:v>
                </c:pt>
                <c:pt idx="177">
                  <c:v>22.2</c:v>
                </c:pt>
                <c:pt idx="178">
                  <c:v>22.4</c:v>
                </c:pt>
                <c:pt idx="179">
                  <c:v>22.4</c:v>
                </c:pt>
                <c:pt idx="180">
                  <c:v>22.8</c:v>
                </c:pt>
                <c:pt idx="181">
                  <c:v>23</c:v>
                </c:pt>
                <c:pt idx="182">
                  <c:v>23.6</c:v>
                </c:pt>
                <c:pt idx="183">
                  <c:v>24</c:v>
                </c:pt>
                <c:pt idx="184">
                  <c:v>24.6</c:v>
                </c:pt>
                <c:pt idx="185">
                  <c:v>24.8</c:v>
                </c:pt>
                <c:pt idx="186">
                  <c:v>24.8</c:v>
                </c:pt>
                <c:pt idx="187">
                  <c:v>24.6</c:v>
                </c:pt>
                <c:pt idx="188">
                  <c:v>24.8</c:v>
                </c:pt>
                <c:pt idx="189">
                  <c:v>25.4</c:v>
                </c:pt>
                <c:pt idx="190">
                  <c:v>25.4</c:v>
                </c:pt>
                <c:pt idx="191">
                  <c:v>25.6</c:v>
                </c:pt>
                <c:pt idx="192">
                  <c:v>25.8</c:v>
                </c:pt>
                <c:pt idx="193">
                  <c:v>26</c:v>
                </c:pt>
                <c:pt idx="194">
                  <c:v>26.2</c:v>
                </c:pt>
                <c:pt idx="195">
                  <c:v>26.4</c:v>
                </c:pt>
                <c:pt idx="196">
                  <c:v>26.6</c:v>
                </c:pt>
                <c:pt idx="197">
                  <c:v>27.2</c:v>
                </c:pt>
                <c:pt idx="198">
                  <c:v>27</c:v>
                </c:pt>
                <c:pt idx="19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B36-4D89-8F34-2AEF5B332151}"/>
            </c:ext>
          </c:extLst>
        </c:ser>
        <c:ser>
          <c:idx val="3"/>
          <c:order val="3"/>
          <c:tx>
            <c:strRef>
              <c:f>save1!$EX$406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save1!$EX$407:$EX$606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0.8</c:v>
                </c:pt>
                <c:pt idx="6">
                  <c:v>1</c:v>
                </c:pt>
                <c:pt idx="7">
                  <c:v>1.6</c:v>
                </c:pt>
                <c:pt idx="8">
                  <c:v>2.8</c:v>
                </c:pt>
                <c:pt idx="9">
                  <c:v>3.8</c:v>
                </c:pt>
                <c:pt idx="10">
                  <c:v>3.8</c:v>
                </c:pt>
                <c:pt idx="11">
                  <c:v>3.8</c:v>
                </c:pt>
                <c:pt idx="12">
                  <c:v>4.2</c:v>
                </c:pt>
                <c:pt idx="13">
                  <c:v>4.2</c:v>
                </c:pt>
                <c:pt idx="14">
                  <c:v>5.4</c:v>
                </c:pt>
                <c:pt idx="15">
                  <c:v>6</c:v>
                </c:pt>
                <c:pt idx="16">
                  <c:v>6.4</c:v>
                </c:pt>
                <c:pt idx="17">
                  <c:v>6.4</c:v>
                </c:pt>
                <c:pt idx="18">
                  <c:v>7.4</c:v>
                </c:pt>
                <c:pt idx="19">
                  <c:v>8</c:v>
                </c:pt>
                <c:pt idx="20">
                  <c:v>8.8000000000000007</c:v>
                </c:pt>
                <c:pt idx="21">
                  <c:v>9.1999999999999993</c:v>
                </c:pt>
                <c:pt idx="22">
                  <c:v>10.8</c:v>
                </c:pt>
                <c:pt idx="23">
                  <c:v>12</c:v>
                </c:pt>
                <c:pt idx="24">
                  <c:v>12.2</c:v>
                </c:pt>
                <c:pt idx="25">
                  <c:v>12.4</c:v>
                </c:pt>
                <c:pt idx="26">
                  <c:v>12.6</c:v>
                </c:pt>
                <c:pt idx="27">
                  <c:v>12.8</c:v>
                </c:pt>
                <c:pt idx="28">
                  <c:v>13.4</c:v>
                </c:pt>
                <c:pt idx="29">
                  <c:v>14.6</c:v>
                </c:pt>
                <c:pt idx="30">
                  <c:v>15</c:v>
                </c:pt>
                <c:pt idx="31">
                  <c:v>15</c:v>
                </c:pt>
                <c:pt idx="32">
                  <c:v>16</c:v>
                </c:pt>
                <c:pt idx="33">
                  <c:v>16.399999999999999</c:v>
                </c:pt>
                <c:pt idx="34">
                  <c:v>16.600000000000001</c:v>
                </c:pt>
                <c:pt idx="35">
                  <c:v>16.8</c:v>
                </c:pt>
                <c:pt idx="36">
                  <c:v>18</c:v>
                </c:pt>
                <c:pt idx="37">
                  <c:v>18.8</c:v>
                </c:pt>
                <c:pt idx="38">
                  <c:v>19</c:v>
                </c:pt>
                <c:pt idx="39">
                  <c:v>19.600000000000001</c:v>
                </c:pt>
                <c:pt idx="40">
                  <c:v>19.600000000000001</c:v>
                </c:pt>
                <c:pt idx="41">
                  <c:v>20.2</c:v>
                </c:pt>
                <c:pt idx="42">
                  <c:v>20.8</c:v>
                </c:pt>
                <c:pt idx="43">
                  <c:v>20.8</c:v>
                </c:pt>
                <c:pt idx="44">
                  <c:v>21.2</c:v>
                </c:pt>
                <c:pt idx="45">
                  <c:v>22.6</c:v>
                </c:pt>
                <c:pt idx="46">
                  <c:v>22.6</c:v>
                </c:pt>
                <c:pt idx="47">
                  <c:v>22.8</c:v>
                </c:pt>
                <c:pt idx="48">
                  <c:v>22.8</c:v>
                </c:pt>
                <c:pt idx="49">
                  <c:v>23</c:v>
                </c:pt>
                <c:pt idx="50">
                  <c:v>23.4</c:v>
                </c:pt>
                <c:pt idx="51">
                  <c:v>23.4</c:v>
                </c:pt>
                <c:pt idx="52">
                  <c:v>23.4</c:v>
                </c:pt>
                <c:pt idx="53">
                  <c:v>23.4</c:v>
                </c:pt>
                <c:pt idx="54">
                  <c:v>25.4</c:v>
                </c:pt>
                <c:pt idx="55">
                  <c:v>26</c:v>
                </c:pt>
                <c:pt idx="56">
                  <c:v>26.4</c:v>
                </c:pt>
                <c:pt idx="57">
                  <c:v>27.4</c:v>
                </c:pt>
                <c:pt idx="58">
                  <c:v>27.4</c:v>
                </c:pt>
                <c:pt idx="59">
                  <c:v>27.8</c:v>
                </c:pt>
                <c:pt idx="60">
                  <c:v>28.6</c:v>
                </c:pt>
                <c:pt idx="61">
                  <c:v>29.4</c:v>
                </c:pt>
                <c:pt idx="62">
                  <c:v>29.8</c:v>
                </c:pt>
                <c:pt idx="63">
                  <c:v>29.8</c:v>
                </c:pt>
                <c:pt idx="64">
                  <c:v>30</c:v>
                </c:pt>
                <c:pt idx="65">
                  <c:v>31</c:v>
                </c:pt>
                <c:pt idx="66">
                  <c:v>31.6</c:v>
                </c:pt>
                <c:pt idx="67">
                  <c:v>31.6</c:v>
                </c:pt>
                <c:pt idx="68">
                  <c:v>32.4</c:v>
                </c:pt>
                <c:pt idx="69">
                  <c:v>32.799999999999997</c:v>
                </c:pt>
                <c:pt idx="70">
                  <c:v>33.6</c:v>
                </c:pt>
                <c:pt idx="71">
                  <c:v>34.200000000000003</c:v>
                </c:pt>
                <c:pt idx="72">
                  <c:v>34.799999999999997</c:v>
                </c:pt>
                <c:pt idx="73">
                  <c:v>34.799999999999997</c:v>
                </c:pt>
                <c:pt idx="74">
                  <c:v>35.200000000000003</c:v>
                </c:pt>
                <c:pt idx="75">
                  <c:v>35.4</c:v>
                </c:pt>
                <c:pt idx="76">
                  <c:v>35.799999999999997</c:v>
                </c:pt>
                <c:pt idx="77">
                  <c:v>36</c:v>
                </c:pt>
                <c:pt idx="78">
                  <c:v>36</c:v>
                </c:pt>
                <c:pt idx="79">
                  <c:v>37</c:v>
                </c:pt>
                <c:pt idx="80">
                  <c:v>37.200000000000003</c:v>
                </c:pt>
                <c:pt idx="81">
                  <c:v>37.4</c:v>
                </c:pt>
                <c:pt idx="82">
                  <c:v>38.4</c:v>
                </c:pt>
                <c:pt idx="83">
                  <c:v>38.6</c:v>
                </c:pt>
                <c:pt idx="84">
                  <c:v>38.799999999999997</c:v>
                </c:pt>
                <c:pt idx="85">
                  <c:v>39</c:v>
                </c:pt>
                <c:pt idx="86">
                  <c:v>39.200000000000003</c:v>
                </c:pt>
                <c:pt idx="87">
                  <c:v>40.4</c:v>
                </c:pt>
                <c:pt idx="88">
                  <c:v>40.6</c:v>
                </c:pt>
                <c:pt idx="89">
                  <c:v>41</c:v>
                </c:pt>
                <c:pt idx="90">
                  <c:v>41</c:v>
                </c:pt>
                <c:pt idx="91">
                  <c:v>41</c:v>
                </c:pt>
                <c:pt idx="92">
                  <c:v>41.4</c:v>
                </c:pt>
                <c:pt idx="93">
                  <c:v>42.4</c:v>
                </c:pt>
                <c:pt idx="94">
                  <c:v>43.8</c:v>
                </c:pt>
                <c:pt idx="95">
                  <c:v>44.6</c:v>
                </c:pt>
                <c:pt idx="96">
                  <c:v>45</c:v>
                </c:pt>
                <c:pt idx="97">
                  <c:v>45.2</c:v>
                </c:pt>
                <c:pt idx="98">
                  <c:v>46</c:v>
                </c:pt>
                <c:pt idx="99">
                  <c:v>47</c:v>
                </c:pt>
                <c:pt idx="100">
                  <c:v>48</c:v>
                </c:pt>
                <c:pt idx="101">
                  <c:v>48.6</c:v>
                </c:pt>
                <c:pt idx="102">
                  <c:v>49.4</c:v>
                </c:pt>
                <c:pt idx="103">
                  <c:v>50.2</c:v>
                </c:pt>
                <c:pt idx="104">
                  <c:v>50.2</c:v>
                </c:pt>
                <c:pt idx="105">
                  <c:v>50.2</c:v>
                </c:pt>
                <c:pt idx="106">
                  <c:v>50.8</c:v>
                </c:pt>
                <c:pt idx="107">
                  <c:v>51.6</c:v>
                </c:pt>
                <c:pt idx="108">
                  <c:v>51.8</c:v>
                </c:pt>
                <c:pt idx="109">
                  <c:v>52.6</c:v>
                </c:pt>
                <c:pt idx="110">
                  <c:v>54.2</c:v>
                </c:pt>
                <c:pt idx="111">
                  <c:v>54.6</c:v>
                </c:pt>
                <c:pt idx="112">
                  <c:v>55</c:v>
                </c:pt>
                <c:pt idx="113">
                  <c:v>55.4</c:v>
                </c:pt>
                <c:pt idx="114">
                  <c:v>56.8</c:v>
                </c:pt>
                <c:pt idx="115">
                  <c:v>57</c:v>
                </c:pt>
                <c:pt idx="116">
                  <c:v>57.2</c:v>
                </c:pt>
                <c:pt idx="117">
                  <c:v>57.4</c:v>
                </c:pt>
                <c:pt idx="118">
                  <c:v>58</c:v>
                </c:pt>
                <c:pt idx="119">
                  <c:v>58.2</c:v>
                </c:pt>
                <c:pt idx="120">
                  <c:v>58.4</c:v>
                </c:pt>
                <c:pt idx="121">
                  <c:v>58.6</c:v>
                </c:pt>
                <c:pt idx="122">
                  <c:v>59.2</c:v>
                </c:pt>
                <c:pt idx="123">
                  <c:v>59.8</c:v>
                </c:pt>
                <c:pt idx="124">
                  <c:v>60</c:v>
                </c:pt>
                <c:pt idx="125">
                  <c:v>60</c:v>
                </c:pt>
                <c:pt idx="126">
                  <c:v>60</c:v>
                </c:pt>
                <c:pt idx="127">
                  <c:v>60.6</c:v>
                </c:pt>
                <c:pt idx="128">
                  <c:v>60.8</c:v>
                </c:pt>
                <c:pt idx="129">
                  <c:v>60.8</c:v>
                </c:pt>
                <c:pt idx="130">
                  <c:v>61.6</c:v>
                </c:pt>
                <c:pt idx="131">
                  <c:v>63.2</c:v>
                </c:pt>
                <c:pt idx="132">
                  <c:v>63.4</c:v>
                </c:pt>
                <c:pt idx="133">
                  <c:v>64.400000000000006</c:v>
                </c:pt>
                <c:pt idx="134">
                  <c:v>65.400000000000006</c:v>
                </c:pt>
                <c:pt idx="135">
                  <c:v>65.400000000000006</c:v>
                </c:pt>
                <c:pt idx="136">
                  <c:v>65.400000000000006</c:v>
                </c:pt>
                <c:pt idx="137">
                  <c:v>65.400000000000006</c:v>
                </c:pt>
                <c:pt idx="138">
                  <c:v>66.2</c:v>
                </c:pt>
                <c:pt idx="139">
                  <c:v>66.599999999999994</c:v>
                </c:pt>
                <c:pt idx="140">
                  <c:v>67.2</c:v>
                </c:pt>
                <c:pt idx="141">
                  <c:v>68</c:v>
                </c:pt>
                <c:pt idx="142">
                  <c:v>68</c:v>
                </c:pt>
                <c:pt idx="143">
                  <c:v>68.599999999999994</c:v>
                </c:pt>
                <c:pt idx="144">
                  <c:v>69</c:v>
                </c:pt>
                <c:pt idx="145">
                  <c:v>69</c:v>
                </c:pt>
                <c:pt idx="146">
                  <c:v>69.599999999999994</c:v>
                </c:pt>
                <c:pt idx="147">
                  <c:v>70.400000000000006</c:v>
                </c:pt>
                <c:pt idx="148">
                  <c:v>70.400000000000006</c:v>
                </c:pt>
                <c:pt idx="149">
                  <c:v>70.8</c:v>
                </c:pt>
                <c:pt idx="150">
                  <c:v>72</c:v>
                </c:pt>
                <c:pt idx="151">
                  <c:v>72</c:v>
                </c:pt>
                <c:pt idx="152">
                  <c:v>72</c:v>
                </c:pt>
                <c:pt idx="153">
                  <c:v>72.8</c:v>
                </c:pt>
                <c:pt idx="154">
                  <c:v>73</c:v>
                </c:pt>
                <c:pt idx="155">
                  <c:v>74</c:v>
                </c:pt>
                <c:pt idx="156">
                  <c:v>74.599999999999994</c:v>
                </c:pt>
                <c:pt idx="157">
                  <c:v>74.8</c:v>
                </c:pt>
                <c:pt idx="158">
                  <c:v>75.400000000000006</c:v>
                </c:pt>
                <c:pt idx="159">
                  <c:v>75.8</c:v>
                </c:pt>
                <c:pt idx="160">
                  <c:v>77.8</c:v>
                </c:pt>
                <c:pt idx="161">
                  <c:v>79.8</c:v>
                </c:pt>
                <c:pt idx="162">
                  <c:v>80.599999999999994</c:v>
                </c:pt>
                <c:pt idx="163">
                  <c:v>80.8</c:v>
                </c:pt>
                <c:pt idx="164">
                  <c:v>81.400000000000006</c:v>
                </c:pt>
                <c:pt idx="165">
                  <c:v>81.8</c:v>
                </c:pt>
                <c:pt idx="166">
                  <c:v>83</c:v>
                </c:pt>
                <c:pt idx="167">
                  <c:v>83.2</c:v>
                </c:pt>
                <c:pt idx="168">
                  <c:v>84</c:v>
                </c:pt>
                <c:pt idx="169">
                  <c:v>85.8</c:v>
                </c:pt>
                <c:pt idx="170">
                  <c:v>86.2</c:v>
                </c:pt>
                <c:pt idx="171">
                  <c:v>86.6</c:v>
                </c:pt>
                <c:pt idx="172">
                  <c:v>86.6</c:v>
                </c:pt>
                <c:pt idx="173">
                  <c:v>86.8</c:v>
                </c:pt>
                <c:pt idx="174">
                  <c:v>87.2</c:v>
                </c:pt>
                <c:pt idx="175">
                  <c:v>87.2</c:v>
                </c:pt>
                <c:pt idx="176">
                  <c:v>87.4</c:v>
                </c:pt>
                <c:pt idx="177">
                  <c:v>87.6</c:v>
                </c:pt>
                <c:pt idx="178">
                  <c:v>87.6</c:v>
                </c:pt>
                <c:pt idx="179">
                  <c:v>88</c:v>
                </c:pt>
                <c:pt idx="180">
                  <c:v>89</c:v>
                </c:pt>
                <c:pt idx="181">
                  <c:v>89.2</c:v>
                </c:pt>
                <c:pt idx="182">
                  <c:v>89.4</c:v>
                </c:pt>
                <c:pt idx="183">
                  <c:v>90.4</c:v>
                </c:pt>
                <c:pt idx="184">
                  <c:v>91</c:v>
                </c:pt>
                <c:pt idx="185">
                  <c:v>91</c:v>
                </c:pt>
                <c:pt idx="186">
                  <c:v>91.2</c:v>
                </c:pt>
                <c:pt idx="187">
                  <c:v>91.4</c:v>
                </c:pt>
                <c:pt idx="188">
                  <c:v>91.8</c:v>
                </c:pt>
                <c:pt idx="189">
                  <c:v>92.2</c:v>
                </c:pt>
                <c:pt idx="190">
                  <c:v>92.6</c:v>
                </c:pt>
                <c:pt idx="191">
                  <c:v>93.2</c:v>
                </c:pt>
                <c:pt idx="192">
                  <c:v>93.2</c:v>
                </c:pt>
                <c:pt idx="193">
                  <c:v>93.4</c:v>
                </c:pt>
                <c:pt idx="194">
                  <c:v>94.6</c:v>
                </c:pt>
                <c:pt idx="195">
                  <c:v>94.6</c:v>
                </c:pt>
                <c:pt idx="196">
                  <c:v>94.8</c:v>
                </c:pt>
                <c:pt idx="197">
                  <c:v>95</c:v>
                </c:pt>
                <c:pt idx="198">
                  <c:v>95</c:v>
                </c:pt>
                <c:pt idx="199">
                  <c:v>95.8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B36-4D89-8F34-2AEF5B332151}"/>
            </c:ext>
          </c:extLst>
        </c:ser>
        <c:ser>
          <c:idx val="4"/>
          <c:order val="4"/>
          <c:tx>
            <c:strRef>
              <c:f>save1!$EY$406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save1!$EY$407:$EY$606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0.4</c:v>
                </c:pt>
                <c:pt idx="8">
                  <c:v>0.4</c:v>
                </c:pt>
                <c:pt idx="9">
                  <c:v>0.6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2.4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2.4</c:v>
                </c:pt>
                <c:pt idx="69">
                  <c:v>2.4</c:v>
                </c:pt>
                <c:pt idx="70">
                  <c:v>2.4</c:v>
                </c:pt>
                <c:pt idx="71">
                  <c:v>2.4</c:v>
                </c:pt>
                <c:pt idx="72">
                  <c:v>2.6</c:v>
                </c:pt>
                <c:pt idx="73">
                  <c:v>2.6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3.8</c:v>
                </c:pt>
                <c:pt idx="126">
                  <c:v>4.2</c:v>
                </c:pt>
                <c:pt idx="127">
                  <c:v>4.2</c:v>
                </c:pt>
                <c:pt idx="128">
                  <c:v>4.4000000000000004</c:v>
                </c:pt>
                <c:pt idx="129">
                  <c:v>4.4000000000000004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4.8</c:v>
                </c:pt>
                <c:pt idx="136">
                  <c:v>4.8</c:v>
                </c:pt>
                <c:pt idx="137">
                  <c:v>4.8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5.4</c:v>
                </c:pt>
                <c:pt idx="149">
                  <c:v>5.4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5.4</c:v>
                </c:pt>
                <c:pt idx="154">
                  <c:v>5.4</c:v>
                </c:pt>
                <c:pt idx="155">
                  <c:v>5.4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5.4</c:v>
                </c:pt>
                <c:pt idx="160">
                  <c:v>5.4</c:v>
                </c:pt>
                <c:pt idx="161">
                  <c:v>5.4</c:v>
                </c:pt>
                <c:pt idx="162">
                  <c:v>5.4</c:v>
                </c:pt>
                <c:pt idx="163">
                  <c:v>5.4</c:v>
                </c:pt>
                <c:pt idx="164">
                  <c:v>5.4</c:v>
                </c:pt>
                <c:pt idx="165">
                  <c:v>5.4</c:v>
                </c:pt>
                <c:pt idx="166">
                  <c:v>5.4</c:v>
                </c:pt>
                <c:pt idx="167">
                  <c:v>5.6</c:v>
                </c:pt>
                <c:pt idx="168">
                  <c:v>5.6</c:v>
                </c:pt>
                <c:pt idx="169">
                  <c:v>5.6</c:v>
                </c:pt>
                <c:pt idx="170">
                  <c:v>5.6</c:v>
                </c:pt>
                <c:pt idx="171">
                  <c:v>5.6</c:v>
                </c:pt>
                <c:pt idx="172">
                  <c:v>5.6</c:v>
                </c:pt>
                <c:pt idx="173">
                  <c:v>5.6</c:v>
                </c:pt>
                <c:pt idx="174">
                  <c:v>5.6</c:v>
                </c:pt>
                <c:pt idx="175">
                  <c:v>5.6</c:v>
                </c:pt>
                <c:pt idx="176">
                  <c:v>5.6</c:v>
                </c:pt>
                <c:pt idx="177">
                  <c:v>5.6</c:v>
                </c:pt>
                <c:pt idx="178">
                  <c:v>5.6</c:v>
                </c:pt>
                <c:pt idx="179">
                  <c:v>5.8</c:v>
                </c:pt>
                <c:pt idx="180">
                  <c:v>5.8</c:v>
                </c:pt>
                <c:pt idx="181">
                  <c:v>6</c:v>
                </c:pt>
                <c:pt idx="182">
                  <c:v>6</c:v>
                </c:pt>
                <c:pt idx="183">
                  <c:v>6</c:v>
                </c:pt>
                <c:pt idx="184">
                  <c:v>6</c:v>
                </c:pt>
                <c:pt idx="185">
                  <c:v>6</c:v>
                </c:pt>
                <c:pt idx="186">
                  <c:v>6</c:v>
                </c:pt>
                <c:pt idx="187">
                  <c:v>6</c:v>
                </c:pt>
                <c:pt idx="188">
                  <c:v>6.4</c:v>
                </c:pt>
                <c:pt idx="189">
                  <c:v>6.4</c:v>
                </c:pt>
                <c:pt idx="190">
                  <c:v>6.4</c:v>
                </c:pt>
                <c:pt idx="191">
                  <c:v>6.4</c:v>
                </c:pt>
                <c:pt idx="192">
                  <c:v>6.4</c:v>
                </c:pt>
                <c:pt idx="193">
                  <c:v>6.4</c:v>
                </c:pt>
                <c:pt idx="194">
                  <c:v>6.4</c:v>
                </c:pt>
                <c:pt idx="195">
                  <c:v>6.4</c:v>
                </c:pt>
                <c:pt idx="196">
                  <c:v>6.4</c:v>
                </c:pt>
                <c:pt idx="197">
                  <c:v>6.4</c:v>
                </c:pt>
                <c:pt idx="198">
                  <c:v>6.4</c:v>
                </c:pt>
                <c:pt idx="199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B36-4D89-8F34-2AEF5B332151}"/>
            </c:ext>
          </c:extLst>
        </c:ser>
        <c:ser>
          <c:idx val="5"/>
          <c:order val="5"/>
          <c:tx>
            <c:strRef>
              <c:f>save1!$EZ$406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save1!$EZ$407:$EZ$606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1.2</c:v>
                </c:pt>
                <c:pt idx="4">
                  <c:v>1.4</c:v>
                </c:pt>
                <c:pt idx="5">
                  <c:v>1.6</c:v>
                </c:pt>
                <c:pt idx="6">
                  <c:v>1.8</c:v>
                </c:pt>
                <c:pt idx="7">
                  <c:v>2.4</c:v>
                </c:pt>
                <c:pt idx="8">
                  <c:v>2.8</c:v>
                </c:pt>
                <c:pt idx="9">
                  <c:v>3.2</c:v>
                </c:pt>
                <c:pt idx="10">
                  <c:v>3.6</c:v>
                </c:pt>
                <c:pt idx="11">
                  <c:v>3.8</c:v>
                </c:pt>
                <c:pt idx="12">
                  <c:v>4</c:v>
                </c:pt>
                <c:pt idx="13">
                  <c:v>4.5999999999999996</c:v>
                </c:pt>
                <c:pt idx="14">
                  <c:v>5.2</c:v>
                </c:pt>
                <c:pt idx="15">
                  <c:v>5.6</c:v>
                </c:pt>
                <c:pt idx="16">
                  <c:v>6</c:v>
                </c:pt>
                <c:pt idx="17">
                  <c:v>6.2</c:v>
                </c:pt>
                <c:pt idx="18">
                  <c:v>6.4</c:v>
                </c:pt>
                <c:pt idx="19">
                  <c:v>6.6</c:v>
                </c:pt>
                <c:pt idx="20">
                  <c:v>6.8</c:v>
                </c:pt>
                <c:pt idx="21">
                  <c:v>6.8</c:v>
                </c:pt>
                <c:pt idx="22">
                  <c:v>7.2</c:v>
                </c:pt>
                <c:pt idx="23">
                  <c:v>7.4</c:v>
                </c:pt>
                <c:pt idx="24">
                  <c:v>7.8</c:v>
                </c:pt>
                <c:pt idx="25">
                  <c:v>8</c:v>
                </c:pt>
                <c:pt idx="26">
                  <c:v>8.4</c:v>
                </c:pt>
                <c:pt idx="27">
                  <c:v>8.8000000000000007</c:v>
                </c:pt>
                <c:pt idx="28">
                  <c:v>9.6</c:v>
                </c:pt>
                <c:pt idx="29">
                  <c:v>10.4</c:v>
                </c:pt>
                <c:pt idx="30">
                  <c:v>10.6</c:v>
                </c:pt>
                <c:pt idx="31">
                  <c:v>10.6</c:v>
                </c:pt>
                <c:pt idx="32">
                  <c:v>11</c:v>
                </c:pt>
                <c:pt idx="33">
                  <c:v>11.4</c:v>
                </c:pt>
                <c:pt idx="34">
                  <c:v>11.6</c:v>
                </c:pt>
                <c:pt idx="35">
                  <c:v>11.6</c:v>
                </c:pt>
                <c:pt idx="36">
                  <c:v>12.2</c:v>
                </c:pt>
                <c:pt idx="37">
                  <c:v>12.8</c:v>
                </c:pt>
                <c:pt idx="38">
                  <c:v>13</c:v>
                </c:pt>
                <c:pt idx="39">
                  <c:v>13.6</c:v>
                </c:pt>
                <c:pt idx="40">
                  <c:v>13.8</c:v>
                </c:pt>
                <c:pt idx="41">
                  <c:v>14.2</c:v>
                </c:pt>
                <c:pt idx="42">
                  <c:v>14.4</c:v>
                </c:pt>
                <c:pt idx="43">
                  <c:v>15</c:v>
                </c:pt>
                <c:pt idx="44">
                  <c:v>15.2</c:v>
                </c:pt>
                <c:pt idx="45">
                  <c:v>15.6</c:v>
                </c:pt>
                <c:pt idx="46">
                  <c:v>16</c:v>
                </c:pt>
                <c:pt idx="47">
                  <c:v>16.399999999999999</c:v>
                </c:pt>
                <c:pt idx="48">
                  <c:v>16.600000000000001</c:v>
                </c:pt>
                <c:pt idx="49">
                  <c:v>17</c:v>
                </c:pt>
                <c:pt idx="50">
                  <c:v>17.2</c:v>
                </c:pt>
                <c:pt idx="51">
                  <c:v>17.399999999999999</c:v>
                </c:pt>
                <c:pt idx="52">
                  <c:v>17.600000000000001</c:v>
                </c:pt>
                <c:pt idx="53">
                  <c:v>17.600000000000001</c:v>
                </c:pt>
                <c:pt idx="54">
                  <c:v>18.2</c:v>
                </c:pt>
                <c:pt idx="55">
                  <c:v>18.600000000000001</c:v>
                </c:pt>
                <c:pt idx="56">
                  <c:v>19</c:v>
                </c:pt>
                <c:pt idx="57">
                  <c:v>19.399999999999999</c:v>
                </c:pt>
                <c:pt idx="58">
                  <c:v>19.600000000000001</c:v>
                </c:pt>
                <c:pt idx="59">
                  <c:v>19.8</c:v>
                </c:pt>
                <c:pt idx="60">
                  <c:v>20.2</c:v>
                </c:pt>
                <c:pt idx="61">
                  <c:v>20.399999999999999</c:v>
                </c:pt>
                <c:pt idx="62">
                  <c:v>21</c:v>
                </c:pt>
                <c:pt idx="63">
                  <c:v>21</c:v>
                </c:pt>
                <c:pt idx="64">
                  <c:v>21.4</c:v>
                </c:pt>
                <c:pt idx="65">
                  <c:v>21.8</c:v>
                </c:pt>
                <c:pt idx="66">
                  <c:v>22</c:v>
                </c:pt>
                <c:pt idx="67">
                  <c:v>22.2</c:v>
                </c:pt>
                <c:pt idx="68">
                  <c:v>22.8</c:v>
                </c:pt>
                <c:pt idx="69">
                  <c:v>23.2</c:v>
                </c:pt>
                <c:pt idx="70">
                  <c:v>23.6</c:v>
                </c:pt>
                <c:pt idx="71">
                  <c:v>24</c:v>
                </c:pt>
                <c:pt idx="72">
                  <c:v>25</c:v>
                </c:pt>
                <c:pt idx="73">
                  <c:v>25.2</c:v>
                </c:pt>
                <c:pt idx="74">
                  <c:v>25.8</c:v>
                </c:pt>
                <c:pt idx="75">
                  <c:v>26</c:v>
                </c:pt>
                <c:pt idx="76">
                  <c:v>26.4</c:v>
                </c:pt>
                <c:pt idx="77">
                  <c:v>26.8</c:v>
                </c:pt>
                <c:pt idx="78">
                  <c:v>27</c:v>
                </c:pt>
                <c:pt idx="79">
                  <c:v>27.4</c:v>
                </c:pt>
                <c:pt idx="80">
                  <c:v>27.8</c:v>
                </c:pt>
                <c:pt idx="81">
                  <c:v>28</c:v>
                </c:pt>
                <c:pt idx="82">
                  <c:v>28.4</c:v>
                </c:pt>
                <c:pt idx="83">
                  <c:v>28.6</c:v>
                </c:pt>
                <c:pt idx="84">
                  <c:v>29.2</c:v>
                </c:pt>
                <c:pt idx="85">
                  <c:v>29.2</c:v>
                </c:pt>
                <c:pt idx="86">
                  <c:v>29.6</c:v>
                </c:pt>
                <c:pt idx="87">
                  <c:v>30</c:v>
                </c:pt>
                <c:pt idx="88">
                  <c:v>30.4</c:v>
                </c:pt>
                <c:pt idx="89">
                  <c:v>30.6</c:v>
                </c:pt>
                <c:pt idx="90">
                  <c:v>30.8</c:v>
                </c:pt>
                <c:pt idx="91">
                  <c:v>31</c:v>
                </c:pt>
                <c:pt idx="92">
                  <c:v>31.4</c:v>
                </c:pt>
                <c:pt idx="93">
                  <c:v>31.6</c:v>
                </c:pt>
                <c:pt idx="94">
                  <c:v>32</c:v>
                </c:pt>
                <c:pt idx="95">
                  <c:v>32.4</c:v>
                </c:pt>
                <c:pt idx="96">
                  <c:v>32.6</c:v>
                </c:pt>
                <c:pt idx="97">
                  <c:v>32.799999999999997</c:v>
                </c:pt>
                <c:pt idx="98">
                  <c:v>33</c:v>
                </c:pt>
                <c:pt idx="99">
                  <c:v>33.6</c:v>
                </c:pt>
                <c:pt idx="100">
                  <c:v>34</c:v>
                </c:pt>
                <c:pt idx="101">
                  <c:v>34.6</c:v>
                </c:pt>
                <c:pt idx="102">
                  <c:v>35</c:v>
                </c:pt>
                <c:pt idx="103">
                  <c:v>35.4</c:v>
                </c:pt>
                <c:pt idx="104">
                  <c:v>35.4</c:v>
                </c:pt>
                <c:pt idx="105">
                  <c:v>36</c:v>
                </c:pt>
                <c:pt idx="106">
                  <c:v>36.200000000000003</c:v>
                </c:pt>
                <c:pt idx="107">
                  <c:v>37</c:v>
                </c:pt>
                <c:pt idx="108">
                  <c:v>37.6</c:v>
                </c:pt>
                <c:pt idx="109">
                  <c:v>38</c:v>
                </c:pt>
                <c:pt idx="110">
                  <c:v>38.799999999999997</c:v>
                </c:pt>
                <c:pt idx="111">
                  <c:v>39.4</c:v>
                </c:pt>
                <c:pt idx="112">
                  <c:v>40</c:v>
                </c:pt>
                <c:pt idx="113">
                  <c:v>40.4</c:v>
                </c:pt>
                <c:pt idx="114">
                  <c:v>41</c:v>
                </c:pt>
                <c:pt idx="115">
                  <c:v>41</c:v>
                </c:pt>
                <c:pt idx="116">
                  <c:v>41</c:v>
                </c:pt>
                <c:pt idx="117">
                  <c:v>41.2</c:v>
                </c:pt>
                <c:pt idx="118">
                  <c:v>41.6</c:v>
                </c:pt>
                <c:pt idx="119">
                  <c:v>41.8</c:v>
                </c:pt>
                <c:pt idx="120">
                  <c:v>42</c:v>
                </c:pt>
                <c:pt idx="121">
                  <c:v>42.2</c:v>
                </c:pt>
                <c:pt idx="122">
                  <c:v>42.2</c:v>
                </c:pt>
                <c:pt idx="123">
                  <c:v>42.4</c:v>
                </c:pt>
                <c:pt idx="124">
                  <c:v>42.6</c:v>
                </c:pt>
                <c:pt idx="125">
                  <c:v>43.2</c:v>
                </c:pt>
                <c:pt idx="126">
                  <c:v>43.4</c:v>
                </c:pt>
                <c:pt idx="127">
                  <c:v>43.6</c:v>
                </c:pt>
                <c:pt idx="128">
                  <c:v>44</c:v>
                </c:pt>
                <c:pt idx="129">
                  <c:v>44</c:v>
                </c:pt>
                <c:pt idx="130">
                  <c:v>45</c:v>
                </c:pt>
                <c:pt idx="131">
                  <c:v>46</c:v>
                </c:pt>
                <c:pt idx="132">
                  <c:v>46.4</c:v>
                </c:pt>
                <c:pt idx="133">
                  <c:v>46.8</c:v>
                </c:pt>
                <c:pt idx="134">
                  <c:v>47.4</c:v>
                </c:pt>
                <c:pt idx="135">
                  <c:v>47.8</c:v>
                </c:pt>
                <c:pt idx="136">
                  <c:v>47.8</c:v>
                </c:pt>
                <c:pt idx="137">
                  <c:v>48</c:v>
                </c:pt>
                <c:pt idx="138">
                  <c:v>48.6</c:v>
                </c:pt>
                <c:pt idx="139">
                  <c:v>49</c:v>
                </c:pt>
                <c:pt idx="140">
                  <c:v>49.2</c:v>
                </c:pt>
                <c:pt idx="141">
                  <c:v>50</c:v>
                </c:pt>
                <c:pt idx="142">
                  <c:v>50.2</c:v>
                </c:pt>
                <c:pt idx="143">
                  <c:v>50.4</c:v>
                </c:pt>
                <c:pt idx="144">
                  <c:v>50.6</c:v>
                </c:pt>
                <c:pt idx="145">
                  <c:v>51</c:v>
                </c:pt>
                <c:pt idx="146">
                  <c:v>51.4</c:v>
                </c:pt>
                <c:pt idx="147">
                  <c:v>52</c:v>
                </c:pt>
                <c:pt idx="148">
                  <c:v>52</c:v>
                </c:pt>
                <c:pt idx="149">
                  <c:v>52.2</c:v>
                </c:pt>
                <c:pt idx="150">
                  <c:v>52.6</c:v>
                </c:pt>
                <c:pt idx="151">
                  <c:v>52.8</c:v>
                </c:pt>
                <c:pt idx="152">
                  <c:v>52.8</c:v>
                </c:pt>
                <c:pt idx="153">
                  <c:v>53.4</c:v>
                </c:pt>
                <c:pt idx="154">
                  <c:v>53.4</c:v>
                </c:pt>
                <c:pt idx="155">
                  <c:v>54</c:v>
                </c:pt>
                <c:pt idx="156">
                  <c:v>54.6</c:v>
                </c:pt>
                <c:pt idx="157">
                  <c:v>55</c:v>
                </c:pt>
                <c:pt idx="158">
                  <c:v>55.4</c:v>
                </c:pt>
                <c:pt idx="159">
                  <c:v>55.4</c:v>
                </c:pt>
                <c:pt idx="160">
                  <c:v>56.2</c:v>
                </c:pt>
                <c:pt idx="161">
                  <c:v>56.8</c:v>
                </c:pt>
                <c:pt idx="162">
                  <c:v>57.4</c:v>
                </c:pt>
                <c:pt idx="163">
                  <c:v>57.8</c:v>
                </c:pt>
                <c:pt idx="164">
                  <c:v>58.2</c:v>
                </c:pt>
                <c:pt idx="165">
                  <c:v>58.6</c:v>
                </c:pt>
                <c:pt idx="166">
                  <c:v>59</c:v>
                </c:pt>
                <c:pt idx="167">
                  <c:v>59.4</c:v>
                </c:pt>
                <c:pt idx="168">
                  <c:v>60</c:v>
                </c:pt>
                <c:pt idx="169">
                  <c:v>60.4</c:v>
                </c:pt>
                <c:pt idx="170">
                  <c:v>60.8</c:v>
                </c:pt>
                <c:pt idx="171">
                  <c:v>61</c:v>
                </c:pt>
                <c:pt idx="172">
                  <c:v>61.4</c:v>
                </c:pt>
                <c:pt idx="173">
                  <c:v>61.8</c:v>
                </c:pt>
                <c:pt idx="174">
                  <c:v>62</c:v>
                </c:pt>
                <c:pt idx="175">
                  <c:v>62</c:v>
                </c:pt>
                <c:pt idx="176">
                  <c:v>62.6</c:v>
                </c:pt>
                <c:pt idx="177">
                  <c:v>62.8</c:v>
                </c:pt>
                <c:pt idx="178">
                  <c:v>63</c:v>
                </c:pt>
                <c:pt idx="179">
                  <c:v>63.6</c:v>
                </c:pt>
                <c:pt idx="180">
                  <c:v>64.2</c:v>
                </c:pt>
                <c:pt idx="181">
                  <c:v>64.599999999999994</c:v>
                </c:pt>
                <c:pt idx="182">
                  <c:v>64.8</c:v>
                </c:pt>
                <c:pt idx="183">
                  <c:v>65.400000000000006</c:v>
                </c:pt>
                <c:pt idx="184">
                  <c:v>65.8</c:v>
                </c:pt>
                <c:pt idx="185">
                  <c:v>65.8</c:v>
                </c:pt>
                <c:pt idx="186">
                  <c:v>66.2</c:v>
                </c:pt>
                <c:pt idx="187">
                  <c:v>66.400000000000006</c:v>
                </c:pt>
                <c:pt idx="188">
                  <c:v>66.8</c:v>
                </c:pt>
                <c:pt idx="189">
                  <c:v>67</c:v>
                </c:pt>
                <c:pt idx="190">
                  <c:v>67.2</c:v>
                </c:pt>
                <c:pt idx="191">
                  <c:v>67.599999999999994</c:v>
                </c:pt>
                <c:pt idx="192">
                  <c:v>67.599999999999994</c:v>
                </c:pt>
                <c:pt idx="193">
                  <c:v>67.599999999999994</c:v>
                </c:pt>
                <c:pt idx="194">
                  <c:v>68.2</c:v>
                </c:pt>
                <c:pt idx="195">
                  <c:v>68.2</c:v>
                </c:pt>
                <c:pt idx="196">
                  <c:v>68.400000000000006</c:v>
                </c:pt>
                <c:pt idx="197">
                  <c:v>68.599999999999994</c:v>
                </c:pt>
                <c:pt idx="198">
                  <c:v>69</c:v>
                </c:pt>
                <c:pt idx="199">
                  <c:v>69.599999999999994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B36-4D89-8F34-2AEF5B332151}"/>
            </c:ext>
          </c:extLst>
        </c:ser>
        <c:ser>
          <c:idx val="6"/>
          <c:order val="6"/>
          <c:tx>
            <c:strRef>
              <c:f>save1!$FA$406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save1!$FA$407:$FA$606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0.6</c:v>
                </c:pt>
                <c:pt idx="26">
                  <c:v>0.6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2.4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2.6</c:v>
                </c:pt>
                <c:pt idx="65">
                  <c:v>2.6</c:v>
                </c:pt>
                <c:pt idx="66">
                  <c:v>2.6</c:v>
                </c:pt>
                <c:pt idx="67">
                  <c:v>2.6</c:v>
                </c:pt>
                <c:pt idx="68">
                  <c:v>2.6</c:v>
                </c:pt>
                <c:pt idx="69">
                  <c:v>2.8</c:v>
                </c:pt>
                <c:pt idx="70">
                  <c:v>2.8</c:v>
                </c:pt>
                <c:pt idx="71">
                  <c:v>2.8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3.4</c:v>
                </c:pt>
                <c:pt idx="99">
                  <c:v>3.4</c:v>
                </c:pt>
                <c:pt idx="100">
                  <c:v>3.4</c:v>
                </c:pt>
                <c:pt idx="101">
                  <c:v>3.4</c:v>
                </c:pt>
                <c:pt idx="102">
                  <c:v>3.4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3.8</c:v>
                </c:pt>
                <c:pt idx="118">
                  <c:v>3.8</c:v>
                </c:pt>
                <c:pt idx="119">
                  <c:v>4</c:v>
                </c:pt>
                <c:pt idx="120">
                  <c:v>4.2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4.2</c:v>
                </c:pt>
                <c:pt idx="125">
                  <c:v>4.2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4.4000000000000004</c:v>
                </c:pt>
                <c:pt idx="133">
                  <c:v>4.4000000000000004</c:v>
                </c:pt>
                <c:pt idx="134">
                  <c:v>4.4000000000000004</c:v>
                </c:pt>
                <c:pt idx="135">
                  <c:v>4.4000000000000004</c:v>
                </c:pt>
                <c:pt idx="136">
                  <c:v>4.4000000000000004</c:v>
                </c:pt>
                <c:pt idx="137">
                  <c:v>4.4000000000000004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4.4000000000000004</c:v>
                </c:pt>
                <c:pt idx="146">
                  <c:v>4.5999999999999996</c:v>
                </c:pt>
                <c:pt idx="147">
                  <c:v>4.5999999999999996</c:v>
                </c:pt>
                <c:pt idx="148">
                  <c:v>4.5999999999999996</c:v>
                </c:pt>
                <c:pt idx="149">
                  <c:v>4.5999999999999996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4.8</c:v>
                </c:pt>
                <c:pt idx="154">
                  <c:v>5</c:v>
                </c:pt>
                <c:pt idx="155">
                  <c:v>5</c:v>
                </c:pt>
                <c:pt idx="156">
                  <c:v>5.2</c:v>
                </c:pt>
                <c:pt idx="157">
                  <c:v>5.4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5.6</c:v>
                </c:pt>
                <c:pt idx="162">
                  <c:v>5.6</c:v>
                </c:pt>
                <c:pt idx="163">
                  <c:v>5.8</c:v>
                </c:pt>
                <c:pt idx="164">
                  <c:v>5.8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6.2</c:v>
                </c:pt>
                <c:pt idx="171">
                  <c:v>6.2</c:v>
                </c:pt>
                <c:pt idx="172">
                  <c:v>6.4</c:v>
                </c:pt>
                <c:pt idx="173">
                  <c:v>6.4</c:v>
                </c:pt>
                <c:pt idx="174">
                  <c:v>6.4</c:v>
                </c:pt>
                <c:pt idx="175">
                  <c:v>6.4</c:v>
                </c:pt>
                <c:pt idx="176">
                  <c:v>6.6</c:v>
                </c:pt>
                <c:pt idx="177">
                  <c:v>6.6</c:v>
                </c:pt>
                <c:pt idx="178">
                  <c:v>6.6</c:v>
                </c:pt>
                <c:pt idx="179">
                  <c:v>6.6</c:v>
                </c:pt>
                <c:pt idx="180">
                  <c:v>6.6</c:v>
                </c:pt>
                <c:pt idx="181">
                  <c:v>6.6</c:v>
                </c:pt>
                <c:pt idx="182">
                  <c:v>6.8</c:v>
                </c:pt>
                <c:pt idx="183">
                  <c:v>6.8</c:v>
                </c:pt>
                <c:pt idx="184">
                  <c:v>6.8</c:v>
                </c:pt>
                <c:pt idx="185">
                  <c:v>7</c:v>
                </c:pt>
                <c:pt idx="186">
                  <c:v>8.1999999999999993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8.6</c:v>
                </c:pt>
                <c:pt idx="191">
                  <c:v>8.6</c:v>
                </c:pt>
                <c:pt idx="192">
                  <c:v>8.8000000000000007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9</c:v>
                </c:pt>
                <c:pt idx="19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B36-4D89-8F34-2AEF5B332151}"/>
            </c:ext>
          </c:extLst>
        </c:ser>
        <c:ser>
          <c:idx val="7"/>
          <c:order val="7"/>
          <c:tx>
            <c:strRef>
              <c:f>save1!$FB$406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save1!$FB$407:$FB$606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0.4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0.6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0.8</c:v>
                </c:pt>
                <c:pt idx="88">
                  <c:v>0.8</c:v>
                </c:pt>
                <c:pt idx="89">
                  <c:v>0.8</c:v>
                </c:pt>
                <c:pt idx="90">
                  <c:v>0.8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1.4</c:v>
                </c:pt>
                <c:pt idx="110">
                  <c:v>1.4</c:v>
                </c:pt>
                <c:pt idx="111">
                  <c:v>1.4</c:v>
                </c:pt>
                <c:pt idx="112">
                  <c:v>1.4</c:v>
                </c:pt>
                <c:pt idx="113">
                  <c:v>1.4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1.6</c:v>
                </c:pt>
                <c:pt idx="123">
                  <c:v>1.6</c:v>
                </c:pt>
                <c:pt idx="124">
                  <c:v>1.6</c:v>
                </c:pt>
                <c:pt idx="125">
                  <c:v>1.6</c:v>
                </c:pt>
                <c:pt idx="126">
                  <c:v>1.6</c:v>
                </c:pt>
                <c:pt idx="127">
                  <c:v>1.6</c:v>
                </c:pt>
                <c:pt idx="128">
                  <c:v>1.6</c:v>
                </c:pt>
                <c:pt idx="129">
                  <c:v>1.6</c:v>
                </c:pt>
                <c:pt idx="130">
                  <c:v>1.6</c:v>
                </c:pt>
                <c:pt idx="131">
                  <c:v>1.6</c:v>
                </c:pt>
                <c:pt idx="132">
                  <c:v>1.6</c:v>
                </c:pt>
                <c:pt idx="133">
                  <c:v>1.6</c:v>
                </c:pt>
                <c:pt idx="134">
                  <c:v>1.6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1.6</c:v>
                </c:pt>
                <c:pt idx="140">
                  <c:v>1.6</c:v>
                </c:pt>
                <c:pt idx="141">
                  <c:v>1.6</c:v>
                </c:pt>
                <c:pt idx="142">
                  <c:v>1.6</c:v>
                </c:pt>
                <c:pt idx="143">
                  <c:v>1.6</c:v>
                </c:pt>
                <c:pt idx="144">
                  <c:v>1.6</c:v>
                </c:pt>
                <c:pt idx="145">
                  <c:v>1.6</c:v>
                </c:pt>
                <c:pt idx="146">
                  <c:v>1.6</c:v>
                </c:pt>
                <c:pt idx="147">
                  <c:v>1.6</c:v>
                </c:pt>
                <c:pt idx="148">
                  <c:v>1.6</c:v>
                </c:pt>
                <c:pt idx="149">
                  <c:v>1.6</c:v>
                </c:pt>
                <c:pt idx="150">
                  <c:v>1.6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1.6</c:v>
                </c:pt>
                <c:pt idx="191">
                  <c:v>1.6</c:v>
                </c:pt>
                <c:pt idx="192">
                  <c:v>1.6</c:v>
                </c:pt>
                <c:pt idx="193">
                  <c:v>1.6</c:v>
                </c:pt>
                <c:pt idx="194">
                  <c:v>1.6</c:v>
                </c:pt>
                <c:pt idx="195">
                  <c:v>1.6</c:v>
                </c:pt>
                <c:pt idx="196">
                  <c:v>1.6</c:v>
                </c:pt>
                <c:pt idx="197">
                  <c:v>1.6</c:v>
                </c:pt>
                <c:pt idx="198">
                  <c:v>1.6</c:v>
                </c:pt>
                <c:pt idx="199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EB36-4D89-8F34-2AEF5B332151}"/>
            </c:ext>
          </c:extLst>
        </c:ser>
        <c:ser>
          <c:idx val="8"/>
          <c:order val="8"/>
          <c:tx>
            <c:strRef>
              <c:f>save1!$FC$406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save1!$FC$407:$FC$606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0.4</c:v>
                </c:pt>
                <c:pt idx="136">
                  <c:v>0.4</c:v>
                </c:pt>
                <c:pt idx="137">
                  <c:v>0.4</c:v>
                </c:pt>
                <c:pt idx="138">
                  <c:v>0.4</c:v>
                </c:pt>
                <c:pt idx="139">
                  <c:v>0.4</c:v>
                </c:pt>
                <c:pt idx="140">
                  <c:v>0.4</c:v>
                </c:pt>
                <c:pt idx="141">
                  <c:v>0.4</c:v>
                </c:pt>
                <c:pt idx="142">
                  <c:v>0.4</c:v>
                </c:pt>
                <c:pt idx="143">
                  <c:v>0.4</c:v>
                </c:pt>
                <c:pt idx="144">
                  <c:v>0.4</c:v>
                </c:pt>
                <c:pt idx="145">
                  <c:v>0.4</c:v>
                </c:pt>
                <c:pt idx="146">
                  <c:v>0.4</c:v>
                </c:pt>
                <c:pt idx="147">
                  <c:v>0.4</c:v>
                </c:pt>
                <c:pt idx="148">
                  <c:v>0.4</c:v>
                </c:pt>
                <c:pt idx="149">
                  <c:v>0.4</c:v>
                </c:pt>
                <c:pt idx="150">
                  <c:v>0.4</c:v>
                </c:pt>
                <c:pt idx="151">
                  <c:v>0.4</c:v>
                </c:pt>
                <c:pt idx="152">
                  <c:v>0.4</c:v>
                </c:pt>
                <c:pt idx="153">
                  <c:v>0.4</c:v>
                </c:pt>
                <c:pt idx="154">
                  <c:v>0.4</c:v>
                </c:pt>
                <c:pt idx="155">
                  <c:v>0.4</c:v>
                </c:pt>
                <c:pt idx="156">
                  <c:v>0.4</c:v>
                </c:pt>
                <c:pt idx="157">
                  <c:v>0.4</c:v>
                </c:pt>
                <c:pt idx="158">
                  <c:v>0.4</c:v>
                </c:pt>
                <c:pt idx="159">
                  <c:v>0.4</c:v>
                </c:pt>
                <c:pt idx="160">
                  <c:v>0.4</c:v>
                </c:pt>
                <c:pt idx="161">
                  <c:v>0.4</c:v>
                </c:pt>
                <c:pt idx="162">
                  <c:v>0.4</c:v>
                </c:pt>
                <c:pt idx="163">
                  <c:v>0.4</c:v>
                </c:pt>
                <c:pt idx="164">
                  <c:v>0.4</c:v>
                </c:pt>
                <c:pt idx="165">
                  <c:v>0.4</c:v>
                </c:pt>
                <c:pt idx="166">
                  <c:v>0.4</c:v>
                </c:pt>
                <c:pt idx="167">
                  <c:v>0.4</c:v>
                </c:pt>
                <c:pt idx="168">
                  <c:v>0.4</c:v>
                </c:pt>
                <c:pt idx="169">
                  <c:v>0.4</c:v>
                </c:pt>
                <c:pt idx="170">
                  <c:v>0.4</c:v>
                </c:pt>
                <c:pt idx="171">
                  <c:v>0.4</c:v>
                </c:pt>
                <c:pt idx="172">
                  <c:v>0.4</c:v>
                </c:pt>
                <c:pt idx="173">
                  <c:v>0.4</c:v>
                </c:pt>
                <c:pt idx="174">
                  <c:v>0.4</c:v>
                </c:pt>
                <c:pt idx="175">
                  <c:v>0.4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EB36-4D89-8F34-2AEF5B332151}"/>
            </c:ext>
          </c:extLst>
        </c:ser>
        <c:ser>
          <c:idx val="9"/>
          <c:order val="9"/>
          <c:tx>
            <c:strRef>
              <c:f>save1!$FD$406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save1!$FD$407:$FD$606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1.4</c:v>
                </c:pt>
                <c:pt idx="35">
                  <c:v>1.4</c:v>
                </c:pt>
                <c:pt idx="36">
                  <c:v>1.6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2.4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3.2</c:v>
                </c:pt>
                <c:pt idx="85">
                  <c:v>3.2</c:v>
                </c:pt>
                <c:pt idx="86">
                  <c:v>3.4</c:v>
                </c:pt>
                <c:pt idx="87">
                  <c:v>3.4</c:v>
                </c:pt>
                <c:pt idx="88">
                  <c:v>3.6</c:v>
                </c:pt>
                <c:pt idx="89">
                  <c:v>3.6</c:v>
                </c:pt>
                <c:pt idx="90">
                  <c:v>3.6</c:v>
                </c:pt>
                <c:pt idx="91">
                  <c:v>3.8</c:v>
                </c:pt>
                <c:pt idx="92">
                  <c:v>3.8</c:v>
                </c:pt>
                <c:pt idx="93">
                  <c:v>3.8</c:v>
                </c:pt>
                <c:pt idx="94">
                  <c:v>3.8</c:v>
                </c:pt>
                <c:pt idx="95">
                  <c:v>3.8</c:v>
                </c:pt>
                <c:pt idx="96">
                  <c:v>3.8</c:v>
                </c:pt>
                <c:pt idx="97">
                  <c:v>3.8</c:v>
                </c:pt>
                <c:pt idx="98">
                  <c:v>3.8</c:v>
                </c:pt>
                <c:pt idx="99">
                  <c:v>3.8</c:v>
                </c:pt>
                <c:pt idx="100">
                  <c:v>3.8</c:v>
                </c:pt>
                <c:pt idx="101">
                  <c:v>4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4.2</c:v>
                </c:pt>
                <c:pt idx="106">
                  <c:v>4.2</c:v>
                </c:pt>
                <c:pt idx="107">
                  <c:v>4.2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4.5999999999999996</c:v>
                </c:pt>
                <c:pt idx="111">
                  <c:v>4.8</c:v>
                </c:pt>
                <c:pt idx="112">
                  <c:v>4.8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5.2</c:v>
                </c:pt>
                <c:pt idx="125">
                  <c:v>5.6</c:v>
                </c:pt>
                <c:pt idx="126">
                  <c:v>5.6</c:v>
                </c:pt>
                <c:pt idx="127">
                  <c:v>5.6</c:v>
                </c:pt>
                <c:pt idx="128">
                  <c:v>5.8</c:v>
                </c:pt>
                <c:pt idx="129">
                  <c:v>5.8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6.2</c:v>
                </c:pt>
                <c:pt idx="135">
                  <c:v>6.2</c:v>
                </c:pt>
                <c:pt idx="136">
                  <c:v>6.2</c:v>
                </c:pt>
                <c:pt idx="137">
                  <c:v>6.4</c:v>
                </c:pt>
                <c:pt idx="138">
                  <c:v>6.4</c:v>
                </c:pt>
                <c:pt idx="139">
                  <c:v>6.6</c:v>
                </c:pt>
                <c:pt idx="140">
                  <c:v>6.6</c:v>
                </c:pt>
                <c:pt idx="141">
                  <c:v>6.8</c:v>
                </c:pt>
                <c:pt idx="142">
                  <c:v>6.8</c:v>
                </c:pt>
                <c:pt idx="143">
                  <c:v>6.8</c:v>
                </c:pt>
                <c:pt idx="144">
                  <c:v>6.8</c:v>
                </c:pt>
                <c:pt idx="145">
                  <c:v>6.8</c:v>
                </c:pt>
                <c:pt idx="146">
                  <c:v>6.8</c:v>
                </c:pt>
                <c:pt idx="147">
                  <c:v>6.8</c:v>
                </c:pt>
                <c:pt idx="148">
                  <c:v>6.8</c:v>
                </c:pt>
                <c:pt idx="149">
                  <c:v>6.8</c:v>
                </c:pt>
                <c:pt idx="150">
                  <c:v>6.8</c:v>
                </c:pt>
                <c:pt idx="151">
                  <c:v>6.8</c:v>
                </c:pt>
                <c:pt idx="152">
                  <c:v>6.8</c:v>
                </c:pt>
                <c:pt idx="153">
                  <c:v>6.8</c:v>
                </c:pt>
                <c:pt idx="154">
                  <c:v>6.8</c:v>
                </c:pt>
                <c:pt idx="155">
                  <c:v>6.8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7</c:v>
                </c:pt>
                <c:pt idx="160">
                  <c:v>7</c:v>
                </c:pt>
                <c:pt idx="161">
                  <c:v>7</c:v>
                </c:pt>
                <c:pt idx="162">
                  <c:v>7</c:v>
                </c:pt>
                <c:pt idx="163">
                  <c:v>7</c:v>
                </c:pt>
                <c:pt idx="164">
                  <c:v>7</c:v>
                </c:pt>
                <c:pt idx="165">
                  <c:v>7</c:v>
                </c:pt>
                <c:pt idx="166">
                  <c:v>7.2</c:v>
                </c:pt>
                <c:pt idx="167">
                  <c:v>7.2</c:v>
                </c:pt>
                <c:pt idx="168">
                  <c:v>7.4</c:v>
                </c:pt>
                <c:pt idx="169">
                  <c:v>7.4</c:v>
                </c:pt>
                <c:pt idx="170">
                  <c:v>7.4</c:v>
                </c:pt>
                <c:pt idx="171">
                  <c:v>7.4</c:v>
                </c:pt>
                <c:pt idx="172">
                  <c:v>7.4</c:v>
                </c:pt>
                <c:pt idx="173">
                  <c:v>7.4</c:v>
                </c:pt>
                <c:pt idx="174">
                  <c:v>7.4</c:v>
                </c:pt>
                <c:pt idx="175">
                  <c:v>7.4</c:v>
                </c:pt>
                <c:pt idx="176">
                  <c:v>7.4</c:v>
                </c:pt>
                <c:pt idx="177">
                  <c:v>7.4</c:v>
                </c:pt>
                <c:pt idx="178">
                  <c:v>7.4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7.4</c:v>
                </c:pt>
                <c:pt idx="189">
                  <c:v>7.4</c:v>
                </c:pt>
                <c:pt idx="190">
                  <c:v>7.4</c:v>
                </c:pt>
                <c:pt idx="191">
                  <c:v>7.4</c:v>
                </c:pt>
                <c:pt idx="192">
                  <c:v>7.4</c:v>
                </c:pt>
                <c:pt idx="193">
                  <c:v>7.4</c:v>
                </c:pt>
                <c:pt idx="194">
                  <c:v>7.4</c:v>
                </c:pt>
                <c:pt idx="195">
                  <c:v>7.4</c:v>
                </c:pt>
                <c:pt idx="196">
                  <c:v>7.4</c:v>
                </c:pt>
                <c:pt idx="197">
                  <c:v>7.4</c:v>
                </c:pt>
                <c:pt idx="198">
                  <c:v>7.6</c:v>
                </c:pt>
                <c:pt idx="199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EB36-4D89-8F34-2AEF5B332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(Paper Clip,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save1!$EC$608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save1!$EC$609:$EC$808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1.2</c:v>
                </c:pt>
                <c:pt idx="8">
                  <c:v>1.2</c:v>
                </c:pt>
                <c:pt idx="9">
                  <c:v>1.4</c:v>
                </c:pt>
                <c:pt idx="10">
                  <c:v>1.6</c:v>
                </c:pt>
                <c:pt idx="11">
                  <c:v>1.8</c:v>
                </c:pt>
                <c:pt idx="12">
                  <c:v>2</c:v>
                </c:pt>
                <c:pt idx="13">
                  <c:v>2.4</c:v>
                </c:pt>
                <c:pt idx="14">
                  <c:v>2.8</c:v>
                </c:pt>
                <c:pt idx="15">
                  <c:v>3.2</c:v>
                </c:pt>
                <c:pt idx="16">
                  <c:v>3.2</c:v>
                </c:pt>
                <c:pt idx="17">
                  <c:v>3.4</c:v>
                </c:pt>
                <c:pt idx="18">
                  <c:v>3.6</c:v>
                </c:pt>
                <c:pt idx="19">
                  <c:v>3.8</c:v>
                </c:pt>
                <c:pt idx="20">
                  <c:v>3.8</c:v>
                </c:pt>
                <c:pt idx="21">
                  <c:v>4</c:v>
                </c:pt>
                <c:pt idx="22">
                  <c:v>4.2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4.4000000000000004</c:v>
                </c:pt>
                <c:pt idx="27">
                  <c:v>4.4000000000000004</c:v>
                </c:pt>
                <c:pt idx="28">
                  <c:v>4.8</c:v>
                </c:pt>
                <c:pt idx="29">
                  <c:v>5.4</c:v>
                </c:pt>
                <c:pt idx="30">
                  <c:v>5.4</c:v>
                </c:pt>
                <c:pt idx="31">
                  <c:v>5.4</c:v>
                </c:pt>
                <c:pt idx="32">
                  <c:v>5.6</c:v>
                </c:pt>
                <c:pt idx="33">
                  <c:v>6.2</c:v>
                </c:pt>
                <c:pt idx="34">
                  <c:v>6.2</c:v>
                </c:pt>
                <c:pt idx="35">
                  <c:v>6.4</c:v>
                </c:pt>
                <c:pt idx="36">
                  <c:v>6.8</c:v>
                </c:pt>
                <c:pt idx="37">
                  <c:v>7</c:v>
                </c:pt>
                <c:pt idx="38">
                  <c:v>7</c:v>
                </c:pt>
                <c:pt idx="39">
                  <c:v>7.4</c:v>
                </c:pt>
                <c:pt idx="40">
                  <c:v>7.4</c:v>
                </c:pt>
                <c:pt idx="41">
                  <c:v>7.6</c:v>
                </c:pt>
                <c:pt idx="42">
                  <c:v>7.6</c:v>
                </c:pt>
                <c:pt idx="43">
                  <c:v>7.8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8.1999999999999993</c:v>
                </c:pt>
                <c:pt idx="48">
                  <c:v>8.4</c:v>
                </c:pt>
                <c:pt idx="49">
                  <c:v>9</c:v>
                </c:pt>
                <c:pt idx="50">
                  <c:v>9.1999999999999993</c:v>
                </c:pt>
                <c:pt idx="51">
                  <c:v>9.4</c:v>
                </c:pt>
                <c:pt idx="52">
                  <c:v>9.6</c:v>
                </c:pt>
                <c:pt idx="53">
                  <c:v>10</c:v>
                </c:pt>
                <c:pt idx="54">
                  <c:v>10</c:v>
                </c:pt>
                <c:pt idx="55">
                  <c:v>10.8</c:v>
                </c:pt>
                <c:pt idx="56">
                  <c:v>11</c:v>
                </c:pt>
                <c:pt idx="57">
                  <c:v>11</c:v>
                </c:pt>
                <c:pt idx="58">
                  <c:v>11.6</c:v>
                </c:pt>
                <c:pt idx="59">
                  <c:v>11.8</c:v>
                </c:pt>
                <c:pt idx="60">
                  <c:v>11.8</c:v>
                </c:pt>
                <c:pt idx="61">
                  <c:v>12</c:v>
                </c:pt>
                <c:pt idx="62">
                  <c:v>12</c:v>
                </c:pt>
                <c:pt idx="63">
                  <c:v>12.4</c:v>
                </c:pt>
                <c:pt idx="64">
                  <c:v>12.4</c:v>
                </c:pt>
                <c:pt idx="65">
                  <c:v>13</c:v>
                </c:pt>
                <c:pt idx="66">
                  <c:v>13</c:v>
                </c:pt>
                <c:pt idx="67">
                  <c:v>13.2</c:v>
                </c:pt>
                <c:pt idx="68">
                  <c:v>13.2</c:v>
                </c:pt>
                <c:pt idx="69">
                  <c:v>13.2</c:v>
                </c:pt>
                <c:pt idx="70">
                  <c:v>13.4</c:v>
                </c:pt>
                <c:pt idx="71">
                  <c:v>13.6</c:v>
                </c:pt>
                <c:pt idx="72">
                  <c:v>13.8</c:v>
                </c:pt>
                <c:pt idx="73">
                  <c:v>13.8</c:v>
                </c:pt>
                <c:pt idx="74">
                  <c:v>13.8</c:v>
                </c:pt>
                <c:pt idx="75">
                  <c:v>14.2</c:v>
                </c:pt>
                <c:pt idx="76">
                  <c:v>14.2</c:v>
                </c:pt>
                <c:pt idx="77">
                  <c:v>14.2</c:v>
                </c:pt>
                <c:pt idx="78">
                  <c:v>14.4</c:v>
                </c:pt>
                <c:pt idx="79">
                  <c:v>14.8</c:v>
                </c:pt>
                <c:pt idx="80">
                  <c:v>14.8</c:v>
                </c:pt>
                <c:pt idx="81">
                  <c:v>15.2</c:v>
                </c:pt>
                <c:pt idx="82">
                  <c:v>15.2</c:v>
                </c:pt>
                <c:pt idx="83">
                  <c:v>15.4</c:v>
                </c:pt>
                <c:pt idx="84">
                  <c:v>15.6</c:v>
                </c:pt>
                <c:pt idx="85">
                  <c:v>16.2</c:v>
                </c:pt>
                <c:pt idx="86">
                  <c:v>16.2</c:v>
                </c:pt>
                <c:pt idx="87">
                  <c:v>16.2</c:v>
                </c:pt>
                <c:pt idx="88">
                  <c:v>16.2</c:v>
                </c:pt>
                <c:pt idx="89">
                  <c:v>16.2</c:v>
                </c:pt>
                <c:pt idx="90">
                  <c:v>16.2</c:v>
                </c:pt>
                <c:pt idx="91">
                  <c:v>16.2</c:v>
                </c:pt>
                <c:pt idx="92">
                  <c:v>16.399999999999999</c:v>
                </c:pt>
                <c:pt idx="93">
                  <c:v>16.600000000000001</c:v>
                </c:pt>
                <c:pt idx="94">
                  <c:v>16.600000000000001</c:v>
                </c:pt>
                <c:pt idx="95">
                  <c:v>16.600000000000001</c:v>
                </c:pt>
                <c:pt idx="96">
                  <c:v>16.8</c:v>
                </c:pt>
                <c:pt idx="97">
                  <c:v>17</c:v>
                </c:pt>
                <c:pt idx="98">
                  <c:v>17</c:v>
                </c:pt>
                <c:pt idx="99">
                  <c:v>17.399999999999999</c:v>
                </c:pt>
                <c:pt idx="100">
                  <c:v>17.399999999999999</c:v>
                </c:pt>
                <c:pt idx="101">
                  <c:v>17.399999999999999</c:v>
                </c:pt>
                <c:pt idx="102">
                  <c:v>17.399999999999999</c:v>
                </c:pt>
                <c:pt idx="103">
                  <c:v>17.399999999999999</c:v>
                </c:pt>
                <c:pt idx="104">
                  <c:v>17.399999999999999</c:v>
                </c:pt>
                <c:pt idx="105">
                  <c:v>17.399999999999999</c:v>
                </c:pt>
                <c:pt idx="106">
                  <c:v>17.399999999999999</c:v>
                </c:pt>
                <c:pt idx="107">
                  <c:v>17.399999999999999</c:v>
                </c:pt>
                <c:pt idx="108">
                  <c:v>17.399999999999999</c:v>
                </c:pt>
                <c:pt idx="109">
                  <c:v>17.8</c:v>
                </c:pt>
                <c:pt idx="110">
                  <c:v>17.8</c:v>
                </c:pt>
                <c:pt idx="111">
                  <c:v>17.8</c:v>
                </c:pt>
                <c:pt idx="112">
                  <c:v>18</c:v>
                </c:pt>
                <c:pt idx="113">
                  <c:v>18.2</c:v>
                </c:pt>
                <c:pt idx="114">
                  <c:v>18.2</c:v>
                </c:pt>
                <c:pt idx="115">
                  <c:v>18.399999999999999</c:v>
                </c:pt>
                <c:pt idx="116">
                  <c:v>18.399999999999999</c:v>
                </c:pt>
                <c:pt idx="117">
                  <c:v>18.399999999999999</c:v>
                </c:pt>
                <c:pt idx="118">
                  <c:v>18.399999999999999</c:v>
                </c:pt>
                <c:pt idx="119">
                  <c:v>19</c:v>
                </c:pt>
                <c:pt idx="120">
                  <c:v>19.2</c:v>
                </c:pt>
                <c:pt idx="121">
                  <c:v>20.399999999999999</c:v>
                </c:pt>
                <c:pt idx="122">
                  <c:v>20.6</c:v>
                </c:pt>
                <c:pt idx="123">
                  <c:v>21</c:v>
                </c:pt>
                <c:pt idx="124">
                  <c:v>21.2</c:v>
                </c:pt>
                <c:pt idx="125">
                  <c:v>21.4</c:v>
                </c:pt>
                <c:pt idx="126">
                  <c:v>21.6</c:v>
                </c:pt>
                <c:pt idx="127">
                  <c:v>21.6</c:v>
                </c:pt>
                <c:pt idx="128">
                  <c:v>21.8</c:v>
                </c:pt>
                <c:pt idx="129">
                  <c:v>22</c:v>
                </c:pt>
                <c:pt idx="130">
                  <c:v>22</c:v>
                </c:pt>
                <c:pt idx="131">
                  <c:v>22.4</c:v>
                </c:pt>
                <c:pt idx="132">
                  <c:v>22.4</c:v>
                </c:pt>
                <c:pt idx="133">
                  <c:v>22.4</c:v>
                </c:pt>
                <c:pt idx="134">
                  <c:v>22.4</c:v>
                </c:pt>
                <c:pt idx="135">
                  <c:v>22.4</c:v>
                </c:pt>
                <c:pt idx="136">
                  <c:v>22.8</c:v>
                </c:pt>
                <c:pt idx="137">
                  <c:v>22.8</c:v>
                </c:pt>
                <c:pt idx="138">
                  <c:v>22.8</c:v>
                </c:pt>
                <c:pt idx="139">
                  <c:v>22.8</c:v>
                </c:pt>
                <c:pt idx="140">
                  <c:v>23</c:v>
                </c:pt>
                <c:pt idx="141">
                  <c:v>23</c:v>
                </c:pt>
                <c:pt idx="142">
                  <c:v>23</c:v>
                </c:pt>
                <c:pt idx="143">
                  <c:v>23.2</c:v>
                </c:pt>
                <c:pt idx="144">
                  <c:v>23.4</c:v>
                </c:pt>
                <c:pt idx="145">
                  <c:v>23.6</c:v>
                </c:pt>
                <c:pt idx="146">
                  <c:v>23.6</c:v>
                </c:pt>
                <c:pt idx="147">
                  <c:v>24</c:v>
                </c:pt>
                <c:pt idx="148">
                  <c:v>24</c:v>
                </c:pt>
                <c:pt idx="149">
                  <c:v>24</c:v>
                </c:pt>
                <c:pt idx="150">
                  <c:v>24.2</c:v>
                </c:pt>
                <c:pt idx="151">
                  <c:v>24.4</c:v>
                </c:pt>
                <c:pt idx="152">
                  <c:v>24.6</c:v>
                </c:pt>
                <c:pt idx="153">
                  <c:v>24.6</c:v>
                </c:pt>
                <c:pt idx="154">
                  <c:v>25</c:v>
                </c:pt>
                <c:pt idx="155">
                  <c:v>25</c:v>
                </c:pt>
                <c:pt idx="156">
                  <c:v>25.8</c:v>
                </c:pt>
                <c:pt idx="157">
                  <c:v>26.2</c:v>
                </c:pt>
                <c:pt idx="158">
                  <c:v>26.4</c:v>
                </c:pt>
                <c:pt idx="159">
                  <c:v>26.4</c:v>
                </c:pt>
                <c:pt idx="160">
                  <c:v>26.4</c:v>
                </c:pt>
                <c:pt idx="161">
                  <c:v>26.4</c:v>
                </c:pt>
                <c:pt idx="162">
                  <c:v>26.8</c:v>
                </c:pt>
                <c:pt idx="163">
                  <c:v>26.8</c:v>
                </c:pt>
                <c:pt idx="164">
                  <c:v>27</c:v>
                </c:pt>
                <c:pt idx="165">
                  <c:v>27.4</c:v>
                </c:pt>
                <c:pt idx="166">
                  <c:v>27.4</c:v>
                </c:pt>
                <c:pt idx="167">
                  <c:v>27.8</c:v>
                </c:pt>
                <c:pt idx="168">
                  <c:v>28</c:v>
                </c:pt>
                <c:pt idx="169">
                  <c:v>28</c:v>
                </c:pt>
                <c:pt idx="170">
                  <c:v>28.2</c:v>
                </c:pt>
                <c:pt idx="171">
                  <c:v>28.2</c:v>
                </c:pt>
                <c:pt idx="172">
                  <c:v>28.2</c:v>
                </c:pt>
                <c:pt idx="173">
                  <c:v>28.2</c:v>
                </c:pt>
                <c:pt idx="174">
                  <c:v>28.2</c:v>
                </c:pt>
                <c:pt idx="175">
                  <c:v>28.6</c:v>
                </c:pt>
                <c:pt idx="176">
                  <c:v>29</c:v>
                </c:pt>
                <c:pt idx="177">
                  <c:v>29.4</c:v>
                </c:pt>
                <c:pt idx="178">
                  <c:v>29.6</c:v>
                </c:pt>
                <c:pt idx="179">
                  <c:v>29.6</c:v>
                </c:pt>
                <c:pt idx="180">
                  <c:v>30</c:v>
                </c:pt>
                <c:pt idx="181">
                  <c:v>30.4</c:v>
                </c:pt>
                <c:pt idx="182">
                  <c:v>31</c:v>
                </c:pt>
                <c:pt idx="183">
                  <c:v>31.2</c:v>
                </c:pt>
                <c:pt idx="184">
                  <c:v>31.6</c:v>
                </c:pt>
                <c:pt idx="185">
                  <c:v>31.6</c:v>
                </c:pt>
                <c:pt idx="186">
                  <c:v>32</c:v>
                </c:pt>
                <c:pt idx="187">
                  <c:v>32.200000000000003</c:v>
                </c:pt>
                <c:pt idx="188">
                  <c:v>32.4</c:v>
                </c:pt>
                <c:pt idx="189">
                  <c:v>32.4</c:v>
                </c:pt>
                <c:pt idx="190">
                  <c:v>32.6</c:v>
                </c:pt>
                <c:pt idx="191">
                  <c:v>32.6</c:v>
                </c:pt>
                <c:pt idx="192">
                  <c:v>32.6</c:v>
                </c:pt>
                <c:pt idx="193">
                  <c:v>32.799999999999997</c:v>
                </c:pt>
                <c:pt idx="194">
                  <c:v>33</c:v>
                </c:pt>
                <c:pt idx="195">
                  <c:v>33.200000000000003</c:v>
                </c:pt>
                <c:pt idx="196">
                  <c:v>33.4</c:v>
                </c:pt>
                <c:pt idx="197">
                  <c:v>33.799999999999997</c:v>
                </c:pt>
                <c:pt idx="198">
                  <c:v>33.799999999999997</c:v>
                </c:pt>
                <c:pt idx="199">
                  <c:v>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35-4481-B0A5-96D47C6B9A6C}"/>
            </c:ext>
          </c:extLst>
        </c:ser>
        <c:ser>
          <c:idx val="1"/>
          <c:order val="1"/>
          <c:tx>
            <c:strRef>
              <c:f>save1!$ED$608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save1!$ED$609:$ED$808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0.4</c:v>
                </c:pt>
                <c:pt idx="4">
                  <c:v>0.4</c:v>
                </c:pt>
                <c:pt idx="5">
                  <c:v>0.6</c:v>
                </c:pt>
                <c:pt idx="6">
                  <c:v>0.6</c:v>
                </c:pt>
                <c:pt idx="7">
                  <c:v>0.8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1.6</c:v>
                </c:pt>
                <c:pt idx="13">
                  <c:v>1.6</c:v>
                </c:pt>
                <c:pt idx="14">
                  <c:v>1.6</c:v>
                </c:pt>
                <c:pt idx="15">
                  <c:v>1.6</c:v>
                </c:pt>
                <c:pt idx="16">
                  <c:v>1.8</c:v>
                </c:pt>
                <c:pt idx="17">
                  <c:v>2.2000000000000002</c:v>
                </c:pt>
                <c:pt idx="18">
                  <c:v>2.4</c:v>
                </c:pt>
                <c:pt idx="19">
                  <c:v>2.6</c:v>
                </c:pt>
                <c:pt idx="20">
                  <c:v>2.8</c:v>
                </c:pt>
                <c:pt idx="21">
                  <c:v>3</c:v>
                </c:pt>
                <c:pt idx="22">
                  <c:v>3.2</c:v>
                </c:pt>
                <c:pt idx="23">
                  <c:v>3.6</c:v>
                </c:pt>
                <c:pt idx="24">
                  <c:v>3.8</c:v>
                </c:pt>
                <c:pt idx="25">
                  <c:v>4.2</c:v>
                </c:pt>
                <c:pt idx="26">
                  <c:v>4.4000000000000004</c:v>
                </c:pt>
                <c:pt idx="27">
                  <c:v>4.8</c:v>
                </c:pt>
                <c:pt idx="28">
                  <c:v>4.8</c:v>
                </c:pt>
                <c:pt idx="29">
                  <c:v>4.8</c:v>
                </c:pt>
                <c:pt idx="30">
                  <c:v>4.8</c:v>
                </c:pt>
                <c:pt idx="31">
                  <c:v>5.2</c:v>
                </c:pt>
                <c:pt idx="32">
                  <c:v>5.4</c:v>
                </c:pt>
                <c:pt idx="33">
                  <c:v>5.6</c:v>
                </c:pt>
                <c:pt idx="34">
                  <c:v>6.4</c:v>
                </c:pt>
                <c:pt idx="35">
                  <c:v>6.4</c:v>
                </c:pt>
                <c:pt idx="36">
                  <c:v>6.6</c:v>
                </c:pt>
                <c:pt idx="37">
                  <c:v>6.8</c:v>
                </c:pt>
                <c:pt idx="38">
                  <c:v>7</c:v>
                </c:pt>
                <c:pt idx="39">
                  <c:v>7</c:v>
                </c:pt>
                <c:pt idx="40">
                  <c:v>7.4</c:v>
                </c:pt>
                <c:pt idx="41">
                  <c:v>7.4</c:v>
                </c:pt>
                <c:pt idx="42">
                  <c:v>7.4</c:v>
                </c:pt>
                <c:pt idx="43">
                  <c:v>7.4</c:v>
                </c:pt>
                <c:pt idx="44">
                  <c:v>7.4</c:v>
                </c:pt>
                <c:pt idx="45">
                  <c:v>7.4</c:v>
                </c:pt>
                <c:pt idx="46">
                  <c:v>7.4</c:v>
                </c:pt>
                <c:pt idx="47">
                  <c:v>7.6</c:v>
                </c:pt>
                <c:pt idx="48">
                  <c:v>7.6</c:v>
                </c:pt>
                <c:pt idx="49">
                  <c:v>7.6</c:v>
                </c:pt>
                <c:pt idx="50">
                  <c:v>7.6</c:v>
                </c:pt>
                <c:pt idx="51">
                  <c:v>8</c:v>
                </c:pt>
                <c:pt idx="52">
                  <c:v>8.1999999999999993</c:v>
                </c:pt>
                <c:pt idx="53">
                  <c:v>8.4</c:v>
                </c:pt>
                <c:pt idx="54">
                  <c:v>8.4</c:v>
                </c:pt>
                <c:pt idx="55">
                  <c:v>8.4</c:v>
                </c:pt>
                <c:pt idx="56">
                  <c:v>8.6</c:v>
                </c:pt>
                <c:pt idx="57">
                  <c:v>8.8000000000000007</c:v>
                </c:pt>
                <c:pt idx="58">
                  <c:v>8.8000000000000007</c:v>
                </c:pt>
                <c:pt idx="59">
                  <c:v>9</c:v>
                </c:pt>
                <c:pt idx="60">
                  <c:v>9</c:v>
                </c:pt>
                <c:pt idx="61">
                  <c:v>9.4</c:v>
                </c:pt>
                <c:pt idx="62">
                  <c:v>10</c:v>
                </c:pt>
                <c:pt idx="63">
                  <c:v>10.199999999999999</c:v>
                </c:pt>
                <c:pt idx="64">
                  <c:v>10.4</c:v>
                </c:pt>
                <c:pt idx="65">
                  <c:v>10.4</c:v>
                </c:pt>
                <c:pt idx="66">
                  <c:v>10.4</c:v>
                </c:pt>
                <c:pt idx="67">
                  <c:v>10.4</c:v>
                </c:pt>
                <c:pt idx="68">
                  <c:v>10.6</c:v>
                </c:pt>
                <c:pt idx="69">
                  <c:v>11</c:v>
                </c:pt>
                <c:pt idx="70">
                  <c:v>11.2</c:v>
                </c:pt>
                <c:pt idx="71">
                  <c:v>11.2</c:v>
                </c:pt>
                <c:pt idx="72">
                  <c:v>11.2</c:v>
                </c:pt>
                <c:pt idx="73">
                  <c:v>11.4</c:v>
                </c:pt>
                <c:pt idx="74">
                  <c:v>11.6</c:v>
                </c:pt>
                <c:pt idx="75">
                  <c:v>11.8</c:v>
                </c:pt>
                <c:pt idx="76">
                  <c:v>12</c:v>
                </c:pt>
                <c:pt idx="77">
                  <c:v>12.2</c:v>
                </c:pt>
                <c:pt idx="78">
                  <c:v>12.2</c:v>
                </c:pt>
                <c:pt idx="79">
                  <c:v>12.2</c:v>
                </c:pt>
                <c:pt idx="80">
                  <c:v>12.2</c:v>
                </c:pt>
                <c:pt idx="81">
                  <c:v>12.6</c:v>
                </c:pt>
                <c:pt idx="82">
                  <c:v>13.2</c:v>
                </c:pt>
                <c:pt idx="83">
                  <c:v>13.6</c:v>
                </c:pt>
                <c:pt idx="84">
                  <c:v>14.2</c:v>
                </c:pt>
                <c:pt idx="85">
                  <c:v>14.2</c:v>
                </c:pt>
                <c:pt idx="86">
                  <c:v>14.4</c:v>
                </c:pt>
                <c:pt idx="87">
                  <c:v>14.4</c:v>
                </c:pt>
                <c:pt idx="88">
                  <c:v>14.6</c:v>
                </c:pt>
                <c:pt idx="89">
                  <c:v>15</c:v>
                </c:pt>
                <c:pt idx="90">
                  <c:v>15.2</c:v>
                </c:pt>
                <c:pt idx="91">
                  <c:v>15.4</c:v>
                </c:pt>
                <c:pt idx="92">
                  <c:v>15.4</c:v>
                </c:pt>
                <c:pt idx="93">
                  <c:v>15.4</c:v>
                </c:pt>
                <c:pt idx="94">
                  <c:v>15.6</c:v>
                </c:pt>
                <c:pt idx="95">
                  <c:v>16</c:v>
                </c:pt>
                <c:pt idx="96">
                  <c:v>16</c:v>
                </c:pt>
                <c:pt idx="97">
                  <c:v>16</c:v>
                </c:pt>
                <c:pt idx="98">
                  <c:v>16.399999999999999</c:v>
                </c:pt>
                <c:pt idx="99">
                  <c:v>16.399999999999999</c:v>
                </c:pt>
                <c:pt idx="100">
                  <c:v>16.399999999999999</c:v>
                </c:pt>
                <c:pt idx="101">
                  <c:v>16.600000000000001</c:v>
                </c:pt>
                <c:pt idx="102">
                  <c:v>16.600000000000001</c:v>
                </c:pt>
                <c:pt idx="103">
                  <c:v>16.8</c:v>
                </c:pt>
                <c:pt idx="104">
                  <c:v>16.8</c:v>
                </c:pt>
                <c:pt idx="105">
                  <c:v>17.2</c:v>
                </c:pt>
                <c:pt idx="106">
                  <c:v>17.2</c:v>
                </c:pt>
                <c:pt idx="107">
                  <c:v>17.399999999999999</c:v>
                </c:pt>
                <c:pt idx="108">
                  <c:v>17.600000000000001</c:v>
                </c:pt>
                <c:pt idx="109">
                  <c:v>17.8</c:v>
                </c:pt>
                <c:pt idx="110">
                  <c:v>17.8</c:v>
                </c:pt>
                <c:pt idx="111">
                  <c:v>18.2</c:v>
                </c:pt>
                <c:pt idx="112">
                  <c:v>18.600000000000001</c:v>
                </c:pt>
                <c:pt idx="113">
                  <c:v>18.8</c:v>
                </c:pt>
                <c:pt idx="114">
                  <c:v>18.8</c:v>
                </c:pt>
                <c:pt idx="115">
                  <c:v>18.8</c:v>
                </c:pt>
                <c:pt idx="116">
                  <c:v>19</c:v>
                </c:pt>
                <c:pt idx="117">
                  <c:v>19</c:v>
                </c:pt>
                <c:pt idx="118">
                  <c:v>19.2</c:v>
                </c:pt>
                <c:pt idx="119">
                  <c:v>19.2</c:v>
                </c:pt>
                <c:pt idx="120">
                  <c:v>19.399999999999999</c:v>
                </c:pt>
                <c:pt idx="121">
                  <c:v>19.399999999999999</c:v>
                </c:pt>
                <c:pt idx="122">
                  <c:v>19.600000000000001</c:v>
                </c:pt>
                <c:pt idx="123">
                  <c:v>19.600000000000001</c:v>
                </c:pt>
                <c:pt idx="124">
                  <c:v>19.600000000000001</c:v>
                </c:pt>
                <c:pt idx="125">
                  <c:v>19.600000000000001</c:v>
                </c:pt>
                <c:pt idx="126">
                  <c:v>19.600000000000001</c:v>
                </c:pt>
                <c:pt idx="127">
                  <c:v>19.8</c:v>
                </c:pt>
                <c:pt idx="128">
                  <c:v>20.2</c:v>
                </c:pt>
                <c:pt idx="129">
                  <c:v>20.2</c:v>
                </c:pt>
                <c:pt idx="130">
                  <c:v>20.399999999999999</c:v>
                </c:pt>
                <c:pt idx="131">
                  <c:v>20.399999999999999</c:v>
                </c:pt>
                <c:pt idx="132">
                  <c:v>20.6</c:v>
                </c:pt>
                <c:pt idx="133">
                  <c:v>20.6</c:v>
                </c:pt>
                <c:pt idx="134">
                  <c:v>20.6</c:v>
                </c:pt>
                <c:pt idx="135">
                  <c:v>21.2</c:v>
                </c:pt>
                <c:pt idx="136">
                  <c:v>21.2</c:v>
                </c:pt>
                <c:pt idx="137">
                  <c:v>21.2</c:v>
                </c:pt>
                <c:pt idx="138">
                  <c:v>21.2</c:v>
                </c:pt>
                <c:pt idx="139">
                  <c:v>21.4</c:v>
                </c:pt>
                <c:pt idx="140">
                  <c:v>21.4</c:v>
                </c:pt>
                <c:pt idx="141">
                  <c:v>21.6</c:v>
                </c:pt>
                <c:pt idx="142">
                  <c:v>22</c:v>
                </c:pt>
                <c:pt idx="143">
                  <c:v>22.6</c:v>
                </c:pt>
                <c:pt idx="144">
                  <c:v>22.8</c:v>
                </c:pt>
                <c:pt idx="145">
                  <c:v>22.8</c:v>
                </c:pt>
                <c:pt idx="146">
                  <c:v>23</c:v>
                </c:pt>
                <c:pt idx="147">
                  <c:v>23</c:v>
                </c:pt>
                <c:pt idx="148">
                  <c:v>23.2</c:v>
                </c:pt>
                <c:pt idx="149">
                  <c:v>23.6</c:v>
                </c:pt>
                <c:pt idx="150">
                  <c:v>23.8</c:v>
                </c:pt>
                <c:pt idx="151">
                  <c:v>23.8</c:v>
                </c:pt>
                <c:pt idx="152">
                  <c:v>24.2</c:v>
                </c:pt>
                <c:pt idx="153">
                  <c:v>24.4</c:v>
                </c:pt>
                <c:pt idx="154">
                  <c:v>24.4</c:v>
                </c:pt>
                <c:pt idx="155">
                  <c:v>24.6</c:v>
                </c:pt>
                <c:pt idx="156">
                  <c:v>24.8</c:v>
                </c:pt>
                <c:pt idx="157">
                  <c:v>24.8</c:v>
                </c:pt>
                <c:pt idx="158">
                  <c:v>24.8</c:v>
                </c:pt>
                <c:pt idx="159">
                  <c:v>25</c:v>
                </c:pt>
                <c:pt idx="160">
                  <c:v>25.2</c:v>
                </c:pt>
                <c:pt idx="161">
                  <c:v>25.4</c:v>
                </c:pt>
                <c:pt idx="162">
                  <c:v>25.4</c:v>
                </c:pt>
                <c:pt idx="163">
                  <c:v>26</c:v>
                </c:pt>
                <c:pt idx="164">
                  <c:v>26</c:v>
                </c:pt>
                <c:pt idx="165">
                  <c:v>26.2</c:v>
                </c:pt>
                <c:pt idx="166">
                  <c:v>26.4</c:v>
                </c:pt>
                <c:pt idx="167">
                  <c:v>26.4</c:v>
                </c:pt>
                <c:pt idx="168">
                  <c:v>26.6</c:v>
                </c:pt>
                <c:pt idx="169">
                  <c:v>26.8</c:v>
                </c:pt>
                <c:pt idx="170">
                  <c:v>27</c:v>
                </c:pt>
                <c:pt idx="171">
                  <c:v>27.6</c:v>
                </c:pt>
                <c:pt idx="172">
                  <c:v>27.6</c:v>
                </c:pt>
                <c:pt idx="173">
                  <c:v>28</c:v>
                </c:pt>
                <c:pt idx="174">
                  <c:v>28</c:v>
                </c:pt>
                <c:pt idx="175">
                  <c:v>28</c:v>
                </c:pt>
                <c:pt idx="176">
                  <c:v>28</c:v>
                </c:pt>
                <c:pt idx="177">
                  <c:v>28.4</c:v>
                </c:pt>
                <c:pt idx="178">
                  <c:v>28.6</c:v>
                </c:pt>
                <c:pt idx="179">
                  <c:v>28.6</c:v>
                </c:pt>
                <c:pt idx="180">
                  <c:v>29</c:v>
                </c:pt>
                <c:pt idx="181">
                  <c:v>29.2</c:v>
                </c:pt>
                <c:pt idx="182">
                  <c:v>29.4</c:v>
                </c:pt>
                <c:pt idx="183">
                  <c:v>29.6</c:v>
                </c:pt>
                <c:pt idx="184">
                  <c:v>29.6</c:v>
                </c:pt>
                <c:pt idx="185">
                  <c:v>29.8</c:v>
                </c:pt>
                <c:pt idx="186">
                  <c:v>30.2</c:v>
                </c:pt>
                <c:pt idx="187">
                  <c:v>30.8</c:v>
                </c:pt>
                <c:pt idx="188">
                  <c:v>30.8</c:v>
                </c:pt>
                <c:pt idx="189">
                  <c:v>31</c:v>
                </c:pt>
                <c:pt idx="190">
                  <c:v>31</c:v>
                </c:pt>
                <c:pt idx="191">
                  <c:v>31.2</c:v>
                </c:pt>
                <c:pt idx="192">
                  <c:v>31.4</c:v>
                </c:pt>
                <c:pt idx="193">
                  <c:v>31.6</c:v>
                </c:pt>
                <c:pt idx="194">
                  <c:v>31.6</c:v>
                </c:pt>
                <c:pt idx="195">
                  <c:v>31.6</c:v>
                </c:pt>
                <c:pt idx="196">
                  <c:v>31.6</c:v>
                </c:pt>
                <c:pt idx="197">
                  <c:v>32</c:v>
                </c:pt>
                <c:pt idx="198">
                  <c:v>32</c:v>
                </c:pt>
                <c:pt idx="199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35-4481-B0A5-96D47C6B9A6C}"/>
            </c:ext>
          </c:extLst>
        </c:ser>
        <c:ser>
          <c:idx val="2"/>
          <c:order val="2"/>
          <c:tx>
            <c:strRef>
              <c:f>save1!$EE$608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save1!$EE$609:$EE$808</c:f>
              <c:numCache>
                <c:formatCode>General</c:formatCode>
                <c:ptCount val="200"/>
                <c:pt idx="0">
                  <c:v>0.4</c:v>
                </c:pt>
                <c:pt idx="1">
                  <c:v>0.6</c:v>
                </c:pt>
                <c:pt idx="2">
                  <c:v>0.8</c:v>
                </c:pt>
                <c:pt idx="3">
                  <c:v>0.8</c:v>
                </c:pt>
                <c:pt idx="4">
                  <c:v>1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1.6</c:v>
                </c:pt>
                <c:pt idx="9">
                  <c:v>2.2000000000000002</c:v>
                </c:pt>
                <c:pt idx="10">
                  <c:v>2.6</c:v>
                </c:pt>
                <c:pt idx="11">
                  <c:v>2.8</c:v>
                </c:pt>
                <c:pt idx="12">
                  <c:v>3.2</c:v>
                </c:pt>
                <c:pt idx="13">
                  <c:v>3.4</c:v>
                </c:pt>
                <c:pt idx="14">
                  <c:v>3.6</c:v>
                </c:pt>
                <c:pt idx="15">
                  <c:v>4</c:v>
                </c:pt>
                <c:pt idx="16">
                  <c:v>4.4000000000000004</c:v>
                </c:pt>
                <c:pt idx="17">
                  <c:v>4.8</c:v>
                </c:pt>
                <c:pt idx="18">
                  <c:v>4.8</c:v>
                </c:pt>
                <c:pt idx="19">
                  <c:v>5</c:v>
                </c:pt>
                <c:pt idx="20">
                  <c:v>5</c:v>
                </c:pt>
                <c:pt idx="21">
                  <c:v>5.2</c:v>
                </c:pt>
                <c:pt idx="22">
                  <c:v>5.2</c:v>
                </c:pt>
                <c:pt idx="23">
                  <c:v>5.2</c:v>
                </c:pt>
                <c:pt idx="24">
                  <c:v>5.2</c:v>
                </c:pt>
                <c:pt idx="25">
                  <c:v>5.4</c:v>
                </c:pt>
                <c:pt idx="26">
                  <c:v>5.4</c:v>
                </c:pt>
                <c:pt idx="27">
                  <c:v>5.4</c:v>
                </c:pt>
                <c:pt idx="28">
                  <c:v>5.6</c:v>
                </c:pt>
                <c:pt idx="29">
                  <c:v>6</c:v>
                </c:pt>
                <c:pt idx="30">
                  <c:v>6</c:v>
                </c:pt>
                <c:pt idx="31">
                  <c:v>6.4</c:v>
                </c:pt>
                <c:pt idx="32">
                  <c:v>6.6</c:v>
                </c:pt>
                <c:pt idx="33">
                  <c:v>6.8</c:v>
                </c:pt>
                <c:pt idx="34">
                  <c:v>7</c:v>
                </c:pt>
                <c:pt idx="35">
                  <c:v>7.2</c:v>
                </c:pt>
                <c:pt idx="36">
                  <c:v>7.6</c:v>
                </c:pt>
                <c:pt idx="37">
                  <c:v>7.8</c:v>
                </c:pt>
                <c:pt idx="38">
                  <c:v>8</c:v>
                </c:pt>
                <c:pt idx="39">
                  <c:v>8.1999999999999993</c:v>
                </c:pt>
                <c:pt idx="40">
                  <c:v>8.4</c:v>
                </c:pt>
                <c:pt idx="41">
                  <c:v>8.6</c:v>
                </c:pt>
                <c:pt idx="42">
                  <c:v>8.8000000000000007</c:v>
                </c:pt>
                <c:pt idx="43">
                  <c:v>9</c:v>
                </c:pt>
                <c:pt idx="44">
                  <c:v>9.4</c:v>
                </c:pt>
                <c:pt idx="45">
                  <c:v>9.8000000000000007</c:v>
                </c:pt>
                <c:pt idx="46">
                  <c:v>10</c:v>
                </c:pt>
                <c:pt idx="47">
                  <c:v>10.199999999999999</c:v>
                </c:pt>
                <c:pt idx="48">
                  <c:v>10.6</c:v>
                </c:pt>
                <c:pt idx="49">
                  <c:v>10.8</c:v>
                </c:pt>
                <c:pt idx="50">
                  <c:v>11</c:v>
                </c:pt>
                <c:pt idx="51">
                  <c:v>11</c:v>
                </c:pt>
                <c:pt idx="52">
                  <c:v>11.2</c:v>
                </c:pt>
                <c:pt idx="53">
                  <c:v>11.2</c:v>
                </c:pt>
                <c:pt idx="54">
                  <c:v>11.4</c:v>
                </c:pt>
                <c:pt idx="55">
                  <c:v>11.8</c:v>
                </c:pt>
                <c:pt idx="56">
                  <c:v>12</c:v>
                </c:pt>
                <c:pt idx="57">
                  <c:v>12.2</c:v>
                </c:pt>
                <c:pt idx="58">
                  <c:v>12.4</c:v>
                </c:pt>
                <c:pt idx="59">
                  <c:v>12.6</c:v>
                </c:pt>
                <c:pt idx="60">
                  <c:v>13.4</c:v>
                </c:pt>
                <c:pt idx="61">
                  <c:v>13.4</c:v>
                </c:pt>
                <c:pt idx="62">
                  <c:v>13.4</c:v>
                </c:pt>
                <c:pt idx="63">
                  <c:v>13.6</c:v>
                </c:pt>
                <c:pt idx="64">
                  <c:v>14</c:v>
                </c:pt>
                <c:pt idx="65">
                  <c:v>14.4</c:v>
                </c:pt>
                <c:pt idx="66">
                  <c:v>15</c:v>
                </c:pt>
                <c:pt idx="67">
                  <c:v>15</c:v>
                </c:pt>
                <c:pt idx="68">
                  <c:v>15.6</c:v>
                </c:pt>
                <c:pt idx="69">
                  <c:v>16</c:v>
                </c:pt>
                <c:pt idx="70">
                  <c:v>16</c:v>
                </c:pt>
                <c:pt idx="71">
                  <c:v>16</c:v>
                </c:pt>
                <c:pt idx="72">
                  <c:v>16.399999999999999</c:v>
                </c:pt>
                <c:pt idx="73">
                  <c:v>16.8</c:v>
                </c:pt>
                <c:pt idx="74">
                  <c:v>16.8</c:v>
                </c:pt>
                <c:pt idx="75">
                  <c:v>17</c:v>
                </c:pt>
                <c:pt idx="76">
                  <c:v>17.2</c:v>
                </c:pt>
                <c:pt idx="77">
                  <c:v>17.399999999999999</c:v>
                </c:pt>
                <c:pt idx="78">
                  <c:v>17.600000000000001</c:v>
                </c:pt>
                <c:pt idx="79">
                  <c:v>17.8</c:v>
                </c:pt>
                <c:pt idx="80">
                  <c:v>18</c:v>
                </c:pt>
                <c:pt idx="81">
                  <c:v>18</c:v>
                </c:pt>
                <c:pt idx="82">
                  <c:v>18.2</c:v>
                </c:pt>
                <c:pt idx="83">
                  <c:v>18.399999999999999</c:v>
                </c:pt>
                <c:pt idx="84">
                  <c:v>18.399999999999999</c:v>
                </c:pt>
                <c:pt idx="85">
                  <c:v>18.399999999999999</c:v>
                </c:pt>
                <c:pt idx="86">
                  <c:v>18.399999999999999</c:v>
                </c:pt>
                <c:pt idx="87">
                  <c:v>18.8</c:v>
                </c:pt>
                <c:pt idx="88">
                  <c:v>19.2</c:v>
                </c:pt>
                <c:pt idx="89">
                  <c:v>19.8</c:v>
                </c:pt>
                <c:pt idx="90">
                  <c:v>20</c:v>
                </c:pt>
                <c:pt idx="91">
                  <c:v>20</c:v>
                </c:pt>
                <c:pt idx="92">
                  <c:v>20.2</c:v>
                </c:pt>
                <c:pt idx="93">
                  <c:v>20.8</c:v>
                </c:pt>
                <c:pt idx="94">
                  <c:v>20.8</c:v>
                </c:pt>
                <c:pt idx="95">
                  <c:v>20.8</c:v>
                </c:pt>
                <c:pt idx="96">
                  <c:v>21.2</c:v>
                </c:pt>
                <c:pt idx="97">
                  <c:v>21.4</c:v>
                </c:pt>
                <c:pt idx="98">
                  <c:v>21.6</c:v>
                </c:pt>
                <c:pt idx="99">
                  <c:v>21.6</c:v>
                </c:pt>
                <c:pt idx="100">
                  <c:v>22</c:v>
                </c:pt>
                <c:pt idx="101">
                  <c:v>22.6</c:v>
                </c:pt>
                <c:pt idx="102">
                  <c:v>23</c:v>
                </c:pt>
                <c:pt idx="103">
                  <c:v>23</c:v>
                </c:pt>
                <c:pt idx="104">
                  <c:v>23.4</c:v>
                </c:pt>
                <c:pt idx="105">
                  <c:v>23.8</c:v>
                </c:pt>
                <c:pt idx="106">
                  <c:v>24.2</c:v>
                </c:pt>
                <c:pt idx="107">
                  <c:v>24.6</c:v>
                </c:pt>
                <c:pt idx="108">
                  <c:v>25</c:v>
                </c:pt>
                <c:pt idx="109">
                  <c:v>25.2</c:v>
                </c:pt>
                <c:pt idx="110">
                  <c:v>26</c:v>
                </c:pt>
                <c:pt idx="111">
                  <c:v>26.4</c:v>
                </c:pt>
                <c:pt idx="112">
                  <c:v>26.6</c:v>
                </c:pt>
                <c:pt idx="113">
                  <c:v>26.8</c:v>
                </c:pt>
                <c:pt idx="114">
                  <c:v>27.2</c:v>
                </c:pt>
                <c:pt idx="115">
                  <c:v>27.6</c:v>
                </c:pt>
                <c:pt idx="116">
                  <c:v>27.6</c:v>
                </c:pt>
                <c:pt idx="117">
                  <c:v>27.6</c:v>
                </c:pt>
                <c:pt idx="118">
                  <c:v>28</c:v>
                </c:pt>
                <c:pt idx="119">
                  <c:v>28.2</c:v>
                </c:pt>
                <c:pt idx="120">
                  <c:v>28.6</c:v>
                </c:pt>
                <c:pt idx="121">
                  <c:v>28.6</c:v>
                </c:pt>
                <c:pt idx="122">
                  <c:v>29</c:v>
                </c:pt>
                <c:pt idx="123">
                  <c:v>29</c:v>
                </c:pt>
                <c:pt idx="124">
                  <c:v>29.2</c:v>
                </c:pt>
                <c:pt idx="125">
                  <c:v>29.2</c:v>
                </c:pt>
                <c:pt idx="126">
                  <c:v>29.2</c:v>
                </c:pt>
                <c:pt idx="127">
                  <c:v>29.4</c:v>
                </c:pt>
                <c:pt idx="128">
                  <c:v>30.2</c:v>
                </c:pt>
                <c:pt idx="129">
                  <c:v>30.4</c:v>
                </c:pt>
                <c:pt idx="130">
                  <c:v>30.6</c:v>
                </c:pt>
                <c:pt idx="131">
                  <c:v>31</c:v>
                </c:pt>
                <c:pt idx="132">
                  <c:v>31.4</c:v>
                </c:pt>
                <c:pt idx="133">
                  <c:v>31.8</c:v>
                </c:pt>
                <c:pt idx="134">
                  <c:v>32.200000000000003</c:v>
                </c:pt>
                <c:pt idx="135">
                  <c:v>32.6</c:v>
                </c:pt>
                <c:pt idx="136">
                  <c:v>32.799999999999997</c:v>
                </c:pt>
                <c:pt idx="137">
                  <c:v>33.4</c:v>
                </c:pt>
                <c:pt idx="138">
                  <c:v>33.6</c:v>
                </c:pt>
                <c:pt idx="139">
                  <c:v>33.6</c:v>
                </c:pt>
                <c:pt idx="140">
                  <c:v>33.799999999999997</c:v>
                </c:pt>
                <c:pt idx="141">
                  <c:v>33.799999999999997</c:v>
                </c:pt>
                <c:pt idx="142">
                  <c:v>34</c:v>
                </c:pt>
                <c:pt idx="143">
                  <c:v>34.200000000000003</c:v>
                </c:pt>
                <c:pt idx="144">
                  <c:v>34.200000000000003</c:v>
                </c:pt>
                <c:pt idx="145">
                  <c:v>34.6</c:v>
                </c:pt>
                <c:pt idx="146">
                  <c:v>34.799999999999997</c:v>
                </c:pt>
                <c:pt idx="147">
                  <c:v>35.200000000000003</c:v>
                </c:pt>
                <c:pt idx="148">
                  <c:v>35.6</c:v>
                </c:pt>
                <c:pt idx="149">
                  <c:v>36</c:v>
                </c:pt>
                <c:pt idx="150">
                  <c:v>36.6</c:v>
                </c:pt>
                <c:pt idx="151">
                  <c:v>37</c:v>
                </c:pt>
                <c:pt idx="152">
                  <c:v>37</c:v>
                </c:pt>
                <c:pt idx="153">
                  <c:v>37.200000000000003</c:v>
                </c:pt>
                <c:pt idx="154">
                  <c:v>37.200000000000003</c:v>
                </c:pt>
                <c:pt idx="155">
                  <c:v>37.200000000000003</c:v>
                </c:pt>
                <c:pt idx="156">
                  <c:v>37.200000000000003</c:v>
                </c:pt>
                <c:pt idx="157">
                  <c:v>37.4</c:v>
                </c:pt>
                <c:pt idx="158">
                  <c:v>37.6</c:v>
                </c:pt>
                <c:pt idx="159">
                  <c:v>37.799999999999997</c:v>
                </c:pt>
                <c:pt idx="160">
                  <c:v>38</c:v>
                </c:pt>
                <c:pt idx="161">
                  <c:v>38.4</c:v>
                </c:pt>
                <c:pt idx="162">
                  <c:v>38.799999999999997</c:v>
                </c:pt>
                <c:pt idx="163">
                  <c:v>38.799999999999997</c:v>
                </c:pt>
                <c:pt idx="164">
                  <c:v>39.4</c:v>
                </c:pt>
                <c:pt idx="165">
                  <c:v>39.799999999999997</c:v>
                </c:pt>
                <c:pt idx="166">
                  <c:v>39.799999999999997</c:v>
                </c:pt>
                <c:pt idx="167">
                  <c:v>40.200000000000003</c:v>
                </c:pt>
                <c:pt idx="168">
                  <c:v>40.6</c:v>
                </c:pt>
                <c:pt idx="169">
                  <c:v>41</c:v>
                </c:pt>
                <c:pt idx="170">
                  <c:v>41.4</c:v>
                </c:pt>
                <c:pt idx="171">
                  <c:v>41.6</c:v>
                </c:pt>
                <c:pt idx="172">
                  <c:v>42</c:v>
                </c:pt>
                <c:pt idx="173">
                  <c:v>42.2</c:v>
                </c:pt>
                <c:pt idx="174">
                  <c:v>42.8</c:v>
                </c:pt>
                <c:pt idx="175">
                  <c:v>43</c:v>
                </c:pt>
                <c:pt idx="176">
                  <c:v>43</c:v>
                </c:pt>
                <c:pt idx="177">
                  <c:v>43</c:v>
                </c:pt>
                <c:pt idx="178">
                  <c:v>43.2</c:v>
                </c:pt>
                <c:pt idx="179">
                  <c:v>43.6</c:v>
                </c:pt>
                <c:pt idx="180">
                  <c:v>43.8</c:v>
                </c:pt>
                <c:pt idx="181">
                  <c:v>43.8</c:v>
                </c:pt>
                <c:pt idx="182">
                  <c:v>43.8</c:v>
                </c:pt>
                <c:pt idx="183">
                  <c:v>44.2</c:v>
                </c:pt>
                <c:pt idx="184">
                  <c:v>44.4</c:v>
                </c:pt>
                <c:pt idx="185">
                  <c:v>44.8</c:v>
                </c:pt>
                <c:pt idx="186">
                  <c:v>44.8</c:v>
                </c:pt>
                <c:pt idx="187">
                  <c:v>45</c:v>
                </c:pt>
                <c:pt idx="188">
                  <c:v>45.6</c:v>
                </c:pt>
                <c:pt idx="189">
                  <c:v>46</c:v>
                </c:pt>
                <c:pt idx="190">
                  <c:v>46.4</c:v>
                </c:pt>
                <c:pt idx="191">
                  <c:v>46.8</c:v>
                </c:pt>
                <c:pt idx="192">
                  <c:v>47</c:v>
                </c:pt>
                <c:pt idx="193">
                  <c:v>47</c:v>
                </c:pt>
                <c:pt idx="194">
                  <c:v>47.2</c:v>
                </c:pt>
                <c:pt idx="195">
                  <c:v>47.4</c:v>
                </c:pt>
                <c:pt idx="196">
                  <c:v>47.4</c:v>
                </c:pt>
                <c:pt idx="197">
                  <c:v>47.6</c:v>
                </c:pt>
                <c:pt idx="198">
                  <c:v>48.2</c:v>
                </c:pt>
                <c:pt idx="199">
                  <c:v>49.2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435-4481-B0A5-96D47C6B9A6C}"/>
            </c:ext>
          </c:extLst>
        </c:ser>
        <c:ser>
          <c:idx val="3"/>
          <c:order val="3"/>
          <c:tx>
            <c:strRef>
              <c:f>save1!$EF$608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save1!$EF$609:$EF$808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1</c:v>
                </c:pt>
                <c:pt idx="7">
                  <c:v>1.2</c:v>
                </c:pt>
                <c:pt idx="8">
                  <c:v>1.6</c:v>
                </c:pt>
                <c:pt idx="9">
                  <c:v>1.8</c:v>
                </c:pt>
                <c:pt idx="10">
                  <c:v>2.2000000000000002</c:v>
                </c:pt>
                <c:pt idx="11">
                  <c:v>2.4</c:v>
                </c:pt>
                <c:pt idx="12">
                  <c:v>2.4</c:v>
                </c:pt>
                <c:pt idx="13">
                  <c:v>2.4</c:v>
                </c:pt>
                <c:pt idx="14">
                  <c:v>2.6</c:v>
                </c:pt>
                <c:pt idx="15">
                  <c:v>3</c:v>
                </c:pt>
                <c:pt idx="16">
                  <c:v>3</c:v>
                </c:pt>
                <c:pt idx="17">
                  <c:v>3.2</c:v>
                </c:pt>
                <c:pt idx="18">
                  <c:v>3.2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3.6</c:v>
                </c:pt>
                <c:pt idx="23">
                  <c:v>4</c:v>
                </c:pt>
                <c:pt idx="24">
                  <c:v>4.2</c:v>
                </c:pt>
                <c:pt idx="25">
                  <c:v>4.4000000000000004</c:v>
                </c:pt>
                <c:pt idx="26">
                  <c:v>5</c:v>
                </c:pt>
                <c:pt idx="27">
                  <c:v>5.6</c:v>
                </c:pt>
                <c:pt idx="28">
                  <c:v>5.8</c:v>
                </c:pt>
                <c:pt idx="29">
                  <c:v>6</c:v>
                </c:pt>
                <c:pt idx="30">
                  <c:v>6.8</c:v>
                </c:pt>
                <c:pt idx="31">
                  <c:v>7</c:v>
                </c:pt>
                <c:pt idx="32">
                  <c:v>7.2</c:v>
                </c:pt>
                <c:pt idx="33">
                  <c:v>7.2</c:v>
                </c:pt>
                <c:pt idx="34">
                  <c:v>7.4</c:v>
                </c:pt>
                <c:pt idx="35">
                  <c:v>7.6</c:v>
                </c:pt>
                <c:pt idx="36">
                  <c:v>7.8</c:v>
                </c:pt>
                <c:pt idx="37">
                  <c:v>8</c:v>
                </c:pt>
                <c:pt idx="38">
                  <c:v>8.1999999999999993</c:v>
                </c:pt>
                <c:pt idx="39">
                  <c:v>8.4</c:v>
                </c:pt>
                <c:pt idx="40">
                  <c:v>8.6</c:v>
                </c:pt>
                <c:pt idx="41">
                  <c:v>8.6</c:v>
                </c:pt>
                <c:pt idx="42">
                  <c:v>9.1999999999999993</c:v>
                </c:pt>
                <c:pt idx="43">
                  <c:v>9.4</c:v>
                </c:pt>
                <c:pt idx="44">
                  <c:v>9.8000000000000007</c:v>
                </c:pt>
                <c:pt idx="45">
                  <c:v>10</c:v>
                </c:pt>
                <c:pt idx="46">
                  <c:v>10.4</c:v>
                </c:pt>
                <c:pt idx="47">
                  <c:v>10.8</c:v>
                </c:pt>
                <c:pt idx="48">
                  <c:v>10.8</c:v>
                </c:pt>
                <c:pt idx="49">
                  <c:v>10.8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11.4</c:v>
                </c:pt>
                <c:pt idx="54">
                  <c:v>11.6</c:v>
                </c:pt>
                <c:pt idx="55">
                  <c:v>11.8</c:v>
                </c:pt>
                <c:pt idx="56">
                  <c:v>11.8</c:v>
                </c:pt>
                <c:pt idx="57">
                  <c:v>12</c:v>
                </c:pt>
                <c:pt idx="58">
                  <c:v>12.2</c:v>
                </c:pt>
                <c:pt idx="59">
                  <c:v>12.6</c:v>
                </c:pt>
                <c:pt idx="60">
                  <c:v>12.6</c:v>
                </c:pt>
                <c:pt idx="61">
                  <c:v>13</c:v>
                </c:pt>
                <c:pt idx="62">
                  <c:v>13</c:v>
                </c:pt>
                <c:pt idx="63">
                  <c:v>13</c:v>
                </c:pt>
                <c:pt idx="64">
                  <c:v>13</c:v>
                </c:pt>
                <c:pt idx="65">
                  <c:v>13.6</c:v>
                </c:pt>
                <c:pt idx="66">
                  <c:v>13.6</c:v>
                </c:pt>
                <c:pt idx="67">
                  <c:v>13.8</c:v>
                </c:pt>
                <c:pt idx="68">
                  <c:v>14</c:v>
                </c:pt>
                <c:pt idx="69">
                  <c:v>14.2</c:v>
                </c:pt>
                <c:pt idx="70">
                  <c:v>14.4</c:v>
                </c:pt>
                <c:pt idx="71">
                  <c:v>14.6</c:v>
                </c:pt>
                <c:pt idx="72">
                  <c:v>14.8</c:v>
                </c:pt>
                <c:pt idx="73">
                  <c:v>14.8</c:v>
                </c:pt>
                <c:pt idx="74">
                  <c:v>14.8</c:v>
                </c:pt>
                <c:pt idx="75">
                  <c:v>15</c:v>
                </c:pt>
                <c:pt idx="76">
                  <c:v>15</c:v>
                </c:pt>
                <c:pt idx="77">
                  <c:v>15.8</c:v>
                </c:pt>
                <c:pt idx="78">
                  <c:v>15.8</c:v>
                </c:pt>
                <c:pt idx="79">
                  <c:v>16.399999999999999</c:v>
                </c:pt>
                <c:pt idx="80">
                  <c:v>17</c:v>
                </c:pt>
                <c:pt idx="81">
                  <c:v>17</c:v>
                </c:pt>
                <c:pt idx="82">
                  <c:v>17.399999999999999</c:v>
                </c:pt>
                <c:pt idx="83">
                  <c:v>17.399999999999999</c:v>
                </c:pt>
                <c:pt idx="84">
                  <c:v>17.600000000000001</c:v>
                </c:pt>
                <c:pt idx="85">
                  <c:v>17.8</c:v>
                </c:pt>
                <c:pt idx="86">
                  <c:v>17.8</c:v>
                </c:pt>
                <c:pt idx="87">
                  <c:v>18</c:v>
                </c:pt>
                <c:pt idx="88">
                  <c:v>18.2</c:v>
                </c:pt>
                <c:pt idx="89">
                  <c:v>18.399999999999999</c:v>
                </c:pt>
                <c:pt idx="90">
                  <c:v>18.8</c:v>
                </c:pt>
                <c:pt idx="91">
                  <c:v>19</c:v>
                </c:pt>
                <c:pt idx="92">
                  <c:v>19.399999999999999</c:v>
                </c:pt>
                <c:pt idx="93">
                  <c:v>19.600000000000001</c:v>
                </c:pt>
                <c:pt idx="94">
                  <c:v>19.8</c:v>
                </c:pt>
                <c:pt idx="95">
                  <c:v>19.8</c:v>
                </c:pt>
                <c:pt idx="96">
                  <c:v>20</c:v>
                </c:pt>
                <c:pt idx="97">
                  <c:v>20.2</c:v>
                </c:pt>
                <c:pt idx="98">
                  <c:v>20.6</c:v>
                </c:pt>
                <c:pt idx="99">
                  <c:v>21</c:v>
                </c:pt>
                <c:pt idx="100">
                  <c:v>21.2</c:v>
                </c:pt>
                <c:pt idx="101">
                  <c:v>21.4</c:v>
                </c:pt>
                <c:pt idx="102">
                  <c:v>21.4</c:v>
                </c:pt>
                <c:pt idx="103">
                  <c:v>22</c:v>
                </c:pt>
                <c:pt idx="104">
                  <c:v>22</c:v>
                </c:pt>
                <c:pt idx="105">
                  <c:v>22</c:v>
                </c:pt>
                <c:pt idx="106">
                  <c:v>22.4</c:v>
                </c:pt>
                <c:pt idx="107">
                  <c:v>22.4</c:v>
                </c:pt>
                <c:pt idx="108">
                  <c:v>22.6</c:v>
                </c:pt>
                <c:pt idx="109">
                  <c:v>22.6</c:v>
                </c:pt>
                <c:pt idx="110">
                  <c:v>22.6</c:v>
                </c:pt>
                <c:pt idx="111">
                  <c:v>22.8</c:v>
                </c:pt>
                <c:pt idx="112">
                  <c:v>22.8</c:v>
                </c:pt>
                <c:pt idx="113">
                  <c:v>22.8</c:v>
                </c:pt>
                <c:pt idx="114">
                  <c:v>23.2</c:v>
                </c:pt>
                <c:pt idx="115">
                  <c:v>23.2</c:v>
                </c:pt>
                <c:pt idx="116">
                  <c:v>23.4</c:v>
                </c:pt>
                <c:pt idx="117">
                  <c:v>23.4</c:v>
                </c:pt>
                <c:pt idx="118">
                  <c:v>23.6</c:v>
                </c:pt>
                <c:pt idx="119">
                  <c:v>23.8</c:v>
                </c:pt>
                <c:pt idx="120">
                  <c:v>23.8</c:v>
                </c:pt>
                <c:pt idx="121">
                  <c:v>24.2</c:v>
                </c:pt>
                <c:pt idx="122">
                  <c:v>24.4</c:v>
                </c:pt>
                <c:pt idx="123">
                  <c:v>24.6</c:v>
                </c:pt>
                <c:pt idx="124">
                  <c:v>24.6</c:v>
                </c:pt>
                <c:pt idx="125">
                  <c:v>24.8</c:v>
                </c:pt>
                <c:pt idx="126">
                  <c:v>25</c:v>
                </c:pt>
                <c:pt idx="127">
                  <c:v>25.2</c:v>
                </c:pt>
                <c:pt idx="128">
                  <c:v>25.2</c:v>
                </c:pt>
                <c:pt idx="129">
                  <c:v>25.2</c:v>
                </c:pt>
                <c:pt idx="130">
                  <c:v>25.2</c:v>
                </c:pt>
                <c:pt idx="131">
                  <c:v>25.2</c:v>
                </c:pt>
                <c:pt idx="132">
                  <c:v>25.4</c:v>
                </c:pt>
                <c:pt idx="133">
                  <c:v>25.4</c:v>
                </c:pt>
                <c:pt idx="134">
                  <c:v>25.6</c:v>
                </c:pt>
                <c:pt idx="135">
                  <c:v>25.6</c:v>
                </c:pt>
                <c:pt idx="136">
                  <c:v>25.8</c:v>
                </c:pt>
                <c:pt idx="137">
                  <c:v>26</c:v>
                </c:pt>
                <c:pt idx="138">
                  <c:v>26</c:v>
                </c:pt>
                <c:pt idx="139">
                  <c:v>26.4</c:v>
                </c:pt>
                <c:pt idx="140">
                  <c:v>26.8</c:v>
                </c:pt>
                <c:pt idx="141">
                  <c:v>27</c:v>
                </c:pt>
                <c:pt idx="142">
                  <c:v>27</c:v>
                </c:pt>
                <c:pt idx="143">
                  <c:v>27.2</c:v>
                </c:pt>
                <c:pt idx="144">
                  <c:v>27.6</c:v>
                </c:pt>
                <c:pt idx="145">
                  <c:v>27.6</c:v>
                </c:pt>
                <c:pt idx="146">
                  <c:v>27.8</c:v>
                </c:pt>
                <c:pt idx="147">
                  <c:v>27.8</c:v>
                </c:pt>
                <c:pt idx="148">
                  <c:v>28.2</c:v>
                </c:pt>
                <c:pt idx="149">
                  <c:v>28.2</c:v>
                </c:pt>
                <c:pt idx="150">
                  <c:v>28.4</c:v>
                </c:pt>
                <c:pt idx="151">
                  <c:v>28.8</c:v>
                </c:pt>
                <c:pt idx="152">
                  <c:v>29</c:v>
                </c:pt>
                <c:pt idx="153">
                  <c:v>29.4</c:v>
                </c:pt>
                <c:pt idx="154">
                  <c:v>29.8</c:v>
                </c:pt>
                <c:pt idx="155">
                  <c:v>30</c:v>
                </c:pt>
                <c:pt idx="156">
                  <c:v>30.4</c:v>
                </c:pt>
                <c:pt idx="157">
                  <c:v>30.8</c:v>
                </c:pt>
                <c:pt idx="158">
                  <c:v>31.2</c:v>
                </c:pt>
                <c:pt idx="159">
                  <c:v>31.6</c:v>
                </c:pt>
                <c:pt idx="160">
                  <c:v>31.6</c:v>
                </c:pt>
                <c:pt idx="161">
                  <c:v>31.8</c:v>
                </c:pt>
                <c:pt idx="162">
                  <c:v>32</c:v>
                </c:pt>
                <c:pt idx="163">
                  <c:v>32</c:v>
                </c:pt>
                <c:pt idx="164">
                  <c:v>32</c:v>
                </c:pt>
                <c:pt idx="165">
                  <c:v>32.200000000000003</c:v>
                </c:pt>
                <c:pt idx="166">
                  <c:v>32.799999999999997</c:v>
                </c:pt>
                <c:pt idx="167">
                  <c:v>33</c:v>
                </c:pt>
                <c:pt idx="168">
                  <c:v>33</c:v>
                </c:pt>
                <c:pt idx="169">
                  <c:v>33.200000000000003</c:v>
                </c:pt>
                <c:pt idx="170">
                  <c:v>33.4</c:v>
                </c:pt>
                <c:pt idx="171">
                  <c:v>33.6</c:v>
                </c:pt>
                <c:pt idx="172">
                  <c:v>33.799999999999997</c:v>
                </c:pt>
                <c:pt idx="173">
                  <c:v>34</c:v>
                </c:pt>
                <c:pt idx="174">
                  <c:v>34.4</c:v>
                </c:pt>
                <c:pt idx="175">
                  <c:v>34.6</c:v>
                </c:pt>
                <c:pt idx="176">
                  <c:v>34.799999999999997</c:v>
                </c:pt>
                <c:pt idx="177">
                  <c:v>35</c:v>
                </c:pt>
                <c:pt idx="178">
                  <c:v>35</c:v>
                </c:pt>
                <c:pt idx="179">
                  <c:v>35.200000000000003</c:v>
                </c:pt>
                <c:pt idx="180">
                  <c:v>35.200000000000003</c:v>
                </c:pt>
                <c:pt idx="181">
                  <c:v>35.200000000000003</c:v>
                </c:pt>
                <c:pt idx="182">
                  <c:v>35.6</c:v>
                </c:pt>
                <c:pt idx="183">
                  <c:v>35.6</c:v>
                </c:pt>
                <c:pt idx="184">
                  <c:v>35.6</c:v>
                </c:pt>
                <c:pt idx="185">
                  <c:v>36</c:v>
                </c:pt>
                <c:pt idx="186">
                  <c:v>36.200000000000003</c:v>
                </c:pt>
                <c:pt idx="187">
                  <c:v>36.200000000000003</c:v>
                </c:pt>
                <c:pt idx="188">
                  <c:v>36.4</c:v>
                </c:pt>
                <c:pt idx="189">
                  <c:v>36.6</c:v>
                </c:pt>
                <c:pt idx="190">
                  <c:v>36.6</c:v>
                </c:pt>
                <c:pt idx="191">
                  <c:v>36.6</c:v>
                </c:pt>
                <c:pt idx="192">
                  <c:v>36.799999999999997</c:v>
                </c:pt>
                <c:pt idx="193">
                  <c:v>36.799999999999997</c:v>
                </c:pt>
                <c:pt idx="194">
                  <c:v>37.200000000000003</c:v>
                </c:pt>
                <c:pt idx="195">
                  <c:v>37.200000000000003</c:v>
                </c:pt>
                <c:pt idx="196">
                  <c:v>37.200000000000003</c:v>
                </c:pt>
                <c:pt idx="197">
                  <c:v>37.200000000000003</c:v>
                </c:pt>
                <c:pt idx="198">
                  <c:v>37.4</c:v>
                </c:pt>
                <c:pt idx="199">
                  <c:v>37.6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435-4481-B0A5-96D47C6B9A6C}"/>
            </c:ext>
          </c:extLst>
        </c:ser>
        <c:ser>
          <c:idx val="4"/>
          <c:order val="4"/>
          <c:tx>
            <c:strRef>
              <c:f>save1!$EG$608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save1!$EG$609:$EG$808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1.2</c:v>
                </c:pt>
                <c:pt idx="58">
                  <c:v>1.2</c:v>
                </c:pt>
                <c:pt idx="59">
                  <c:v>1.2</c:v>
                </c:pt>
                <c:pt idx="60">
                  <c:v>1.2</c:v>
                </c:pt>
                <c:pt idx="61">
                  <c:v>1.2</c:v>
                </c:pt>
                <c:pt idx="62">
                  <c:v>1.2</c:v>
                </c:pt>
                <c:pt idx="63">
                  <c:v>1.2</c:v>
                </c:pt>
                <c:pt idx="64">
                  <c:v>1.2</c:v>
                </c:pt>
                <c:pt idx="65">
                  <c:v>1.2</c:v>
                </c:pt>
                <c:pt idx="66">
                  <c:v>1.2</c:v>
                </c:pt>
                <c:pt idx="67">
                  <c:v>1.2</c:v>
                </c:pt>
                <c:pt idx="68">
                  <c:v>1.2</c:v>
                </c:pt>
                <c:pt idx="69">
                  <c:v>1.2</c:v>
                </c:pt>
                <c:pt idx="70">
                  <c:v>1.2</c:v>
                </c:pt>
                <c:pt idx="71">
                  <c:v>1.4</c:v>
                </c:pt>
                <c:pt idx="72">
                  <c:v>1.4</c:v>
                </c:pt>
                <c:pt idx="73">
                  <c:v>1.4</c:v>
                </c:pt>
                <c:pt idx="74">
                  <c:v>1.4</c:v>
                </c:pt>
                <c:pt idx="75">
                  <c:v>1.4</c:v>
                </c:pt>
                <c:pt idx="76">
                  <c:v>1.4</c:v>
                </c:pt>
                <c:pt idx="77">
                  <c:v>1.4</c:v>
                </c:pt>
                <c:pt idx="78">
                  <c:v>1.4</c:v>
                </c:pt>
                <c:pt idx="79">
                  <c:v>1.4</c:v>
                </c:pt>
                <c:pt idx="80">
                  <c:v>1.4</c:v>
                </c:pt>
                <c:pt idx="81">
                  <c:v>1.4</c:v>
                </c:pt>
                <c:pt idx="82">
                  <c:v>1.4</c:v>
                </c:pt>
                <c:pt idx="83">
                  <c:v>1.4</c:v>
                </c:pt>
                <c:pt idx="84">
                  <c:v>1.4</c:v>
                </c:pt>
                <c:pt idx="85">
                  <c:v>1.6</c:v>
                </c:pt>
                <c:pt idx="86">
                  <c:v>1.6</c:v>
                </c:pt>
                <c:pt idx="87">
                  <c:v>1.8</c:v>
                </c:pt>
                <c:pt idx="88">
                  <c:v>1.8</c:v>
                </c:pt>
                <c:pt idx="89">
                  <c:v>1.8</c:v>
                </c:pt>
                <c:pt idx="90">
                  <c:v>1.8</c:v>
                </c:pt>
                <c:pt idx="91">
                  <c:v>1.8</c:v>
                </c:pt>
                <c:pt idx="92">
                  <c:v>1.8</c:v>
                </c:pt>
                <c:pt idx="93">
                  <c:v>1.8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2.2000000000000002</c:v>
                </c:pt>
                <c:pt idx="107">
                  <c:v>2.2000000000000002</c:v>
                </c:pt>
                <c:pt idx="108">
                  <c:v>2.2000000000000002</c:v>
                </c:pt>
                <c:pt idx="109">
                  <c:v>2.2000000000000002</c:v>
                </c:pt>
                <c:pt idx="110">
                  <c:v>2.2000000000000002</c:v>
                </c:pt>
                <c:pt idx="111">
                  <c:v>2.2000000000000002</c:v>
                </c:pt>
                <c:pt idx="112">
                  <c:v>2.2000000000000002</c:v>
                </c:pt>
                <c:pt idx="113">
                  <c:v>2.2000000000000002</c:v>
                </c:pt>
                <c:pt idx="114">
                  <c:v>2.2000000000000002</c:v>
                </c:pt>
                <c:pt idx="115">
                  <c:v>2.2000000000000002</c:v>
                </c:pt>
                <c:pt idx="116">
                  <c:v>2.2000000000000002</c:v>
                </c:pt>
                <c:pt idx="117">
                  <c:v>2.2000000000000002</c:v>
                </c:pt>
                <c:pt idx="118">
                  <c:v>2.2000000000000002</c:v>
                </c:pt>
                <c:pt idx="119">
                  <c:v>2.2000000000000002</c:v>
                </c:pt>
                <c:pt idx="120">
                  <c:v>2.2000000000000002</c:v>
                </c:pt>
                <c:pt idx="121">
                  <c:v>2.2000000000000002</c:v>
                </c:pt>
                <c:pt idx="122">
                  <c:v>2.2000000000000002</c:v>
                </c:pt>
                <c:pt idx="123">
                  <c:v>2.2000000000000002</c:v>
                </c:pt>
                <c:pt idx="124">
                  <c:v>2.2000000000000002</c:v>
                </c:pt>
                <c:pt idx="125">
                  <c:v>2.2000000000000002</c:v>
                </c:pt>
                <c:pt idx="126">
                  <c:v>2.4</c:v>
                </c:pt>
                <c:pt idx="127">
                  <c:v>2.4</c:v>
                </c:pt>
                <c:pt idx="128">
                  <c:v>2.4</c:v>
                </c:pt>
                <c:pt idx="129">
                  <c:v>2.4</c:v>
                </c:pt>
                <c:pt idx="130">
                  <c:v>2.6</c:v>
                </c:pt>
                <c:pt idx="131">
                  <c:v>2.6</c:v>
                </c:pt>
                <c:pt idx="132">
                  <c:v>2.8</c:v>
                </c:pt>
                <c:pt idx="133">
                  <c:v>2.8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3.2</c:v>
                </c:pt>
                <c:pt idx="142">
                  <c:v>3.4</c:v>
                </c:pt>
                <c:pt idx="143">
                  <c:v>3.4</c:v>
                </c:pt>
                <c:pt idx="144">
                  <c:v>3.4</c:v>
                </c:pt>
                <c:pt idx="145">
                  <c:v>3.6</c:v>
                </c:pt>
                <c:pt idx="146">
                  <c:v>3.6</c:v>
                </c:pt>
                <c:pt idx="147">
                  <c:v>3.6</c:v>
                </c:pt>
                <c:pt idx="148">
                  <c:v>3.6</c:v>
                </c:pt>
                <c:pt idx="149">
                  <c:v>3.6</c:v>
                </c:pt>
                <c:pt idx="150">
                  <c:v>3.6</c:v>
                </c:pt>
                <c:pt idx="151">
                  <c:v>3.6</c:v>
                </c:pt>
                <c:pt idx="152">
                  <c:v>3.6</c:v>
                </c:pt>
                <c:pt idx="153">
                  <c:v>3.6</c:v>
                </c:pt>
                <c:pt idx="154">
                  <c:v>3.6</c:v>
                </c:pt>
                <c:pt idx="155">
                  <c:v>4</c:v>
                </c:pt>
                <c:pt idx="156">
                  <c:v>4</c:v>
                </c:pt>
                <c:pt idx="157">
                  <c:v>4</c:v>
                </c:pt>
                <c:pt idx="158">
                  <c:v>4</c:v>
                </c:pt>
                <c:pt idx="159">
                  <c:v>4</c:v>
                </c:pt>
                <c:pt idx="160">
                  <c:v>4.2</c:v>
                </c:pt>
                <c:pt idx="161">
                  <c:v>4.2</c:v>
                </c:pt>
                <c:pt idx="162">
                  <c:v>4.2</c:v>
                </c:pt>
                <c:pt idx="163">
                  <c:v>4.4000000000000004</c:v>
                </c:pt>
                <c:pt idx="164">
                  <c:v>4.4000000000000004</c:v>
                </c:pt>
                <c:pt idx="165">
                  <c:v>4.4000000000000004</c:v>
                </c:pt>
                <c:pt idx="166">
                  <c:v>4.4000000000000004</c:v>
                </c:pt>
                <c:pt idx="167">
                  <c:v>4.4000000000000004</c:v>
                </c:pt>
                <c:pt idx="168">
                  <c:v>4.4000000000000004</c:v>
                </c:pt>
                <c:pt idx="169">
                  <c:v>4.4000000000000004</c:v>
                </c:pt>
                <c:pt idx="170">
                  <c:v>4.4000000000000004</c:v>
                </c:pt>
                <c:pt idx="171">
                  <c:v>4.4000000000000004</c:v>
                </c:pt>
                <c:pt idx="172">
                  <c:v>4.4000000000000004</c:v>
                </c:pt>
                <c:pt idx="173">
                  <c:v>4.4000000000000004</c:v>
                </c:pt>
                <c:pt idx="174">
                  <c:v>4.4000000000000004</c:v>
                </c:pt>
                <c:pt idx="175">
                  <c:v>4.4000000000000004</c:v>
                </c:pt>
                <c:pt idx="176">
                  <c:v>4.4000000000000004</c:v>
                </c:pt>
                <c:pt idx="177">
                  <c:v>4.4000000000000004</c:v>
                </c:pt>
                <c:pt idx="178">
                  <c:v>4.4000000000000004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4.8</c:v>
                </c:pt>
                <c:pt idx="182">
                  <c:v>4.8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4.8</c:v>
                </c:pt>
                <c:pt idx="192">
                  <c:v>4.8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5.4</c:v>
                </c:pt>
                <c:pt idx="197">
                  <c:v>5.4</c:v>
                </c:pt>
                <c:pt idx="198">
                  <c:v>5.4</c:v>
                </c:pt>
                <c:pt idx="199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435-4481-B0A5-96D47C6B9A6C}"/>
            </c:ext>
          </c:extLst>
        </c:ser>
        <c:ser>
          <c:idx val="5"/>
          <c:order val="5"/>
          <c:tx>
            <c:strRef>
              <c:f>save1!$EH$608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save1!$EH$609:$EH$808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0.2</c:v>
                </c:pt>
                <c:pt idx="21">
                  <c:v>0.2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1.4</c:v>
                </c:pt>
                <c:pt idx="55">
                  <c:v>1.6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2.4</c:v>
                </c:pt>
                <c:pt idx="69">
                  <c:v>2.4</c:v>
                </c:pt>
                <c:pt idx="70">
                  <c:v>2.4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3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3.2</c:v>
                </c:pt>
                <c:pt idx="83">
                  <c:v>3.4</c:v>
                </c:pt>
                <c:pt idx="84">
                  <c:v>3.6</c:v>
                </c:pt>
                <c:pt idx="85">
                  <c:v>3.6</c:v>
                </c:pt>
                <c:pt idx="86">
                  <c:v>3.8</c:v>
                </c:pt>
                <c:pt idx="87">
                  <c:v>3.8</c:v>
                </c:pt>
                <c:pt idx="88">
                  <c:v>3.8</c:v>
                </c:pt>
                <c:pt idx="89">
                  <c:v>4</c:v>
                </c:pt>
                <c:pt idx="90">
                  <c:v>4</c:v>
                </c:pt>
                <c:pt idx="91">
                  <c:v>4</c:v>
                </c:pt>
                <c:pt idx="92">
                  <c:v>4</c:v>
                </c:pt>
                <c:pt idx="93">
                  <c:v>4</c:v>
                </c:pt>
                <c:pt idx="94">
                  <c:v>4</c:v>
                </c:pt>
                <c:pt idx="95">
                  <c:v>4.2</c:v>
                </c:pt>
                <c:pt idx="96">
                  <c:v>4.2</c:v>
                </c:pt>
                <c:pt idx="97">
                  <c:v>4.2</c:v>
                </c:pt>
                <c:pt idx="98">
                  <c:v>4.2</c:v>
                </c:pt>
                <c:pt idx="99">
                  <c:v>4.2</c:v>
                </c:pt>
                <c:pt idx="100">
                  <c:v>4.2</c:v>
                </c:pt>
                <c:pt idx="101">
                  <c:v>4.2</c:v>
                </c:pt>
                <c:pt idx="102">
                  <c:v>4.2</c:v>
                </c:pt>
                <c:pt idx="103">
                  <c:v>4.2</c:v>
                </c:pt>
                <c:pt idx="104">
                  <c:v>4.2</c:v>
                </c:pt>
                <c:pt idx="105">
                  <c:v>4.2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4.4000000000000004</c:v>
                </c:pt>
                <c:pt idx="119">
                  <c:v>4.4000000000000004</c:v>
                </c:pt>
                <c:pt idx="120">
                  <c:v>4.5999999999999996</c:v>
                </c:pt>
                <c:pt idx="121">
                  <c:v>4.8</c:v>
                </c:pt>
                <c:pt idx="122">
                  <c:v>4.8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5.2</c:v>
                </c:pt>
                <c:pt idx="129">
                  <c:v>5.2</c:v>
                </c:pt>
                <c:pt idx="130">
                  <c:v>5.2</c:v>
                </c:pt>
                <c:pt idx="131">
                  <c:v>5.2</c:v>
                </c:pt>
                <c:pt idx="132">
                  <c:v>5.4</c:v>
                </c:pt>
                <c:pt idx="133">
                  <c:v>5.4</c:v>
                </c:pt>
                <c:pt idx="134">
                  <c:v>5.4</c:v>
                </c:pt>
                <c:pt idx="135">
                  <c:v>5.4</c:v>
                </c:pt>
                <c:pt idx="136">
                  <c:v>5.4</c:v>
                </c:pt>
                <c:pt idx="137">
                  <c:v>5.4</c:v>
                </c:pt>
                <c:pt idx="138">
                  <c:v>5.4</c:v>
                </c:pt>
                <c:pt idx="139">
                  <c:v>5.4</c:v>
                </c:pt>
                <c:pt idx="140">
                  <c:v>5.4</c:v>
                </c:pt>
                <c:pt idx="141">
                  <c:v>5.6</c:v>
                </c:pt>
                <c:pt idx="142">
                  <c:v>5.6</c:v>
                </c:pt>
                <c:pt idx="143">
                  <c:v>6</c:v>
                </c:pt>
                <c:pt idx="144">
                  <c:v>6.4</c:v>
                </c:pt>
                <c:pt idx="145">
                  <c:v>6.6</c:v>
                </c:pt>
                <c:pt idx="146">
                  <c:v>6.6</c:v>
                </c:pt>
                <c:pt idx="147">
                  <c:v>6.6</c:v>
                </c:pt>
                <c:pt idx="148">
                  <c:v>6.8</c:v>
                </c:pt>
                <c:pt idx="149">
                  <c:v>7</c:v>
                </c:pt>
                <c:pt idx="150">
                  <c:v>7</c:v>
                </c:pt>
                <c:pt idx="151">
                  <c:v>7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7.4</c:v>
                </c:pt>
                <c:pt idx="156">
                  <c:v>7.8</c:v>
                </c:pt>
                <c:pt idx="157">
                  <c:v>7.8</c:v>
                </c:pt>
                <c:pt idx="158">
                  <c:v>7.8</c:v>
                </c:pt>
                <c:pt idx="159">
                  <c:v>7.8</c:v>
                </c:pt>
                <c:pt idx="160">
                  <c:v>8</c:v>
                </c:pt>
                <c:pt idx="161">
                  <c:v>8</c:v>
                </c:pt>
                <c:pt idx="162">
                  <c:v>8.1999999999999993</c:v>
                </c:pt>
                <c:pt idx="163">
                  <c:v>8.4</c:v>
                </c:pt>
                <c:pt idx="164">
                  <c:v>8.4</c:v>
                </c:pt>
                <c:pt idx="165">
                  <c:v>8.6</c:v>
                </c:pt>
                <c:pt idx="166">
                  <c:v>8.6</c:v>
                </c:pt>
                <c:pt idx="167">
                  <c:v>8.6</c:v>
                </c:pt>
                <c:pt idx="168">
                  <c:v>8.6</c:v>
                </c:pt>
                <c:pt idx="169">
                  <c:v>8.6</c:v>
                </c:pt>
                <c:pt idx="170">
                  <c:v>8.6</c:v>
                </c:pt>
                <c:pt idx="171">
                  <c:v>8.6</c:v>
                </c:pt>
                <c:pt idx="172">
                  <c:v>8.6</c:v>
                </c:pt>
                <c:pt idx="173">
                  <c:v>8.6</c:v>
                </c:pt>
                <c:pt idx="174">
                  <c:v>8.6</c:v>
                </c:pt>
                <c:pt idx="175">
                  <c:v>8.6</c:v>
                </c:pt>
                <c:pt idx="176">
                  <c:v>8.6</c:v>
                </c:pt>
                <c:pt idx="177">
                  <c:v>8.8000000000000007</c:v>
                </c:pt>
                <c:pt idx="178">
                  <c:v>8.8000000000000007</c:v>
                </c:pt>
                <c:pt idx="179">
                  <c:v>8.8000000000000007</c:v>
                </c:pt>
                <c:pt idx="180">
                  <c:v>8.8000000000000007</c:v>
                </c:pt>
                <c:pt idx="181">
                  <c:v>8.8000000000000007</c:v>
                </c:pt>
                <c:pt idx="182">
                  <c:v>9</c:v>
                </c:pt>
                <c:pt idx="183">
                  <c:v>9</c:v>
                </c:pt>
                <c:pt idx="184">
                  <c:v>9</c:v>
                </c:pt>
                <c:pt idx="185">
                  <c:v>9</c:v>
                </c:pt>
                <c:pt idx="186">
                  <c:v>9</c:v>
                </c:pt>
                <c:pt idx="187">
                  <c:v>9</c:v>
                </c:pt>
                <c:pt idx="188">
                  <c:v>9</c:v>
                </c:pt>
                <c:pt idx="189">
                  <c:v>9</c:v>
                </c:pt>
                <c:pt idx="190">
                  <c:v>9</c:v>
                </c:pt>
                <c:pt idx="191">
                  <c:v>9</c:v>
                </c:pt>
                <c:pt idx="192">
                  <c:v>9</c:v>
                </c:pt>
                <c:pt idx="193">
                  <c:v>9</c:v>
                </c:pt>
                <c:pt idx="194">
                  <c:v>9</c:v>
                </c:pt>
                <c:pt idx="195">
                  <c:v>9.1999999999999993</c:v>
                </c:pt>
                <c:pt idx="196">
                  <c:v>9.1999999999999993</c:v>
                </c:pt>
                <c:pt idx="197">
                  <c:v>9.1999999999999993</c:v>
                </c:pt>
                <c:pt idx="198">
                  <c:v>9.1999999999999993</c:v>
                </c:pt>
                <c:pt idx="199">
                  <c:v>9.1999999999999993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435-4481-B0A5-96D47C6B9A6C}"/>
            </c:ext>
          </c:extLst>
        </c:ser>
        <c:ser>
          <c:idx val="6"/>
          <c:order val="6"/>
          <c:tx>
            <c:strRef>
              <c:f>save1!$EI$608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save1!$EI$609:$EI$808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1</c:v>
                </c:pt>
                <c:pt idx="21">
                  <c:v>1</c:v>
                </c:pt>
                <c:pt idx="22">
                  <c:v>1.6</c:v>
                </c:pt>
                <c:pt idx="23">
                  <c:v>1.6</c:v>
                </c:pt>
                <c:pt idx="24">
                  <c:v>1.6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1.6</c:v>
                </c:pt>
                <c:pt idx="34">
                  <c:v>1.6</c:v>
                </c:pt>
                <c:pt idx="35">
                  <c:v>2</c:v>
                </c:pt>
                <c:pt idx="36">
                  <c:v>2</c:v>
                </c:pt>
                <c:pt idx="37">
                  <c:v>2.2000000000000002</c:v>
                </c:pt>
                <c:pt idx="38">
                  <c:v>2.4</c:v>
                </c:pt>
                <c:pt idx="39">
                  <c:v>2.4</c:v>
                </c:pt>
                <c:pt idx="40">
                  <c:v>2.4</c:v>
                </c:pt>
                <c:pt idx="41">
                  <c:v>2.6</c:v>
                </c:pt>
                <c:pt idx="42">
                  <c:v>2.6</c:v>
                </c:pt>
                <c:pt idx="43">
                  <c:v>2.6</c:v>
                </c:pt>
                <c:pt idx="44">
                  <c:v>2.6</c:v>
                </c:pt>
                <c:pt idx="45">
                  <c:v>2.6</c:v>
                </c:pt>
                <c:pt idx="46">
                  <c:v>2.6</c:v>
                </c:pt>
                <c:pt idx="47">
                  <c:v>2.6</c:v>
                </c:pt>
                <c:pt idx="48">
                  <c:v>2.6</c:v>
                </c:pt>
                <c:pt idx="49">
                  <c:v>2.6</c:v>
                </c:pt>
                <c:pt idx="50">
                  <c:v>2.6</c:v>
                </c:pt>
                <c:pt idx="51">
                  <c:v>2.6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3.2</c:v>
                </c:pt>
                <c:pt idx="57">
                  <c:v>3.2</c:v>
                </c:pt>
                <c:pt idx="58">
                  <c:v>3.2</c:v>
                </c:pt>
                <c:pt idx="59">
                  <c:v>3.2</c:v>
                </c:pt>
                <c:pt idx="60">
                  <c:v>3.2</c:v>
                </c:pt>
                <c:pt idx="61">
                  <c:v>3.2</c:v>
                </c:pt>
                <c:pt idx="62">
                  <c:v>3.2</c:v>
                </c:pt>
                <c:pt idx="63">
                  <c:v>3.2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3.4</c:v>
                </c:pt>
                <c:pt idx="69">
                  <c:v>3.4</c:v>
                </c:pt>
                <c:pt idx="70">
                  <c:v>3.4</c:v>
                </c:pt>
                <c:pt idx="71">
                  <c:v>3.4</c:v>
                </c:pt>
                <c:pt idx="72">
                  <c:v>3.4</c:v>
                </c:pt>
                <c:pt idx="73">
                  <c:v>3.4</c:v>
                </c:pt>
                <c:pt idx="74">
                  <c:v>3.4</c:v>
                </c:pt>
                <c:pt idx="75">
                  <c:v>3.4</c:v>
                </c:pt>
                <c:pt idx="76">
                  <c:v>3.6</c:v>
                </c:pt>
                <c:pt idx="77">
                  <c:v>3.6</c:v>
                </c:pt>
                <c:pt idx="78">
                  <c:v>3.8</c:v>
                </c:pt>
                <c:pt idx="79">
                  <c:v>3.8</c:v>
                </c:pt>
                <c:pt idx="80">
                  <c:v>3.8</c:v>
                </c:pt>
                <c:pt idx="81">
                  <c:v>3.8</c:v>
                </c:pt>
                <c:pt idx="82">
                  <c:v>3.8</c:v>
                </c:pt>
                <c:pt idx="83">
                  <c:v>3.8</c:v>
                </c:pt>
                <c:pt idx="84">
                  <c:v>3.8</c:v>
                </c:pt>
                <c:pt idx="85">
                  <c:v>3.8</c:v>
                </c:pt>
                <c:pt idx="86">
                  <c:v>3.8</c:v>
                </c:pt>
                <c:pt idx="87">
                  <c:v>3.8</c:v>
                </c:pt>
                <c:pt idx="88">
                  <c:v>3.8</c:v>
                </c:pt>
                <c:pt idx="89">
                  <c:v>4</c:v>
                </c:pt>
                <c:pt idx="90">
                  <c:v>4</c:v>
                </c:pt>
                <c:pt idx="91">
                  <c:v>4</c:v>
                </c:pt>
                <c:pt idx="92">
                  <c:v>4</c:v>
                </c:pt>
                <c:pt idx="93">
                  <c:v>4</c:v>
                </c:pt>
                <c:pt idx="94">
                  <c:v>4</c:v>
                </c:pt>
                <c:pt idx="95">
                  <c:v>4.2</c:v>
                </c:pt>
                <c:pt idx="96">
                  <c:v>4.2</c:v>
                </c:pt>
                <c:pt idx="97">
                  <c:v>4.2</c:v>
                </c:pt>
                <c:pt idx="98">
                  <c:v>4.2</c:v>
                </c:pt>
                <c:pt idx="99">
                  <c:v>4.2</c:v>
                </c:pt>
                <c:pt idx="100">
                  <c:v>4.2</c:v>
                </c:pt>
                <c:pt idx="101">
                  <c:v>4.2</c:v>
                </c:pt>
                <c:pt idx="102">
                  <c:v>4.4000000000000004</c:v>
                </c:pt>
                <c:pt idx="103">
                  <c:v>4.4000000000000004</c:v>
                </c:pt>
                <c:pt idx="104">
                  <c:v>4.4000000000000004</c:v>
                </c:pt>
                <c:pt idx="105">
                  <c:v>4.4000000000000004</c:v>
                </c:pt>
                <c:pt idx="106">
                  <c:v>4.4000000000000004</c:v>
                </c:pt>
                <c:pt idx="107">
                  <c:v>4.4000000000000004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4.4000000000000004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4.5999999999999996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5.2</c:v>
                </c:pt>
                <c:pt idx="121">
                  <c:v>5.2</c:v>
                </c:pt>
                <c:pt idx="122">
                  <c:v>5.2</c:v>
                </c:pt>
                <c:pt idx="123">
                  <c:v>5.4</c:v>
                </c:pt>
                <c:pt idx="124">
                  <c:v>5.4</c:v>
                </c:pt>
                <c:pt idx="125">
                  <c:v>5.6</c:v>
                </c:pt>
                <c:pt idx="126">
                  <c:v>5.6</c:v>
                </c:pt>
                <c:pt idx="127">
                  <c:v>5.6</c:v>
                </c:pt>
                <c:pt idx="128">
                  <c:v>5.6</c:v>
                </c:pt>
                <c:pt idx="129">
                  <c:v>5.6</c:v>
                </c:pt>
                <c:pt idx="130">
                  <c:v>5.6</c:v>
                </c:pt>
                <c:pt idx="131">
                  <c:v>5.6</c:v>
                </c:pt>
                <c:pt idx="132">
                  <c:v>5.6</c:v>
                </c:pt>
                <c:pt idx="133">
                  <c:v>5.8</c:v>
                </c:pt>
                <c:pt idx="134">
                  <c:v>5.8</c:v>
                </c:pt>
                <c:pt idx="135">
                  <c:v>5.8</c:v>
                </c:pt>
                <c:pt idx="136">
                  <c:v>5.8</c:v>
                </c:pt>
                <c:pt idx="137">
                  <c:v>5.8</c:v>
                </c:pt>
                <c:pt idx="138">
                  <c:v>5.8</c:v>
                </c:pt>
                <c:pt idx="139">
                  <c:v>5.8</c:v>
                </c:pt>
                <c:pt idx="140">
                  <c:v>5.8</c:v>
                </c:pt>
                <c:pt idx="141">
                  <c:v>5.8</c:v>
                </c:pt>
                <c:pt idx="142">
                  <c:v>5.8</c:v>
                </c:pt>
                <c:pt idx="143">
                  <c:v>5.8</c:v>
                </c:pt>
                <c:pt idx="144">
                  <c:v>6</c:v>
                </c:pt>
                <c:pt idx="145">
                  <c:v>6.2</c:v>
                </c:pt>
                <c:pt idx="146">
                  <c:v>6.2</c:v>
                </c:pt>
                <c:pt idx="147">
                  <c:v>6.2</c:v>
                </c:pt>
                <c:pt idx="148">
                  <c:v>6.2</c:v>
                </c:pt>
                <c:pt idx="149">
                  <c:v>6.2</c:v>
                </c:pt>
                <c:pt idx="150">
                  <c:v>6.2</c:v>
                </c:pt>
                <c:pt idx="151">
                  <c:v>6.2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6.4</c:v>
                </c:pt>
                <c:pt idx="156">
                  <c:v>6.4</c:v>
                </c:pt>
                <c:pt idx="157">
                  <c:v>6.4</c:v>
                </c:pt>
                <c:pt idx="158">
                  <c:v>7</c:v>
                </c:pt>
                <c:pt idx="159">
                  <c:v>7</c:v>
                </c:pt>
                <c:pt idx="160">
                  <c:v>7</c:v>
                </c:pt>
                <c:pt idx="161">
                  <c:v>7</c:v>
                </c:pt>
                <c:pt idx="162">
                  <c:v>7.2</c:v>
                </c:pt>
                <c:pt idx="163">
                  <c:v>7.2</c:v>
                </c:pt>
                <c:pt idx="164">
                  <c:v>7.2</c:v>
                </c:pt>
                <c:pt idx="165">
                  <c:v>7.2</c:v>
                </c:pt>
                <c:pt idx="166">
                  <c:v>7.2</c:v>
                </c:pt>
                <c:pt idx="167">
                  <c:v>7.2</c:v>
                </c:pt>
                <c:pt idx="168">
                  <c:v>7.2</c:v>
                </c:pt>
                <c:pt idx="169">
                  <c:v>7.2</c:v>
                </c:pt>
                <c:pt idx="170">
                  <c:v>7.2</c:v>
                </c:pt>
                <c:pt idx="171">
                  <c:v>7.2</c:v>
                </c:pt>
                <c:pt idx="172">
                  <c:v>7.2</c:v>
                </c:pt>
                <c:pt idx="173">
                  <c:v>7.2</c:v>
                </c:pt>
                <c:pt idx="174">
                  <c:v>7.2</c:v>
                </c:pt>
                <c:pt idx="175">
                  <c:v>7.2</c:v>
                </c:pt>
                <c:pt idx="176">
                  <c:v>7.2</c:v>
                </c:pt>
                <c:pt idx="177">
                  <c:v>7.2</c:v>
                </c:pt>
                <c:pt idx="178">
                  <c:v>7.2</c:v>
                </c:pt>
                <c:pt idx="179">
                  <c:v>7.2</c:v>
                </c:pt>
                <c:pt idx="180">
                  <c:v>7.2</c:v>
                </c:pt>
                <c:pt idx="181">
                  <c:v>7.2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7.8</c:v>
                </c:pt>
                <c:pt idx="193">
                  <c:v>7.8</c:v>
                </c:pt>
                <c:pt idx="194">
                  <c:v>7.8</c:v>
                </c:pt>
                <c:pt idx="195">
                  <c:v>8</c:v>
                </c:pt>
                <c:pt idx="196">
                  <c:v>8</c:v>
                </c:pt>
                <c:pt idx="197">
                  <c:v>8</c:v>
                </c:pt>
                <c:pt idx="198">
                  <c:v>8</c:v>
                </c:pt>
                <c:pt idx="19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435-4481-B0A5-96D47C6B9A6C}"/>
            </c:ext>
          </c:extLst>
        </c:ser>
        <c:ser>
          <c:idx val="7"/>
          <c:order val="7"/>
          <c:tx>
            <c:strRef>
              <c:f>save1!$EJ$608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save1!$EJ$609:$EJ$808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0.4</c:v>
                </c:pt>
                <c:pt idx="15">
                  <c:v>0.6</c:v>
                </c:pt>
                <c:pt idx="16">
                  <c:v>0.6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2.2000000000000002</c:v>
                </c:pt>
                <c:pt idx="78">
                  <c:v>2.2000000000000002</c:v>
                </c:pt>
                <c:pt idx="79">
                  <c:v>2.4</c:v>
                </c:pt>
                <c:pt idx="80">
                  <c:v>2.4</c:v>
                </c:pt>
                <c:pt idx="81">
                  <c:v>2.4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2.6</c:v>
                </c:pt>
                <c:pt idx="90">
                  <c:v>2.6</c:v>
                </c:pt>
                <c:pt idx="91">
                  <c:v>2.6</c:v>
                </c:pt>
                <c:pt idx="92">
                  <c:v>2.6</c:v>
                </c:pt>
                <c:pt idx="93">
                  <c:v>2.6</c:v>
                </c:pt>
                <c:pt idx="94">
                  <c:v>2.6</c:v>
                </c:pt>
                <c:pt idx="95">
                  <c:v>2.6</c:v>
                </c:pt>
                <c:pt idx="96">
                  <c:v>2.6</c:v>
                </c:pt>
                <c:pt idx="97">
                  <c:v>2.6</c:v>
                </c:pt>
                <c:pt idx="98">
                  <c:v>2.6</c:v>
                </c:pt>
                <c:pt idx="99">
                  <c:v>2.6</c:v>
                </c:pt>
                <c:pt idx="100">
                  <c:v>2.8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3.2</c:v>
                </c:pt>
                <c:pt idx="126">
                  <c:v>3.2</c:v>
                </c:pt>
                <c:pt idx="127">
                  <c:v>3.2</c:v>
                </c:pt>
                <c:pt idx="128">
                  <c:v>3.2</c:v>
                </c:pt>
                <c:pt idx="129">
                  <c:v>3.2</c:v>
                </c:pt>
                <c:pt idx="130">
                  <c:v>3.2</c:v>
                </c:pt>
                <c:pt idx="131">
                  <c:v>3.2</c:v>
                </c:pt>
                <c:pt idx="132">
                  <c:v>3.2</c:v>
                </c:pt>
                <c:pt idx="133">
                  <c:v>3.2</c:v>
                </c:pt>
                <c:pt idx="134">
                  <c:v>3.2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3.2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3.2</c:v>
                </c:pt>
                <c:pt idx="144">
                  <c:v>3.2</c:v>
                </c:pt>
                <c:pt idx="145">
                  <c:v>3.2</c:v>
                </c:pt>
                <c:pt idx="146">
                  <c:v>3.2</c:v>
                </c:pt>
                <c:pt idx="147">
                  <c:v>3.2</c:v>
                </c:pt>
                <c:pt idx="148">
                  <c:v>3.2</c:v>
                </c:pt>
                <c:pt idx="149">
                  <c:v>3.2</c:v>
                </c:pt>
                <c:pt idx="150">
                  <c:v>3.4</c:v>
                </c:pt>
                <c:pt idx="151">
                  <c:v>3.6</c:v>
                </c:pt>
                <c:pt idx="152">
                  <c:v>3.6</c:v>
                </c:pt>
                <c:pt idx="153">
                  <c:v>3.6</c:v>
                </c:pt>
                <c:pt idx="154">
                  <c:v>3.6</c:v>
                </c:pt>
                <c:pt idx="155">
                  <c:v>3.6</c:v>
                </c:pt>
                <c:pt idx="156">
                  <c:v>3.6</c:v>
                </c:pt>
                <c:pt idx="157">
                  <c:v>3.6</c:v>
                </c:pt>
                <c:pt idx="158">
                  <c:v>3.8</c:v>
                </c:pt>
                <c:pt idx="159">
                  <c:v>3.8</c:v>
                </c:pt>
                <c:pt idx="160">
                  <c:v>3.8</c:v>
                </c:pt>
                <c:pt idx="161">
                  <c:v>3.8</c:v>
                </c:pt>
                <c:pt idx="162">
                  <c:v>4</c:v>
                </c:pt>
                <c:pt idx="163">
                  <c:v>4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4</c:v>
                </c:pt>
                <c:pt idx="168">
                  <c:v>4</c:v>
                </c:pt>
                <c:pt idx="169">
                  <c:v>4</c:v>
                </c:pt>
                <c:pt idx="170">
                  <c:v>4</c:v>
                </c:pt>
                <c:pt idx="171">
                  <c:v>4.2</c:v>
                </c:pt>
                <c:pt idx="172">
                  <c:v>4.2</c:v>
                </c:pt>
                <c:pt idx="173">
                  <c:v>4.2</c:v>
                </c:pt>
                <c:pt idx="174">
                  <c:v>4.2</c:v>
                </c:pt>
                <c:pt idx="175">
                  <c:v>4.2</c:v>
                </c:pt>
                <c:pt idx="176">
                  <c:v>4.2</c:v>
                </c:pt>
                <c:pt idx="177">
                  <c:v>4.2</c:v>
                </c:pt>
                <c:pt idx="178">
                  <c:v>4.2</c:v>
                </c:pt>
                <c:pt idx="179">
                  <c:v>4.2</c:v>
                </c:pt>
                <c:pt idx="180">
                  <c:v>4.2</c:v>
                </c:pt>
                <c:pt idx="181">
                  <c:v>4.2</c:v>
                </c:pt>
                <c:pt idx="182">
                  <c:v>4.2</c:v>
                </c:pt>
                <c:pt idx="183">
                  <c:v>4.2</c:v>
                </c:pt>
                <c:pt idx="184">
                  <c:v>4.2</c:v>
                </c:pt>
                <c:pt idx="185">
                  <c:v>4.4000000000000004</c:v>
                </c:pt>
                <c:pt idx="186">
                  <c:v>4.4000000000000004</c:v>
                </c:pt>
                <c:pt idx="187">
                  <c:v>4.4000000000000004</c:v>
                </c:pt>
                <c:pt idx="188">
                  <c:v>4.4000000000000004</c:v>
                </c:pt>
                <c:pt idx="189">
                  <c:v>4.4000000000000004</c:v>
                </c:pt>
                <c:pt idx="190">
                  <c:v>4.4000000000000004</c:v>
                </c:pt>
                <c:pt idx="191">
                  <c:v>4.4000000000000004</c:v>
                </c:pt>
                <c:pt idx="192">
                  <c:v>4.4000000000000004</c:v>
                </c:pt>
                <c:pt idx="193">
                  <c:v>4.4000000000000004</c:v>
                </c:pt>
                <c:pt idx="194">
                  <c:v>4.4000000000000004</c:v>
                </c:pt>
                <c:pt idx="195">
                  <c:v>4.4000000000000004</c:v>
                </c:pt>
                <c:pt idx="196">
                  <c:v>4.4000000000000004</c:v>
                </c:pt>
                <c:pt idx="197">
                  <c:v>4.5999999999999996</c:v>
                </c:pt>
                <c:pt idx="198">
                  <c:v>4.8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435-4481-B0A5-96D47C6B9A6C}"/>
            </c:ext>
          </c:extLst>
        </c:ser>
        <c:ser>
          <c:idx val="8"/>
          <c:order val="8"/>
          <c:tx>
            <c:strRef>
              <c:f>save1!$EK$608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save1!$EK$609:$EK$808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0.8</c:v>
                </c:pt>
                <c:pt idx="88">
                  <c:v>0.8</c:v>
                </c:pt>
                <c:pt idx="89">
                  <c:v>0.8</c:v>
                </c:pt>
                <c:pt idx="90">
                  <c:v>0.8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0.8</c:v>
                </c:pt>
                <c:pt idx="99">
                  <c:v>0.8</c:v>
                </c:pt>
                <c:pt idx="100">
                  <c:v>1.2</c:v>
                </c:pt>
                <c:pt idx="101">
                  <c:v>1.4</c:v>
                </c:pt>
                <c:pt idx="102">
                  <c:v>1.4</c:v>
                </c:pt>
                <c:pt idx="103">
                  <c:v>1.4</c:v>
                </c:pt>
                <c:pt idx="104">
                  <c:v>1.4</c:v>
                </c:pt>
                <c:pt idx="105">
                  <c:v>1.4</c:v>
                </c:pt>
                <c:pt idx="106">
                  <c:v>1.4</c:v>
                </c:pt>
                <c:pt idx="107">
                  <c:v>1.4</c:v>
                </c:pt>
                <c:pt idx="108">
                  <c:v>1.4</c:v>
                </c:pt>
                <c:pt idx="109">
                  <c:v>1.4</c:v>
                </c:pt>
                <c:pt idx="110">
                  <c:v>1.4</c:v>
                </c:pt>
                <c:pt idx="111">
                  <c:v>1.4</c:v>
                </c:pt>
                <c:pt idx="112">
                  <c:v>1.4</c:v>
                </c:pt>
                <c:pt idx="113">
                  <c:v>1.4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1.4</c:v>
                </c:pt>
                <c:pt idx="125">
                  <c:v>1.6</c:v>
                </c:pt>
                <c:pt idx="126">
                  <c:v>1.6</c:v>
                </c:pt>
                <c:pt idx="127">
                  <c:v>1.6</c:v>
                </c:pt>
                <c:pt idx="128">
                  <c:v>1.6</c:v>
                </c:pt>
                <c:pt idx="129">
                  <c:v>1.6</c:v>
                </c:pt>
                <c:pt idx="130">
                  <c:v>1.6</c:v>
                </c:pt>
                <c:pt idx="131">
                  <c:v>1.6</c:v>
                </c:pt>
                <c:pt idx="132">
                  <c:v>1.6</c:v>
                </c:pt>
                <c:pt idx="133">
                  <c:v>1.6</c:v>
                </c:pt>
                <c:pt idx="134">
                  <c:v>1.6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1.6</c:v>
                </c:pt>
                <c:pt idx="140">
                  <c:v>1.6</c:v>
                </c:pt>
                <c:pt idx="141">
                  <c:v>1.6</c:v>
                </c:pt>
                <c:pt idx="142">
                  <c:v>1.6</c:v>
                </c:pt>
                <c:pt idx="143">
                  <c:v>1.6</c:v>
                </c:pt>
                <c:pt idx="144">
                  <c:v>1.6</c:v>
                </c:pt>
                <c:pt idx="145">
                  <c:v>1.6</c:v>
                </c:pt>
                <c:pt idx="146">
                  <c:v>1.6</c:v>
                </c:pt>
                <c:pt idx="147">
                  <c:v>1.6</c:v>
                </c:pt>
                <c:pt idx="148">
                  <c:v>1.6</c:v>
                </c:pt>
                <c:pt idx="149">
                  <c:v>1.6</c:v>
                </c:pt>
                <c:pt idx="150">
                  <c:v>1.6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1.8</c:v>
                </c:pt>
                <c:pt idx="194">
                  <c:v>1.8</c:v>
                </c:pt>
                <c:pt idx="195">
                  <c:v>1.8</c:v>
                </c:pt>
                <c:pt idx="196">
                  <c:v>1.8</c:v>
                </c:pt>
                <c:pt idx="197">
                  <c:v>1.8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435-4481-B0A5-96D47C6B9A6C}"/>
            </c:ext>
          </c:extLst>
        </c:ser>
        <c:ser>
          <c:idx val="9"/>
          <c:order val="9"/>
          <c:tx>
            <c:strRef>
              <c:f>save1!$EL$608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save1!$EL$609:$EL$808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435-4481-B0A5-96D47C6B9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(Paper Clip,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save1!$EU$608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save1!$EU$609:$EU$808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2</c:v>
                </c:pt>
                <c:pt idx="3">
                  <c:v>2</c:v>
                </c:pt>
                <c:pt idx="4">
                  <c:v>3.2</c:v>
                </c:pt>
                <c:pt idx="5">
                  <c:v>3.2</c:v>
                </c:pt>
                <c:pt idx="6">
                  <c:v>4</c:v>
                </c:pt>
                <c:pt idx="7">
                  <c:v>4.2</c:v>
                </c:pt>
                <c:pt idx="8">
                  <c:v>4.2</c:v>
                </c:pt>
                <c:pt idx="9">
                  <c:v>5.2</c:v>
                </c:pt>
                <c:pt idx="10">
                  <c:v>5.6</c:v>
                </c:pt>
                <c:pt idx="11">
                  <c:v>5.6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6.2</c:v>
                </c:pt>
                <c:pt idx="16">
                  <c:v>7.2</c:v>
                </c:pt>
                <c:pt idx="17">
                  <c:v>8.4</c:v>
                </c:pt>
                <c:pt idx="18">
                  <c:v>9.4</c:v>
                </c:pt>
                <c:pt idx="19">
                  <c:v>12.8</c:v>
                </c:pt>
                <c:pt idx="20">
                  <c:v>13</c:v>
                </c:pt>
                <c:pt idx="21">
                  <c:v>13.4</c:v>
                </c:pt>
                <c:pt idx="22">
                  <c:v>15</c:v>
                </c:pt>
                <c:pt idx="23">
                  <c:v>15</c:v>
                </c:pt>
                <c:pt idx="24">
                  <c:v>16.2</c:v>
                </c:pt>
                <c:pt idx="25">
                  <c:v>16.600000000000001</c:v>
                </c:pt>
                <c:pt idx="26">
                  <c:v>16.8</c:v>
                </c:pt>
                <c:pt idx="27">
                  <c:v>17.8</c:v>
                </c:pt>
                <c:pt idx="28">
                  <c:v>18</c:v>
                </c:pt>
                <c:pt idx="29">
                  <c:v>19.600000000000001</c:v>
                </c:pt>
                <c:pt idx="30">
                  <c:v>20.2</c:v>
                </c:pt>
                <c:pt idx="31">
                  <c:v>20.8</c:v>
                </c:pt>
                <c:pt idx="32">
                  <c:v>22.2</c:v>
                </c:pt>
                <c:pt idx="33">
                  <c:v>22.2</c:v>
                </c:pt>
                <c:pt idx="34">
                  <c:v>23</c:v>
                </c:pt>
                <c:pt idx="35">
                  <c:v>23</c:v>
                </c:pt>
                <c:pt idx="36">
                  <c:v>23.8</c:v>
                </c:pt>
                <c:pt idx="37">
                  <c:v>24.4</c:v>
                </c:pt>
                <c:pt idx="38">
                  <c:v>25</c:v>
                </c:pt>
                <c:pt idx="39">
                  <c:v>25.2</c:v>
                </c:pt>
                <c:pt idx="40">
                  <c:v>25.4</c:v>
                </c:pt>
                <c:pt idx="41">
                  <c:v>25.6</c:v>
                </c:pt>
                <c:pt idx="42">
                  <c:v>26.6</c:v>
                </c:pt>
                <c:pt idx="43">
                  <c:v>27.8</c:v>
                </c:pt>
                <c:pt idx="44">
                  <c:v>28.4</c:v>
                </c:pt>
                <c:pt idx="45">
                  <c:v>29</c:v>
                </c:pt>
                <c:pt idx="46">
                  <c:v>29.2</c:v>
                </c:pt>
                <c:pt idx="47">
                  <c:v>29.2</c:v>
                </c:pt>
                <c:pt idx="48">
                  <c:v>29.6</c:v>
                </c:pt>
                <c:pt idx="49">
                  <c:v>29.6</c:v>
                </c:pt>
                <c:pt idx="50">
                  <c:v>30.6</c:v>
                </c:pt>
                <c:pt idx="51">
                  <c:v>30.6</c:v>
                </c:pt>
                <c:pt idx="52">
                  <c:v>30.6</c:v>
                </c:pt>
                <c:pt idx="53">
                  <c:v>31.4</c:v>
                </c:pt>
                <c:pt idx="54">
                  <c:v>31.4</c:v>
                </c:pt>
                <c:pt idx="55">
                  <c:v>32.200000000000003</c:v>
                </c:pt>
                <c:pt idx="56">
                  <c:v>32.799999999999997</c:v>
                </c:pt>
                <c:pt idx="57">
                  <c:v>34.799999999999997</c:v>
                </c:pt>
                <c:pt idx="58">
                  <c:v>34.799999999999997</c:v>
                </c:pt>
                <c:pt idx="59">
                  <c:v>35.200000000000003</c:v>
                </c:pt>
                <c:pt idx="60">
                  <c:v>36.200000000000003</c:v>
                </c:pt>
                <c:pt idx="61">
                  <c:v>37.200000000000003</c:v>
                </c:pt>
                <c:pt idx="62">
                  <c:v>37.799999999999997</c:v>
                </c:pt>
                <c:pt idx="63">
                  <c:v>37.799999999999997</c:v>
                </c:pt>
                <c:pt idx="64">
                  <c:v>38.4</c:v>
                </c:pt>
                <c:pt idx="65">
                  <c:v>38.4</c:v>
                </c:pt>
                <c:pt idx="66">
                  <c:v>39</c:v>
                </c:pt>
                <c:pt idx="67">
                  <c:v>39</c:v>
                </c:pt>
                <c:pt idx="68">
                  <c:v>39.200000000000003</c:v>
                </c:pt>
                <c:pt idx="69">
                  <c:v>39.200000000000003</c:v>
                </c:pt>
                <c:pt idx="70">
                  <c:v>40.200000000000003</c:v>
                </c:pt>
                <c:pt idx="71">
                  <c:v>40.799999999999997</c:v>
                </c:pt>
                <c:pt idx="72">
                  <c:v>40.799999999999997</c:v>
                </c:pt>
                <c:pt idx="73">
                  <c:v>40.799999999999997</c:v>
                </c:pt>
                <c:pt idx="74">
                  <c:v>41</c:v>
                </c:pt>
                <c:pt idx="75">
                  <c:v>41.2</c:v>
                </c:pt>
                <c:pt idx="76">
                  <c:v>41.4</c:v>
                </c:pt>
                <c:pt idx="77">
                  <c:v>41.8</c:v>
                </c:pt>
                <c:pt idx="78">
                  <c:v>42.4</c:v>
                </c:pt>
                <c:pt idx="79">
                  <c:v>42.8</c:v>
                </c:pt>
                <c:pt idx="80">
                  <c:v>44.4</c:v>
                </c:pt>
                <c:pt idx="81">
                  <c:v>45.4</c:v>
                </c:pt>
                <c:pt idx="82">
                  <c:v>45.6</c:v>
                </c:pt>
                <c:pt idx="83">
                  <c:v>45.6</c:v>
                </c:pt>
                <c:pt idx="84">
                  <c:v>46.4</c:v>
                </c:pt>
                <c:pt idx="85">
                  <c:v>46.4</c:v>
                </c:pt>
                <c:pt idx="86">
                  <c:v>46.6</c:v>
                </c:pt>
                <c:pt idx="87">
                  <c:v>47.2</c:v>
                </c:pt>
                <c:pt idx="88">
                  <c:v>47.4</c:v>
                </c:pt>
                <c:pt idx="89">
                  <c:v>47.8</c:v>
                </c:pt>
                <c:pt idx="90">
                  <c:v>48.4</c:v>
                </c:pt>
                <c:pt idx="91">
                  <c:v>48.8</c:v>
                </c:pt>
                <c:pt idx="92">
                  <c:v>49</c:v>
                </c:pt>
                <c:pt idx="93">
                  <c:v>49</c:v>
                </c:pt>
                <c:pt idx="94">
                  <c:v>49.2</c:v>
                </c:pt>
                <c:pt idx="95">
                  <c:v>49.6</c:v>
                </c:pt>
                <c:pt idx="96">
                  <c:v>50</c:v>
                </c:pt>
                <c:pt idx="97">
                  <c:v>50.4</c:v>
                </c:pt>
                <c:pt idx="98">
                  <c:v>50.6</c:v>
                </c:pt>
                <c:pt idx="99">
                  <c:v>50.8</c:v>
                </c:pt>
                <c:pt idx="100">
                  <c:v>52.4</c:v>
                </c:pt>
                <c:pt idx="101">
                  <c:v>52.4</c:v>
                </c:pt>
                <c:pt idx="102">
                  <c:v>53</c:v>
                </c:pt>
                <c:pt idx="103">
                  <c:v>53.8</c:v>
                </c:pt>
                <c:pt idx="104">
                  <c:v>54.4</c:v>
                </c:pt>
                <c:pt idx="105">
                  <c:v>55.2</c:v>
                </c:pt>
                <c:pt idx="106">
                  <c:v>56.2</c:v>
                </c:pt>
                <c:pt idx="107">
                  <c:v>56.4</c:v>
                </c:pt>
                <c:pt idx="108">
                  <c:v>56.8</c:v>
                </c:pt>
                <c:pt idx="109">
                  <c:v>56.8</c:v>
                </c:pt>
                <c:pt idx="110">
                  <c:v>56.8</c:v>
                </c:pt>
                <c:pt idx="111">
                  <c:v>57.8</c:v>
                </c:pt>
                <c:pt idx="112">
                  <c:v>58.2</c:v>
                </c:pt>
                <c:pt idx="113">
                  <c:v>59</c:v>
                </c:pt>
                <c:pt idx="114">
                  <c:v>59.4</c:v>
                </c:pt>
                <c:pt idx="115">
                  <c:v>59.6</c:v>
                </c:pt>
                <c:pt idx="116">
                  <c:v>61</c:v>
                </c:pt>
                <c:pt idx="117">
                  <c:v>61.8</c:v>
                </c:pt>
                <c:pt idx="118">
                  <c:v>62.4</c:v>
                </c:pt>
                <c:pt idx="119">
                  <c:v>63.8</c:v>
                </c:pt>
                <c:pt idx="120">
                  <c:v>63.8</c:v>
                </c:pt>
                <c:pt idx="121">
                  <c:v>65.400000000000006</c:v>
                </c:pt>
                <c:pt idx="122">
                  <c:v>66</c:v>
                </c:pt>
                <c:pt idx="123">
                  <c:v>66.400000000000006</c:v>
                </c:pt>
                <c:pt idx="124">
                  <c:v>66.599999999999994</c:v>
                </c:pt>
                <c:pt idx="125">
                  <c:v>66.8</c:v>
                </c:pt>
                <c:pt idx="126">
                  <c:v>67</c:v>
                </c:pt>
                <c:pt idx="127">
                  <c:v>67</c:v>
                </c:pt>
                <c:pt idx="128">
                  <c:v>67</c:v>
                </c:pt>
                <c:pt idx="129">
                  <c:v>67</c:v>
                </c:pt>
                <c:pt idx="130">
                  <c:v>67.599999999999994</c:v>
                </c:pt>
                <c:pt idx="131">
                  <c:v>68</c:v>
                </c:pt>
                <c:pt idx="132">
                  <c:v>69.2</c:v>
                </c:pt>
                <c:pt idx="133">
                  <c:v>69.400000000000006</c:v>
                </c:pt>
                <c:pt idx="134">
                  <c:v>70.599999999999994</c:v>
                </c:pt>
                <c:pt idx="135">
                  <c:v>71.599999999999994</c:v>
                </c:pt>
                <c:pt idx="136">
                  <c:v>72</c:v>
                </c:pt>
                <c:pt idx="137">
                  <c:v>74.2</c:v>
                </c:pt>
                <c:pt idx="138">
                  <c:v>76.400000000000006</c:v>
                </c:pt>
                <c:pt idx="139">
                  <c:v>78</c:v>
                </c:pt>
                <c:pt idx="140">
                  <c:v>78</c:v>
                </c:pt>
                <c:pt idx="141">
                  <c:v>78.599999999999994</c:v>
                </c:pt>
                <c:pt idx="142">
                  <c:v>78.599999999999994</c:v>
                </c:pt>
                <c:pt idx="143">
                  <c:v>79.8</c:v>
                </c:pt>
                <c:pt idx="144">
                  <c:v>81.2</c:v>
                </c:pt>
                <c:pt idx="145">
                  <c:v>81.599999999999994</c:v>
                </c:pt>
                <c:pt idx="146">
                  <c:v>81.599999999999994</c:v>
                </c:pt>
                <c:pt idx="147">
                  <c:v>82.8</c:v>
                </c:pt>
                <c:pt idx="148">
                  <c:v>83</c:v>
                </c:pt>
                <c:pt idx="149">
                  <c:v>85</c:v>
                </c:pt>
                <c:pt idx="150">
                  <c:v>86.6</c:v>
                </c:pt>
                <c:pt idx="151">
                  <c:v>88</c:v>
                </c:pt>
                <c:pt idx="152">
                  <c:v>88</c:v>
                </c:pt>
                <c:pt idx="153">
                  <c:v>88.6</c:v>
                </c:pt>
                <c:pt idx="154">
                  <c:v>88.6</c:v>
                </c:pt>
                <c:pt idx="155">
                  <c:v>88.6</c:v>
                </c:pt>
                <c:pt idx="156">
                  <c:v>88.6</c:v>
                </c:pt>
                <c:pt idx="157">
                  <c:v>89</c:v>
                </c:pt>
                <c:pt idx="158">
                  <c:v>89</c:v>
                </c:pt>
                <c:pt idx="159">
                  <c:v>89.4</c:v>
                </c:pt>
                <c:pt idx="160">
                  <c:v>90.2</c:v>
                </c:pt>
                <c:pt idx="161">
                  <c:v>90.4</c:v>
                </c:pt>
                <c:pt idx="162">
                  <c:v>90.4</c:v>
                </c:pt>
                <c:pt idx="163">
                  <c:v>90.6</c:v>
                </c:pt>
                <c:pt idx="164">
                  <c:v>91.8</c:v>
                </c:pt>
                <c:pt idx="165">
                  <c:v>92.4</c:v>
                </c:pt>
                <c:pt idx="166">
                  <c:v>92.8</c:v>
                </c:pt>
                <c:pt idx="167">
                  <c:v>93.6</c:v>
                </c:pt>
                <c:pt idx="168">
                  <c:v>94</c:v>
                </c:pt>
                <c:pt idx="169">
                  <c:v>94</c:v>
                </c:pt>
                <c:pt idx="170">
                  <c:v>95.2</c:v>
                </c:pt>
                <c:pt idx="171">
                  <c:v>95.2</c:v>
                </c:pt>
                <c:pt idx="172">
                  <c:v>95.2</c:v>
                </c:pt>
                <c:pt idx="173">
                  <c:v>95.2</c:v>
                </c:pt>
                <c:pt idx="174">
                  <c:v>96</c:v>
                </c:pt>
                <c:pt idx="175">
                  <c:v>96.4</c:v>
                </c:pt>
                <c:pt idx="176">
                  <c:v>96.6</c:v>
                </c:pt>
                <c:pt idx="177">
                  <c:v>97.2</c:v>
                </c:pt>
                <c:pt idx="178">
                  <c:v>98.2</c:v>
                </c:pt>
                <c:pt idx="179">
                  <c:v>99.2</c:v>
                </c:pt>
                <c:pt idx="180">
                  <c:v>99.4</c:v>
                </c:pt>
                <c:pt idx="181">
                  <c:v>100</c:v>
                </c:pt>
                <c:pt idx="182">
                  <c:v>101</c:v>
                </c:pt>
                <c:pt idx="183">
                  <c:v>101.8</c:v>
                </c:pt>
                <c:pt idx="184">
                  <c:v>103</c:v>
                </c:pt>
                <c:pt idx="185">
                  <c:v>103</c:v>
                </c:pt>
                <c:pt idx="186">
                  <c:v>104.4</c:v>
                </c:pt>
                <c:pt idx="187">
                  <c:v>104.4</c:v>
                </c:pt>
                <c:pt idx="188">
                  <c:v>104.6</c:v>
                </c:pt>
                <c:pt idx="189">
                  <c:v>105.2</c:v>
                </c:pt>
                <c:pt idx="190">
                  <c:v>106.2</c:v>
                </c:pt>
                <c:pt idx="191">
                  <c:v>107</c:v>
                </c:pt>
                <c:pt idx="192">
                  <c:v>107.2</c:v>
                </c:pt>
                <c:pt idx="193">
                  <c:v>109</c:v>
                </c:pt>
                <c:pt idx="194">
                  <c:v>109</c:v>
                </c:pt>
                <c:pt idx="195">
                  <c:v>110.6</c:v>
                </c:pt>
                <c:pt idx="196">
                  <c:v>110.8</c:v>
                </c:pt>
                <c:pt idx="197">
                  <c:v>110.8</c:v>
                </c:pt>
                <c:pt idx="198">
                  <c:v>111.2</c:v>
                </c:pt>
                <c:pt idx="199">
                  <c:v>111.2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8E-4417-BEA1-E58108FD8BD1}"/>
            </c:ext>
          </c:extLst>
        </c:ser>
        <c:ser>
          <c:idx val="1"/>
          <c:order val="1"/>
          <c:tx>
            <c:strRef>
              <c:f>save1!$EV$608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save1!$EV$609:$EV$808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0.6</c:v>
                </c:pt>
                <c:pt idx="4">
                  <c:v>1.2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2.2000000000000002</c:v>
                </c:pt>
                <c:pt idx="16">
                  <c:v>2.4</c:v>
                </c:pt>
                <c:pt idx="17">
                  <c:v>2.4</c:v>
                </c:pt>
                <c:pt idx="18">
                  <c:v>2.6</c:v>
                </c:pt>
                <c:pt idx="19">
                  <c:v>3.6</c:v>
                </c:pt>
                <c:pt idx="20">
                  <c:v>3.8</c:v>
                </c:pt>
                <c:pt idx="21">
                  <c:v>4</c:v>
                </c:pt>
                <c:pt idx="22">
                  <c:v>4.2</c:v>
                </c:pt>
                <c:pt idx="23">
                  <c:v>4.2</c:v>
                </c:pt>
                <c:pt idx="24">
                  <c:v>4.8</c:v>
                </c:pt>
                <c:pt idx="25">
                  <c:v>4.8</c:v>
                </c:pt>
                <c:pt idx="26">
                  <c:v>4.8</c:v>
                </c:pt>
                <c:pt idx="27">
                  <c:v>5.2</c:v>
                </c:pt>
                <c:pt idx="28">
                  <c:v>5.4</c:v>
                </c:pt>
                <c:pt idx="29">
                  <c:v>5.8</c:v>
                </c:pt>
                <c:pt idx="30">
                  <c:v>5.8</c:v>
                </c:pt>
                <c:pt idx="31">
                  <c:v>6.2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6.8</c:v>
                </c:pt>
                <c:pt idx="36">
                  <c:v>7.6</c:v>
                </c:pt>
                <c:pt idx="37">
                  <c:v>7.8</c:v>
                </c:pt>
                <c:pt idx="38">
                  <c:v>8.1999999999999993</c:v>
                </c:pt>
                <c:pt idx="39">
                  <c:v>8.1999999999999993</c:v>
                </c:pt>
                <c:pt idx="40">
                  <c:v>8.1999999999999993</c:v>
                </c:pt>
                <c:pt idx="41">
                  <c:v>8.4</c:v>
                </c:pt>
                <c:pt idx="42">
                  <c:v>8.4</c:v>
                </c:pt>
                <c:pt idx="43">
                  <c:v>8.8000000000000007</c:v>
                </c:pt>
                <c:pt idx="44">
                  <c:v>9.6</c:v>
                </c:pt>
                <c:pt idx="45">
                  <c:v>9.8000000000000007</c:v>
                </c:pt>
                <c:pt idx="46">
                  <c:v>10.199999999999999</c:v>
                </c:pt>
                <c:pt idx="47">
                  <c:v>10.199999999999999</c:v>
                </c:pt>
                <c:pt idx="48">
                  <c:v>10.4</c:v>
                </c:pt>
                <c:pt idx="49">
                  <c:v>10.6</c:v>
                </c:pt>
                <c:pt idx="50">
                  <c:v>10.8</c:v>
                </c:pt>
                <c:pt idx="51">
                  <c:v>10.8</c:v>
                </c:pt>
                <c:pt idx="52">
                  <c:v>11.2</c:v>
                </c:pt>
                <c:pt idx="53">
                  <c:v>11.2</c:v>
                </c:pt>
                <c:pt idx="54">
                  <c:v>11.8</c:v>
                </c:pt>
                <c:pt idx="55">
                  <c:v>12</c:v>
                </c:pt>
                <c:pt idx="56">
                  <c:v>12</c:v>
                </c:pt>
                <c:pt idx="57">
                  <c:v>12.4</c:v>
                </c:pt>
                <c:pt idx="58">
                  <c:v>12.6</c:v>
                </c:pt>
                <c:pt idx="59">
                  <c:v>13</c:v>
                </c:pt>
                <c:pt idx="60">
                  <c:v>13.2</c:v>
                </c:pt>
                <c:pt idx="61">
                  <c:v>13.4</c:v>
                </c:pt>
                <c:pt idx="62">
                  <c:v>13.6</c:v>
                </c:pt>
                <c:pt idx="63">
                  <c:v>13.6</c:v>
                </c:pt>
                <c:pt idx="64">
                  <c:v>13.6</c:v>
                </c:pt>
                <c:pt idx="65">
                  <c:v>13.6</c:v>
                </c:pt>
                <c:pt idx="66">
                  <c:v>13.6</c:v>
                </c:pt>
                <c:pt idx="67">
                  <c:v>13.8</c:v>
                </c:pt>
                <c:pt idx="68">
                  <c:v>14</c:v>
                </c:pt>
                <c:pt idx="69">
                  <c:v>14</c:v>
                </c:pt>
                <c:pt idx="70">
                  <c:v>14.4</c:v>
                </c:pt>
                <c:pt idx="71">
                  <c:v>15</c:v>
                </c:pt>
                <c:pt idx="72">
                  <c:v>15.2</c:v>
                </c:pt>
                <c:pt idx="73">
                  <c:v>15.6</c:v>
                </c:pt>
                <c:pt idx="74">
                  <c:v>15.6</c:v>
                </c:pt>
                <c:pt idx="75">
                  <c:v>16</c:v>
                </c:pt>
                <c:pt idx="76">
                  <c:v>16</c:v>
                </c:pt>
                <c:pt idx="77">
                  <c:v>16.8</c:v>
                </c:pt>
                <c:pt idx="78">
                  <c:v>17.2</c:v>
                </c:pt>
                <c:pt idx="79">
                  <c:v>18.2</c:v>
                </c:pt>
                <c:pt idx="80">
                  <c:v>18.600000000000001</c:v>
                </c:pt>
                <c:pt idx="81">
                  <c:v>18.600000000000001</c:v>
                </c:pt>
                <c:pt idx="82">
                  <c:v>18.600000000000001</c:v>
                </c:pt>
                <c:pt idx="83">
                  <c:v>18.600000000000001</c:v>
                </c:pt>
                <c:pt idx="84">
                  <c:v>18.8</c:v>
                </c:pt>
                <c:pt idx="85">
                  <c:v>19</c:v>
                </c:pt>
                <c:pt idx="86">
                  <c:v>19</c:v>
                </c:pt>
                <c:pt idx="87">
                  <c:v>19.2</c:v>
                </c:pt>
                <c:pt idx="88">
                  <c:v>19.2</c:v>
                </c:pt>
                <c:pt idx="89">
                  <c:v>19.2</c:v>
                </c:pt>
                <c:pt idx="90">
                  <c:v>19.399999999999999</c:v>
                </c:pt>
                <c:pt idx="91">
                  <c:v>19.600000000000001</c:v>
                </c:pt>
                <c:pt idx="92">
                  <c:v>19.8</c:v>
                </c:pt>
                <c:pt idx="93">
                  <c:v>19.8</c:v>
                </c:pt>
                <c:pt idx="94">
                  <c:v>20.2</c:v>
                </c:pt>
                <c:pt idx="95">
                  <c:v>20.2</c:v>
                </c:pt>
                <c:pt idx="96">
                  <c:v>20.399999999999999</c:v>
                </c:pt>
                <c:pt idx="97">
                  <c:v>20.399999999999999</c:v>
                </c:pt>
                <c:pt idx="98">
                  <c:v>20.6</c:v>
                </c:pt>
                <c:pt idx="99">
                  <c:v>21</c:v>
                </c:pt>
                <c:pt idx="100">
                  <c:v>21.4</c:v>
                </c:pt>
                <c:pt idx="101">
                  <c:v>21.4</c:v>
                </c:pt>
                <c:pt idx="102">
                  <c:v>21.6</c:v>
                </c:pt>
                <c:pt idx="103">
                  <c:v>22</c:v>
                </c:pt>
                <c:pt idx="104">
                  <c:v>22</c:v>
                </c:pt>
                <c:pt idx="105">
                  <c:v>22.4</c:v>
                </c:pt>
                <c:pt idx="106">
                  <c:v>22.6</c:v>
                </c:pt>
                <c:pt idx="107">
                  <c:v>22.6</c:v>
                </c:pt>
                <c:pt idx="108">
                  <c:v>22.6</c:v>
                </c:pt>
                <c:pt idx="109">
                  <c:v>22.6</c:v>
                </c:pt>
                <c:pt idx="110">
                  <c:v>22.8</c:v>
                </c:pt>
                <c:pt idx="111">
                  <c:v>23</c:v>
                </c:pt>
                <c:pt idx="112">
                  <c:v>23</c:v>
                </c:pt>
                <c:pt idx="113">
                  <c:v>23.2</c:v>
                </c:pt>
                <c:pt idx="114">
                  <c:v>23.6</c:v>
                </c:pt>
                <c:pt idx="115">
                  <c:v>23.8</c:v>
                </c:pt>
                <c:pt idx="116">
                  <c:v>24.2</c:v>
                </c:pt>
                <c:pt idx="117">
                  <c:v>24.8</c:v>
                </c:pt>
                <c:pt idx="118">
                  <c:v>25</c:v>
                </c:pt>
                <c:pt idx="119">
                  <c:v>25.2</c:v>
                </c:pt>
                <c:pt idx="120">
                  <c:v>25.2</c:v>
                </c:pt>
                <c:pt idx="121">
                  <c:v>25.2</c:v>
                </c:pt>
                <c:pt idx="122">
                  <c:v>25.6</c:v>
                </c:pt>
                <c:pt idx="123">
                  <c:v>26.4</c:v>
                </c:pt>
                <c:pt idx="124">
                  <c:v>26.4</c:v>
                </c:pt>
                <c:pt idx="125">
                  <c:v>26.4</c:v>
                </c:pt>
                <c:pt idx="126">
                  <c:v>26.4</c:v>
                </c:pt>
                <c:pt idx="127">
                  <c:v>26.6</c:v>
                </c:pt>
                <c:pt idx="128">
                  <c:v>26.6</c:v>
                </c:pt>
                <c:pt idx="129">
                  <c:v>26.8</c:v>
                </c:pt>
                <c:pt idx="130">
                  <c:v>26.8</c:v>
                </c:pt>
                <c:pt idx="131">
                  <c:v>27</c:v>
                </c:pt>
                <c:pt idx="132">
                  <c:v>27</c:v>
                </c:pt>
                <c:pt idx="133">
                  <c:v>27</c:v>
                </c:pt>
                <c:pt idx="134">
                  <c:v>27.6</c:v>
                </c:pt>
                <c:pt idx="135">
                  <c:v>28</c:v>
                </c:pt>
                <c:pt idx="136">
                  <c:v>28.2</c:v>
                </c:pt>
                <c:pt idx="137">
                  <c:v>28.2</c:v>
                </c:pt>
                <c:pt idx="138">
                  <c:v>28.6</c:v>
                </c:pt>
                <c:pt idx="139">
                  <c:v>29</c:v>
                </c:pt>
                <c:pt idx="140">
                  <c:v>29.2</c:v>
                </c:pt>
                <c:pt idx="141">
                  <c:v>29.2</c:v>
                </c:pt>
                <c:pt idx="142">
                  <c:v>29.2</c:v>
                </c:pt>
                <c:pt idx="143">
                  <c:v>29.2</c:v>
                </c:pt>
                <c:pt idx="144">
                  <c:v>29.2</c:v>
                </c:pt>
                <c:pt idx="145">
                  <c:v>29.2</c:v>
                </c:pt>
                <c:pt idx="146">
                  <c:v>29.2</c:v>
                </c:pt>
                <c:pt idx="147">
                  <c:v>29.6</c:v>
                </c:pt>
                <c:pt idx="148">
                  <c:v>29.6</c:v>
                </c:pt>
                <c:pt idx="149">
                  <c:v>29.6</c:v>
                </c:pt>
                <c:pt idx="150">
                  <c:v>29.8</c:v>
                </c:pt>
                <c:pt idx="151">
                  <c:v>30.4</c:v>
                </c:pt>
                <c:pt idx="152">
                  <c:v>30.4</c:v>
                </c:pt>
                <c:pt idx="153">
                  <c:v>30.8</c:v>
                </c:pt>
                <c:pt idx="154">
                  <c:v>31</c:v>
                </c:pt>
                <c:pt idx="155">
                  <c:v>31</c:v>
                </c:pt>
                <c:pt idx="156">
                  <c:v>31.2</c:v>
                </c:pt>
                <c:pt idx="157">
                  <c:v>31.2</c:v>
                </c:pt>
                <c:pt idx="158">
                  <c:v>31.2</c:v>
                </c:pt>
                <c:pt idx="159">
                  <c:v>31.4</c:v>
                </c:pt>
                <c:pt idx="160">
                  <c:v>31.4</c:v>
                </c:pt>
                <c:pt idx="161">
                  <c:v>31.8</c:v>
                </c:pt>
                <c:pt idx="162">
                  <c:v>32</c:v>
                </c:pt>
                <c:pt idx="163">
                  <c:v>32.4</c:v>
                </c:pt>
                <c:pt idx="164">
                  <c:v>32.4</c:v>
                </c:pt>
                <c:pt idx="165">
                  <c:v>32.4</c:v>
                </c:pt>
                <c:pt idx="166">
                  <c:v>33</c:v>
                </c:pt>
                <c:pt idx="167">
                  <c:v>33.200000000000003</c:v>
                </c:pt>
                <c:pt idx="168">
                  <c:v>33.6</c:v>
                </c:pt>
                <c:pt idx="169">
                  <c:v>33.6</c:v>
                </c:pt>
                <c:pt idx="170">
                  <c:v>33.799999999999997</c:v>
                </c:pt>
                <c:pt idx="171">
                  <c:v>34</c:v>
                </c:pt>
                <c:pt idx="172">
                  <c:v>34.200000000000003</c:v>
                </c:pt>
                <c:pt idx="173">
                  <c:v>34.799999999999997</c:v>
                </c:pt>
                <c:pt idx="174">
                  <c:v>35.4</c:v>
                </c:pt>
                <c:pt idx="175">
                  <c:v>35.4</c:v>
                </c:pt>
                <c:pt idx="176">
                  <c:v>35.4</c:v>
                </c:pt>
                <c:pt idx="177">
                  <c:v>35.799999999999997</c:v>
                </c:pt>
                <c:pt idx="178">
                  <c:v>37</c:v>
                </c:pt>
                <c:pt idx="179">
                  <c:v>37.200000000000003</c:v>
                </c:pt>
                <c:pt idx="180">
                  <c:v>37.6</c:v>
                </c:pt>
                <c:pt idx="181">
                  <c:v>37.6</c:v>
                </c:pt>
                <c:pt idx="182">
                  <c:v>38</c:v>
                </c:pt>
                <c:pt idx="183">
                  <c:v>38.200000000000003</c:v>
                </c:pt>
                <c:pt idx="184">
                  <c:v>39</c:v>
                </c:pt>
                <c:pt idx="185">
                  <c:v>39.200000000000003</c:v>
                </c:pt>
                <c:pt idx="186">
                  <c:v>39.4</c:v>
                </c:pt>
                <c:pt idx="187">
                  <c:v>39.6</c:v>
                </c:pt>
                <c:pt idx="188">
                  <c:v>39.799999999999997</c:v>
                </c:pt>
                <c:pt idx="189">
                  <c:v>40</c:v>
                </c:pt>
                <c:pt idx="190">
                  <c:v>40</c:v>
                </c:pt>
                <c:pt idx="191">
                  <c:v>40</c:v>
                </c:pt>
                <c:pt idx="192">
                  <c:v>40.200000000000003</c:v>
                </c:pt>
                <c:pt idx="193">
                  <c:v>40.200000000000003</c:v>
                </c:pt>
                <c:pt idx="194">
                  <c:v>40.200000000000003</c:v>
                </c:pt>
                <c:pt idx="195">
                  <c:v>40.6</c:v>
                </c:pt>
                <c:pt idx="196">
                  <c:v>40.6</c:v>
                </c:pt>
                <c:pt idx="197">
                  <c:v>40.6</c:v>
                </c:pt>
                <c:pt idx="198">
                  <c:v>40.6</c:v>
                </c:pt>
                <c:pt idx="199">
                  <c:v>40.799999999999997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8E-4417-BEA1-E58108FD8BD1}"/>
            </c:ext>
          </c:extLst>
        </c:ser>
        <c:ser>
          <c:idx val="2"/>
          <c:order val="2"/>
          <c:tx>
            <c:strRef>
              <c:f>save1!$EW$608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save1!$EW$609:$EW$808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0.8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1.2</c:v>
                </c:pt>
                <c:pt idx="8">
                  <c:v>1.4</c:v>
                </c:pt>
                <c:pt idx="9">
                  <c:v>1.6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2.2000000000000002</c:v>
                </c:pt>
                <c:pt idx="14">
                  <c:v>2.4</c:v>
                </c:pt>
                <c:pt idx="15">
                  <c:v>2.6</c:v>
                </c:pt>
                <c:pt idx="16">
                  <c:v>2.6</c:v>
                </c:pt>
                <c:pt idx="17">
                  <c:v>3</c:v>
                </c:pt>
                <c:pt idx="18">
                  <c:v>3</c:v>
                </c:pt>
                <c:pt idx="19">
                  <c:v>3.2</c:v>
                </c:pt>
                <c:pt idx="20">
                  <c:v>3.6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4.2</c:v>
                </c:pt>
                <c:pt idx="28">
                  <c:v>4.2</c:v>
                </c:pt>
                <c:pt idx="29">
                  <c:v>4.4000000000000004</c:v>
                </c:pt>
                <c:pt idx="30">
                  <c:v>4.5999999999999996</c:v>
                </c:pt>
                <c:pt idx="31">
                  <c:v>5</c:v>
                </c:pt>
                <c:pt idx="32">
                  <c:v>5.4</c:v>
                </c:pt>
                <c:pt idx="33">
                  <c:v>5.6</c:v>
                </c:pt>
                <c:pt idx="34">
                  <c:v>6</c:v>
                </c:pt>
                <c:pt idx="35">
                  <c:v>6</c:v>
                </c:pt>
                <c:pt idx="36">
                  <c:v>6.2</c:v>
                </c:pt>
                <c:pt idx="37">
                  <c:v>6.6</c:v>
                </c:pt>
                <c:pt idx="38">
                  <c:v>6.8</c:v>
                </c:pt>
                <c:pt idx="39">
                  <c:v>6.8</c:v>
                </c:pt>
                <c:pt idx="40">
                  <c:v>7.4</c:v>
                </c:pt>
                <c:pt idx="41">
                  <c:v>7.8</c:v>
                </c:pt>
                <c:pt idx="42">
                  <c:v>8.1999999999999993</c:v>
                </c:pt>
                <c:pt idx="43">
                  <c:v>8.4</c:v>
                </c:pt>
                <c:pt idx="44">
                  <c:v>8.4</c:v>
                </c:pt>
                <c:pt idx="45">
                  <c:v>8.6</c:v>
                </c:pt>
                <c:pt idx="46">
                  <c:v>8.6</c:v>
                </c:pt>
                <c:pt idx="47">
                  <c:v>9.1999999999999993</c:v>
                </c:pt>
                <c:pt idx="48">
                  <c:v>9.1999999999999993</c:v>
                </c:pt>
                <c:pt idx="49">
                  <c:v>9.4</c:v>
                </c:pt>
                <c:pt idx="50">
                  <c:v>9.8000000000000007</c:v>
                </c:pt>
                <c:pt idx="51">
                  <c:v>9.8000000000000007</c:v>
                </c:pt>
                <c:pt idx="52">
                  <c:v>9.8000000000000007</c:v>
                </c:pt>
                <c:pt idx="53">
                  <c:v>9.8000000000000007</c:v>
                </c:pt>
                <c:pt idx="54">
                  <c:v>10</c:v>
                </c:pt>
                <c:pt idx="55">
                  <c:v>10.199999999999999</c:v>
                </c:pt>
                <c:pt idx="56">
                  <c:v>10.199999999999999</c:v>
                </c:pt>
                <c:pt idx="57">
                  <c:v>10.4</c:v>
                </c:pt>
                <c:pt idx="58">
                  <c:v>10.8</c:v>
                </c:pt>
                <c:pt idx="59">
                  <c:v>10.8</c:v>
                </c:pt>
                <c:pt idx="60">
                  <c:v>11.2</c:v>
                </c:pt>
                <c:pt idx="61">
                  <c:v>11.6</c:v>
                </c:pt>
                <c:pt idx="62">
                  <c:v>11.8</c:v>
                </c:pt>
                <c:pt idx="63">
                  <c:v>11.8</c:v>
                </c:pt>
                <c:pt idx="64">
                  <c:v>11.8</c:v>
                </c:pt>
                <c:pt idx="65">
                  <c:v>11.8</c:v>
                </c:pt>
                <c:pt idx="66">
                  <c:v>12</c:v>
                </c:pt>
                <c:pt idx="67">
                  <c:v>12.4</c:v>
                </c:pt>
                <c:pt idx="68">
                  <c:v>12.8</c:v>
                </c:pt>
                <c:pt idx="69">
                  <c:v>13.2</c:v>
                </c:pt>
                <c:pt idx="70">
                  <c:v>13.6</c:v>
                </c:pt>
                <c:pt idx="71">
                  <c:v>13.8</c:v>
                </c:pt>
                <c:pt idx="72">
                  <c:v>14</c:v>
                </c:pt>
                <c:pt idx="73">
                  <c:v>14.8</c:v>
                </c:pt>
                <c:pt idx="74">
                  <c:v>15</c:v>
                </c:pt>
                <c:pt idx="75">
                  <c:v>15.2</c:v>
                </c:pt>
                <c:pt idx="76">
                  <c:v>15.4</c:v>
                </c:pt>
                <c:pt idx="77">
                  <c:v>15.4</c:v>
                </c:pt>
                <c:pt idx="78">
                  <c:v>15.8</c:v>
                </c:pt>
                <c:pt idx="79">
                  <c:v>16.2</c:v>
                </c:pt>
                <c:pt idx="80">
                  <c:v>16.2</c:v>
                </c:pt>
                <c:pt idx="81">
                  <c:v>16.399999999999999</c:v>
                </c:pt>
                <c:pt idx="82">
                  <c:v>16.399999999999999</c:v>
                </c:pt>
                <c:pt idx="83">
                  <c:v>16.600000000000001</c:v>
                </c:pt>
                <c:pt idx="84">
                  <c:v>16.8</c:v>
                </c:pt>
                <c:pt idx="85">
                  <c:v>16.8</c:v>
                </c:pt>
                <c:pt idx="86">
                  <c:v>17</c:v>
                </c:pt>
                <c:pt idx="87">
                  <c:v>17.399999999999999</c:v>
                </c:pt>
                <c:pt idx="88">
                  <c:v>18</c:v>
                </c:pt>
                <c:pt idx="89">
                  <c:v>18.2</c:v>
                </c:pt>
                <c:pt idx="90">
                  <c:v>18.399999999999999</c:v>
                </c:pt>
                <c:pt idx="91">
                  <c:v>18.600000000000001</c:v>
                </c:pt>
                <c:pt idx="92">
                  <c:v>18.600000000000001</c:v>
                </c:pt>
                <c:pt idx="93">
                  <c:v>18.8</c:v>
                </c:pt>
                <c:pt idx="94">
                  <c:v>19</c:v>
                </c:pt>
                <c:pt idx="95">
                  <c:v>19</c:v>
                </c:pt>
                <c:pt idx="96">
                  <c:v>19</c:v>
                </c:pt>
                <c:pt idx="97">
                  <c:v>19.2</c:v>
                </c:pt>
                <c:pt idx="98">
                  <c:v>19.2</c:v>
                </c:pt>
                <c:pt idx="99">
                  <c:v>19.399999999999999</c:v>
                </c:pt>
                <c:pt idx="100">
                  <c:v>19.8</c:v>
                </c:pt>
                <c:pt idx="101">
                  <c:v>19.8</c:v>
                </c:pt>
                <c:pt idx="102">
                  <c:v>19.8</c:v>
                </c:pt>
                <c:pt idx="103">
                  <c:v>19.8</c:v>
                </c:pt>
                <c:pt idx="104">
                  <c:v>20.2</c:v>
                </c:pt>
                <c:pt idx="105">
                  <c:v>20.399999999999999</c:v>
                </c:pt>
                <c:pt idx="106">
                  <c:v>21.4</c:v>
                </c:pt>
                <c:pt idx="107">
                  <c:v>21.4</c:v>
                </c:pt>
                <c:pt idx="108">
                  <c:v>21.6</c:v>
                </c:pt>
                <c:pt idx="109">
                  <c:v>21.8</c:v>
                </c:pt>
                <c:pt idx="110">
                  <c:v>21.8</c:v>
                </c:pt>
                <c:pt idx="111">
                  <c:v>22</c:v>
                </c:pt>
                <c:pt idx="112">
                  <c:v>22</c:v>
                </c:pt>
                <c:pt idx="113">
                  <c:v>22.2</c:v>
                </c:pt>
                <c:pt idx="114">
                  <c:v>22.6</c:v>
                </c:pt>
                <c:pt idx="115">
                  <c:v>22.6</c:v>
                </c:pt>
                <c:pt idx="116">
                  <c:v>23</c:v>
                </c:pt>
                <c:pt idx="117">
                  <c:v>23</c:v>
                </c:pt>
                <c:pt idx="118">
                  <c:v>23.2</c:v>
                </c:pt>
                <c:pt idx="119">
                  <c:v>23.4</c:v>
                </c:pt>
                <c:pt idx="120">
                  <c:v>23.4</c:v>
                </c:pt>
                <c:pt idx="121">
                  <c:v>23.4</c:v>
                </c:pt>
                <c:pt idx="122">
                  <c:v>23.4</c:v>
                </c:pt>
                <c:pt idx="123">
                  <c:v>23.8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24.2</c:v>
                </c:pt>
                <c:pt idx="128">
                  <c:v>24.2</c:v>
                </c:pt>
                <c:pt idx="129">
                  <c:v>24.2</c:v>
                </c:pt>
                <c:pt idx="130">
                  <c:v>24.2</c:v>
                </c:pt>
                <c:pt idx="131">
                  <c:v>24.2</c:v>
                </c:pt>
                <c:pt idx="132">
                  <c:v>24.4</c:v>
                </c:pt>
                <c:pt idx="133">
                  <c:v>24.8</c:v>
                </c:pt>
                <c:pt idx="134">
                  <c:v>25.2</c:v>
                </c:pt>
                <c:pt idx="135">
                  <c:v>25.2</c:v>
                </c:pt>
                <c:pt idx="136">
                  <c:v>25.6</c:v>
                </c:pt>
                <c:pt idx="137">
                  <c:v>26</c:v>
                </c:pt>
                <c:pt idx="138">
                  <c:v>26</c:v>
                </c:pt>
                <c:pt idx="139">
                  <c:v>26.2</c:v>
                </c:pt>
                <c:pt idx="140">
                  <c:v>26.2</c:v>
                </c:pt>
                <c:pt idx="141">
                  <c:v>26.2</c:v>
                </c:pt>
                <c:pt idx="142">
                  <c:v>26.6</c:v>
                </c:pt>
                <c:pt idx="143">
                  <c:v>26.8</c:v>
                </c:pt>
                <c:pt idx="144">
                  <c:v>27</c:v>
                </c:pt>
                <c:pt idx="145">
                  <c:v>27.4</c:v>
                </c:pt>
                <c:pt idx="146">
                  <c:v>27.8</c:v>
                </c:pt>
                <c:pt idx="147">
                  <c:v>28</c:v>
                </c:pt>
                <c:pt idx="148">
                  <c:v>28.2</c:v>
                </c:pt>
                <c:pt idx="149">
                  <c:v>29</c:v>
                </c:pt>
                <c:pt idx="150">
                  <c:v>29.2</c:v>
                </c:pt>
                <c:pt idx="151">
                  <c:v>29.2</c:v>
                </c:pt>
                <c:pt idx="152">
                  <c:v>29.2</c:v>
                </c:pt>
                <c:pt idx="153">
                  <c:v>29.2</c:v>
                </c:pt>
                <c:pt idx="154">
                  <c:v>29.2</c:v>
                </c:pt>
                <c:pt idx="155">
                  <c:v>29.4</c:v>
                </c:pt>
                <c:pt idx="156">
                  <c:v>29.6</c:v>
                </c:pt>
                <c:pt idx="157">
                  <c:v>29.8</c:v>
                </c:pt>
                <c:pt idx="158">
                  <c:v>30</c:v>
                </c:pt>
                <c:pt idx="159">
                  <c:v>30</c:v>
                </c:pt>
                <c:pt idx="160">
                  <c:v>30.2</c:v>
                </c:pt>
                <c:pt idx="161">
                  <c:v>30.2</c:v>
                </c:pt>
                <c:pt idx="162">
                  <c:v>30.2</c:v>
                </c:pt>
                <c:pt idx="163">
                  <c:v>30.2</c:v>
                </c:pt>
                <c:pt idx="164">
                  <c:v>30.4</c:v>
                </c:pt>
                <c:pt idx="165">
                  <c:v>30.8</c:v>
                </c:pt>
                <c:pt idx="166">
                  <c:v>31</c:v>
                </c:pt>
                <c:pt idx="167">
                  <c:v>31.4</c:v>
                </c:pt>
                <c:pt idx="168">
                  <c:v>31.6</c:v>
                </c:pt>
                <c:pt idx="169">
                  <c:v>31.8</c:v>
                </c:pt>
                <c:pt idx="170">
                  <c:v>31.8</c:v>
                </c:pt>
                <c:pt idx="171">
                  <c:v>31.8</c:v>
                </c:pt>
                <c:pt idx="172">
                  <c:v>32</c:v>
                </c:pt>
                <c:pt idx="173">
                  <c:v>32.200000000000003</c:v>
                </c:pt>
                <c:pt idx="174">
                  <c:v>32.799999999999997</c:v>
                </c:pt>
                <c:pt idx="175">
                  <c:v>32.799999999999997</c:v>
                </c:pt>
                <c:pt idx="176">
                  <c:v>33</c:v>
                </c:pt>
                <c:pt idx="177">
                  <c:v>33.200000000000003</c:v>
                </c:pt>
                <c:pt idx="178">
                  <c:v>33.799999999999997</c:v>
                </c:pt>
                <c:pt idx="179">
                  <c:v>34.4</c:v>
                </c:pt>
                <c:pt idx="180">
                  <c:v>34.4</c:v>
                </c:pt>
                <c:pt idx="181">
                  <c:v>34.6</c:v>
                </c:pt>
                <c:pt idx="182">
                  <c:v>35</c:v>
                </c:pt>
                <c:pt idx="183">
                  <c:v>35.200000000000003</c:v>
                </c:pt>
                <c:pt idx="184">
                  <c:v>35.4</c:v>
                </c:pt>
                <c:pt idx="185">
                  <c:v>35.6</c:v>
                </c:pt>
                <c:pt idx="186">
                  <c:v>35.799999999999997</c:v>
                </c:pt>
                <c:pt idx="187">
                  <c:v>35.799999999999997</c:v>
                </c:pt>
                <c:pt idx="188">
                  <c:v>36</c:v>
                </c:pt>
                <c:pt idx="189">
                  <c:v>36.200000000000003</c:v>
                </c:pt>
                <c:pt idx="190">
                  <c:v>36.799999999999997</c:v>
                </c:pt>
                <c:pt idx="191">
                  <c:v>36.799999999999997</c:v>
                </c:pt>
                <c:pt idx="192">
                  <c:v>36.799999999999997</c:v>
                </c:pt>
                <c:pt idx="193">
                  <c:v>37.200000000000003</c:v>
                </c:pt>
                <c:pt idx="194">
                  <c:v>37.200000000000003</c:v>
                </c:pt>
                <c:pt idx="195">
                  <c:v>37.200000000000003</c:v>
                </c:pt>
                <c:pt idx="196">
                  <c:v>37.200000000000003</c:v>
                </c:pt>
                <c:pt idx="197">
                  <c:v>37.200000000000003</c:v>
                </c:pt>
                <c:pt idx="198">
                  <c:v>37.6</c:v>
                </c:pt>
                <c:pt idx="199">
                  <c:v>37.6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8E-4417-BEA1-E58108FD8BD1}"/>
            </c:ext>
          </c:extLst>
        </c:ser>
        <c:ser>
          <c:idx val="3"/>
          <c:order val="3"/>
          <c:tx>
            <c:strRef>
              <c:f>save1!$EX$608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save1!$EX$609:$EX$808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0.6</c:v>
                </c:pt>
                <c:pt idx="5">
                  <c:v>0.8</c:v>
                </c:pt>
                <c:pt idx="6">
                  <c:v>1.2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1.6</c:v>
                </c:pt>
                <c:pt idx="11">
                  <c:v>1.6</c:v>
                </c:pt>
                <c:pt idx="12">
                  <c:v>2.4</c:v>
                </c:pt>
                <c:pt idx="13">
                  <c:v>2.4</c:v>
                </c:pt>
                <c:pt idx="14">
                  <c:v>2.8</c:v>
                </c:pt>
                <c:pt idx="15">
                  <c:v>3.2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5.2</c:v>
                </c:pt>
                <c:pt idx="24">
                  <c:v>5.8</c:v>
                </c:pt>
                <c:pt idx="25">
                  <c:v>6</c:v>
                </c:pt>
                <c:pt idx="26">
                  <c:v>6.4</c:v>
                </c:pt>
                <c:pt idx="27">
                  <c:v>7.2</c:v>
                </c:pt>
                <c:pt idx="28">
                  <c:v>7.4</c:v>
                </c:pt>
                <c:pt idx="29">
                  <c:v>7.8</c:v>
                </c:pt>
                <c:pt idx="30">
                  <c:v>7.8</c:v>
                </c:pt>
                <c:pt idx="31">
                  <c:v>8.1999999999999993</c:v>
                </c:pt>
                <c:pt idx="32">
                  <c:v>8.4</c:v>
                </c:pt>
                <c:pt idx="33">
                  <c:v>8.6</c:v>
                </c:pt>
                <c:pt idx="34">
                  <c:v>8.6</c:v>
                </c:pt>
                <c:pt idx="35">
                  <c:v>8.6</c:v>
                </c:pt>
                <c:pt idx="36">
                  <c:v>9.1999999999999993</c:v>
                </c:pt>
                <c:pt idx="37">
                  <c:v>9.4</c:v>
                </c:pt>
                <c:pt idx="38">
                  <c:v>10</c:v>
                </c:pt>
                <c:pt idx="39">
                  <c:v>10</c:v>
                </c:pt>
                <c:pt idx="40">
                  <c:v>10.199999999999999</c:v>
                </c:pt>
                <c:pt idx="41">
                  <c:v>10.199999999999999</c:v>
                </c:pt>
                <c:pt idx="42">
                  <c:v>10.4</c:v>
                </c:pt>
                <c:pt idx="43">
                  <c:v>10.4</c:v>
                </c:pt>
                <c:pt idx="44">
                  <c:v>10.4</c:v>
                </c:pt>
                <c:pt idx="45">
                  <c:v>10.8</c:v>
                </c:pt>
                <c:pt idx="46">
                  <c:v>11.2</c:v>
                </c:pt>
                <c:pt idx="47">
                  <c:v>11.4</c:v>
                </c:pt>
                <c:pt idx="48">
                  <c:v>12</c:v>
                </c:pt>
                <c:pt idx="49">
                  <c:v>12.2</c:v>
                </c:pt>
                <c:pt idx="50">
                  <c:v>12.8</c:v>
                </c:pt>
                <c:pt idx="51">
                  <c:v>13.4</c:v>
                </c:pt>
                <c:pt idx="52">
                  <c:v>13.8</c:v>
                </c:pt>
                <c:pt idx="53">
                  <c:v>14</c:v>
                </c:pt>
                <c:pt idx="54">
                  <c:v>14</c:v>
                </c:pt>
                <c:pt idx="55">
                  <c:v>14</c:v>
                </c:pt>
                <c:pt idx="56">
                  <c:v>14</c:v>
                </c:pt>
                <c:pt idx="57">
                  <c:v>14.8</c:v>
                </c:pt>
                <c:pt idx="58">
                  <c:v>14.8</c:v>
                </c:pt>
                <c:pt idx="59">
                  <c:v>15.2</c:v>
                </c:pt>
                <c:pt idx="60">
                  <c:v>15.6</c:v>
                </c:pt>
                <c:pt idx="61">
                  <c:v>16</c:v>
                </c:pt>
                <c:pt idx="62">
                  <c:v>16.399999999999999</c:v>
                </c:pt>
                <c:pt idx="63">
                  <c:v>16.600000000000001</c:v>
                </c:pt>
                <c:pt idx="64">
                  <c:v>17.2</c:v>
                </c:pt>
                <c:pt idx="65">
                  <c:v>17.2</c:v>
                </c:pt>
                <c:pt idx="66">
                  <c:v>17.399999999999999</c:v>
                </c:pt>
                <c:pt idx="67">
                  <c:v>17.399999999999999</c:v>
                </c:pt>
                <c:pt idx="68">
                  <c:v>17.399999999999999</c:v>
                </c:pt>
                <c:pt idx="69">
                  <c:v>17.600000000000001</c:v>
                </c:pt>
                <c:pt idx="70">
                  <c:v>17.600000000000001</c:v>
                </c:pt>
                <c:pt idx="71">
                  <c:v>18.2</c:v>
                </c:pt>
                <c:pt idx="72">
                  <c:v>18.8</c:v>
                </c:pt>
                <c:pt idx="73">
                  <c:v>19.600000000000001</c:v>
                </c:pt>
                <c:pt idx="74">
                  <c:v>20</c:v>
                </c:pt>
                <c:pt idx="75">
                  <c:v>20.399999999999999</c:v>
                </c:pt>
                <c:pt idx="76">
                  <c:v>20.399999999999999</c:v>
                </c:pt>
                <c:pt idx="77">
                  <c:v>20.8</c:v>
                </c:pt>
                <c:pt idx="78">
                  <c:v>21.4</c:v>
                </c:pt>
                <c:pt idx="79">
                  <c:v>22.6</c:v>
                </c:pt>
                <c:pt idx="80">
                  <c:v>23.4</c:v>
                </c:pt>
                <c:pt idx="81">
                  <c:v>24.2</c:v>
                </c:pt>
                <c:pt idx="82">
                  <c:v>24.4</c:v>
                </c:pt>
                <c:pt idx="83">
                  <c:v>24.6</c:v>
                </c:pt>
                <c:pt idx="84">
                  <c:v>25.2</c:v>
                </c:pt>
                <c:pt idx="85">
                  <c:v>25.2</c:v>
                </c:pt>
                <c:pt idx="86">
                  <c:v>25.6</c:v>
                </c:pt>
                <c:pt idx="87">
                  <c:v>25.8</c:v>
                </c:pt>
                <c:pt idx="88">
                  <c:v>25.8</c:v>
                </c:pt>
                <c:pt idx="89">
                  <c:v>26.2</c:v>
                </c:pt>
                <c:pt idx="90">
                  <c:v>26.4</c:v>
                </c:pt>
                <c:pt idx="91">
                  <c:v>26.4</c:v>
                </c:pt>
                <c:pt idx="92">
                  <c:v>27</c:v>
                </c:pt>
                <c:pt idx="93">
                  <c:v>27</c:v>
                </c:pt>
                <c:pt idx="94">
                  <c:v>27</c:v>
                </c:pt>
                <c:pt idx="95">
                  <c:v>27.8</c:v>
                </c:pt>
                <c:pt idx="96">
                  <c:v>27.8</c:v>
                </c:pt>
                <c:pt idx="97">
                  <c:v>28</c:v>
                </c:pt>
                <c:pt idx="98">
                  <c:v>28.6</c:v>
                </c:pt>
                <c:pt idx="99">
                  <c:v>28.8</c:v>
                </c:pt>
                <c:pt idx="100">
                  <c:v>29.2</c:v>
                </c:pt>
                <c:pt idx="101">
                  <c:v>29.6</c:v>
                </c:pt>
                <c:pt idx="102">
                  <c:v>29.8</c:v>
                </c:pt>
                <c:pt idx="103">
                  <c:v>30.2</c:v>
                </c:pt>
                <c:pt idx="104">
                  <c:v>30.4</c:v>
                </c:pt>
                <c:pt idx="105">
                  <c:v>30.4</c:v>
                </c:pt>
                <c:pt idx="106">
                  <c:v>30.6</c:v>
                </c:pt>
                <c:pt idx="107">
                  <c:v>30.8</c:v>
                </c:pt>
                <c:pt idx="108">
                  <c:v>31</c:v>
                </c:pt>
                <c:pt idx="109">
                  <c:v>31</c:v>
                </c:pt>
                <c:pt idx="110">
                  <c:v>31.2</c:v>
                </c:pt>
                <c:pt idx="111">
                  <c:v>31.6</c:v>
                </c:pt>
                <c:pt idx="112">
                  <c:v>31.8</c:v>
                </c:pt>
                <c:pt idx="113">
                  <c:v>32</c:v>
                </c:pt>
                <c:pt idx="114">
                  <c:v>32.200000000000003</c:v>
                </c:pt>
                <c:pt idx="115">
                  <c:v>32.200000000000003</c:v>
                </c:pt>
                <c:pt idx="116">
                  <c:v>33</c:v>
                </c:pt>
                <c:pt idx="117">
                  <c:v>33.200000000000003</c:v>
                </c:pt>
                <c:pt idx="118">
                  <c:v>33.6</c:v>
                </c:pt>
                <c:pt idx="119">
                  <c:v>33.799999999999997</c:v>
                </c:pt>
                <c:pt idx="120">
                  <c:v>34</c:v>
                </c:pt>
                <c:pt idx="121">
                  <c:v>34.799999999999997</c:v>
                </c:pt>
                <c:pt idx="122">
                  <c:v>35.200000000000003</c:v>
                </c:pt>
                <c:pt idx="123">
                  <c:v>35.4</c:v>
                </c:pt>
                <c:pt idx="124">
                  <c:v>35.4</c:v>
                </c:pt>
                <c:pt idx="125">
                  <c:v>35.4</c:v>
                </c:pt>
                <c:pt idx="126">
                  <c:v>36</c:v>
                </c:pt>
                <c:pt idx="127">
                  <c:v>36</c:v>
                </c:pt>
                <c:pt idx="128">
                  <c:v>36.799999999999997</c:v>
                </c:pt>
                <c:pt idx="129">
                  <c:v>37</c:v>
                </c:pt>
                <c:pt idx="130">
                  <c:v>37</c:v>
                </c:pt>
                <c:pt idx="131">
                  <c:v>37.200000000000003</c:v>
                </c:pt>
                <c:pt idx="132">
                  <c:v>37.4</c:v>
                </c:pt>
                <c:pt idx="133">
                  <c:v>37.4</c:v>
                </c:pt>
                <c:pt idx="134">
                  <c:v>38.4</c:v>
                </c:pt>
                <c:pt idx="135">
                  <c:v>38.799999999999997</c:v>
                </c:pt>
                <c:pt idx="136">
                  <c:v>38.799999999999997</c:v>
                </c:pt>
                <c:pt idx="137">
                  <c:v>39.6</c:v>
                </c:pt>
                <c:pt idx="138">
                  <c:v>39.799999999999997</c:v>
                </c:pt>
                <c:pt idx="139">
                  <c:v>40</c:v>
                </c:pt>
                <c:pt idx="140">
                  <c:v>40</c:v>
                </c:pt>
                <c:pt idx="141">
                  <c:v>40.6</c:v>
                </c:pt>
                <c:pt idx="142">
                  <c:v>40.799999999999997</c:v>
                </c:pt>
                <c:pt idx="143">
                  <c:v>40.799999999999997</c:v>
                </c:pt>
                <c:pt idx="144">
                  <c:v>40.799999999999997</c:v>
                </c:pt>
                <c:pt idx="145">
                  <c:v>40.799999999999997</c:v>
                </c:pt>
                <c:pt idx="146">
                  <c:v>40.799999999999997</c:v>
                </c:pt>
                <c:pt idx="147">
                  <c:v>41</c:v>
                </c:pt>
                <c:pt idx="148">
                  <c:v>41</c:v>
                </c:pt>
                <c:pt idx="149">
                  <c:v>41.2</c:v>
                </c:pt>
                <c:pt idx="150">
                  <c:v>41.8</c:v>
                </c:pt>
                <c:pt idx="151">
                  <c:v>41.8</c:v>
                </c:pt>
                <c:pt idx="152">
                  <c:v>41.8</c:v>
                </c:pt>
                <c:pt idx="153">
                  <c:v>41.8</c:v>
                </c:pt>
                <c:pt idx="154">
                  <c:v>41.8</c:v>
                </c:pt>
                <c:pt idx="155">
                  <c:v>41.8</c:v>
                </c:pt>
                <c:pt idx="156">
                  <c:v>42</c:v>
                </c:pt>
                <c:pt idx="157">
                  <c:v>42</c:v>
                </c:pt>
                <c:pt idx="158">
                  <c:v>42.2</c:v>
                </c:pt>
                <c:pt idx="159">
                  <c:v>42.2</c:v>
                </c:pt>
                <c:pt idx="160">
                  <c:v>42.2</c:v>
                </c:pt>
                <c:pt idx="161">
                  <c:v>42.4</c:v>
                </c:pt>
                <c:pt idx="162">
                  <c:v>42.4</c:v>
                </c:pt>
                <c:pt idx="163">
                  <c:v>42.6</c:v>
                </c:pt>
                <c:pt idx="164">
                  <c:v>42.8</c:v>
                </c:pt>
                <c:pt idx="165">
                  <c:v>42.8</c:v>
                </c:pt>
                <c:pt idx="166">
                  <c:v>43.4</c:v>
                </c:pt>
                <c:pt idx="167">
                  <c:v>43.4</c:v>
                </c:pt>
                <c:pt idx="168">
                  <c:v>43.6</c:v>
                </c:pt>
                <c:pt idx="169">
                  <c:v>43.6</c:v>
                </c:pt>
                <c:pt idx="170">
                  <c:v>43.6</c:v>
                </c:pt>
                <c:pt idx="171">
                  <c:v>43.8</c:v>
                </c:pt>
                <c:pt idx="172">
                  <c:v>44.4</c:v>
                </c:pt>
                <c:pt idx="173">
                  <c:v>45</c:v>
                </c:pt>
                <c:pt idx="174">
                  <c:v>45.4</c:v>
                </c:pt>
                <c:pt idx="175">
                  <c:v>45.4</c:v>
                </c:pt>
                <c:pt idx="176">
                  <c:v>45.6</c:v>
                </c:pt>
                <c:pt idx="177">
                  <c:v>45.6</c:v>
                </c:pt>
                <c:pt idx="178">
                  <c:v>45.8</c:v>
                </c:pt>
                <c:pt idx="179">
                  <c:v>46</c:v>
                </c:pt>
                <c:pt idx="180">
                  <c:v>46</c:v>
                </c:pt>
                <c:pt idx="181">
                  <c:v>46.4</c:v>
                </c:pt>
                <c:pt idx="182">
                  <c:v>46.4</c:v>
                </c:pt>
                <c:pt idx="183">
                  <c:v>46.6</c:v>
                </c:pt>
                <c:pt idx="184">
                  <c:v>46.8</c:v>
                </c:pt>
                <c:pt idx="185">
                  <c:v>47.2</c:v>
                </c:pt>
                <c:pt idx="186">
                  <c:v>47.6</c:v>
                </c:pt>
                <c:pt idx="187">
                  <c:v>47.8</c:v>
                </c:pt>
                <c:pt idx="188">
                  <c:v>48.4</c:v>
                </c:pt>
                <c:pt idx="189">
                  <c:v>49.4</c:v>
                </c:pt>
                <c:pt idx="190">
                  <c:v>50.4</c:v>
                </c:pt>
                <c:pt idx="191">
                  <c:v>50.6</c:v>
                </c:pt>
                <c:pt idx="192">
                  <c:v>50.8</c:v>
                </c:pt>
                <c:pt idx="193">
                  <c:v>51.4</c:v>
                </c:pt>
                <c:pt idx="194">
                  <c:v>51.4</c:v>
                </c:pt>
                <c:pt idx="195">
                  <c:v>51.4</c:v>
                </c:pt>
                <c:pt idx="196">
                  <c:v>51.6</c:v>
                </c:pt>
                <c:pt idx="197">
                  <c:v>52</c:v>
                </c:pt>
                <c:pt idx="198">
                  <c:v>52</c:v>
                </c:pt>
                <c:pt idx="199">
                  <c:v>52.2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D8E-4417-BEA1-E58108FD8BD1}"/>
            </c:ext>
          </c:extLst>
        </c:ser>
        <c:ser>
          <c:idx val="4"/>
          <c:order val="4"/>
          <c:tx>
            <c:strRef>
              <c:f>save1!$EY$608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save1!$EY$609:$EY$808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1.2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2.2000000000000002</c:v>
                </c:pt>
                <c:pt idx="37">
                  <c:v>2.2000000000000002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2.2000000000000002</c:v>
                </c:pt>
                <c:pt idx="42">
                  <c:v>2.2000000000000002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2.4</c:v>
                </c:pt>
                <c:pt idx="46">
                  <c:v>2.4</c:v>
                </c:pt>
                <c:pt idx="47">
                  <c:v>2.4</c:v>
                </c:pt>
                <c:pt idx="48">
                  <c:v>2.4</c:v>
                </c:pt>
                <c:pt idx="49">
                  <c:v>2.4</c:v>
                </c:pt>
                <c:pt idx="50">
                  <c:v>2.4</c:v>
                </c:pt>
                <c:pt idx="51">
                  <c:v>2.4</c:v>
                </c:pt>
                <c:pt idx="52">
                  <c:v>2.6</c:v>
                </c:pt>
                <c:pt idx="53">
                  <c:v>2.8</c:v>
                </c:pt>
                <c:pt idx="54">
                  <c:v>2.8</c:v>
                </c:pt>
                <c:pt idx="55">
                  <c:v>2.8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3.2</c:v>
                </c:pt>
                <c:pt idx="61">
                  <c:v>3.4</c:v>
                </c:pt>
                <c:pt idx="62">
                  <c:v>3.4</c:v>
                </c:pt>
                <c:pt idx="63">
                  <c:v>3.6</c:v>
                </c:pt>
                <c:pt idx="64">
                  <c:v>3.8</c:v>
                </c:pt>
                <c:pt idx="65">
                  <c:v>3.8</c:v>
                </c:pt>
                <c:pt idx="66">
                  <c:v>3.8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4.2</c:v>
                </c:pt>
                <c:pt idx="83">
                  <c:v>4.4000000000000004</c:v>
                </c:pt>
                <c:pt idx="84">
                  <c:v>4.4000000000000004</c:v>
                </c:pt>
                <c:pt idx="85">
                  <c:v>4.4000000000000004</c:v>
                </c:pt>
                <c:pt idx="86">
                  <c:v>4.4000000000000004</c:v>
                </c:pt>
                <c:pt idx="87">
                  <c:v>4.4000000000000004</c:v>
                </c:pt>
                <c:pt idx="88">
                  <c:v>4.4000000000000004</c:v>
                </c:pt>
                <c:pt idx="89">
                  <c:v>4.4000000000000004</c:v>
                </c:pt>
                <c:pt idx="90">
                  <c:v>4.4000000000000004</c:v>
                </c:pt>
                <c:pt idx="91">
                  <c:v>4.4000000000000004</c:v>
                </c:pt>
                <c:pt idx="92">
                  <c:v>4.5999999999999996</c:v>
                </c:pt>
                <c:pt idx="93">
                  <c:v>4.5999999999999996</c:v>
                </c:pt>
                <c:pt idx="94">
                  <c:v>4.5999999999999996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4.8</c:v>
                </c:pt>
                <c:pt idx="104">
                  <c:v>4.8</c:v>
                </c:pt>
                <c:pt idx="105">
                  <c:v>4.8</c:v>
                </c:pt>
                <c:pt idx="106">
                  <c:v>4.8</c:v>
                </c:pt>
                <c:pt idx="107">
                  <c:v>4.8</c:v>
                </c:pt>
                <c:pt idx="108">
                  <c:v>5</c:v>
                </c:pt>
                <c:pt idx="109">
                  <c:v>5</c:v>
                </c:pt>
                <c:pt idx="110">
                  <c:v>5.2</c:v>
                </c:pt>
                <c:pt idx="111">
                  <c:v>5.2</c:v>
                </c:pt>
                <c:pt idx="112">
                  <c:v>5.2</c:v>
                </c:pt>
                <c:pt idx="113">
                  <c:v>5.4</c:v>
                </c:pt>
                <c:pt idx="114">
                  <c:v>5.4</c:v>
                </c:pt>
                <c:pt idx="115">
                  <c:v>5.4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5.6</c:v>
                </c:pt>
                <c:pt idx="127">
                  <c:v>5.6</c:v>
                </c:pt>
                <c:pt idx="128">
                  <c:v>5.6</c:v>
                </c:pt>
                <c:pt idx="129">
                  <c:v>5.8</c:v>
                </c:pt>
                <c:pt idx="130">
                  <c:v>5.8</c:v>
                </c:pt>
                <c:pt idx="131">
                  <c:v>5.8</c:v>
                </c:pt>
                <c:pt idx="132">
                  <c:v>5.8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</c:v>
                </c:pt>
                <c:pt idx="137">
                  <c:v>6</c:v>
                </c:pt>
                <c:pt idx="138">
                  <c:v>6</c:v>
                </c:pt>
                <c:pt idx="139">
                  <c:v>6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6.2</c:v>
                </c:pt>
                <c:pt idx="146">
                  <c:v>6.2</c:v>
                </c:pt>
                <c:pt idx="147">
                  <c:v>6.2</c:v>
                </c:pt>
                <c:pt idx="148">
                  <c:v>6.2</c:v>
                </c:pt>
                <c:pt idx="149">
                  <c:v>6.2</c:v>
                </c:pt>
                <c:pt idx="150">
                  <c:v>6.2</c:v>
                </c:pt>
                <c:pt idx="151">
                  <c:v>6.2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6.4</c:v>
                </c:pt>
                <c:pt idx="156">
                  <c:v>6.4</c:v>
                </c:pt>
                <c:pt idx="157">
                  <c:v>6.6</c:v>
                </c:pt>
                <c:pt idx="158">
                  <c:v>6.6</c:v>
                </c:pt>
                <c:pt idx="159">
                  <c:v>6.6</c:v>
                </c:pt>
                <c:pt idx="160">
                  <c:v>6.6</c:v>
                </c:pt>
                <c:pt idx="161">
                  <c:v>6.6</c:v>
                </c:pt>
                <c:pt idx="162">
                  <c:v>6.6</c:v>
                </c:pt>
                <c:pt idx="163">
                  <c:v>6.6</c:v>
                </c:pt>
                <c:pt idx="164">
                  <c:v>7</c:v>
                </c:pt>
                <c:pt idx="165">
                  <c:v>7.2</c:v>
                </c:pt>
                <c:pt idx="166">
                  <c:v>7.2</c:v>
                </c:pt>
                <c:pt idx="167">
                  <c:v>7.2</c:v>
                </c:pt>
                <c:pt idx="168">
                  <c:v>7.2</c:v>
                </c:pt>
                <c:pt idx="169">
                  <c:v>7.4</c:v>
                </c:pt>
                <c:pt idx="170">
                  <c:v>7.6</c:v>
                </c:pt>
                <c:pt idx="171">
                  <c:v>7.8</c:v>
                </c:pt>
                <c:pt idx="172">
                  <c:v>7.8</c:v>
                </c:pt>
                <c:pt idx="173">
                  <c:v>7.8</c:v>
                </c:pt>
                <c:pt idx="174">
                  <c:v>7.8</c:v>
                </c:pt>
                <c:pt idx="175">
                  <c:v>8</c:v>
                </c:pt>
                <c:pt idx="176">
                  <c:v>8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8.1999999999999993</c:v>
                </c:pt>
                <c:pt idx="183">
                  <c:v>8.4</c:v>
                </c:pt>
                <c:pt idx="184">
                  <c:v>8.4</c:v>
                </c:pt>
                <c:pt idx="185">
                  <c:v>8.4</c:v>
                </c:pt>
                <c:pt idx="186">
                  <c:v>8.4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8.6</c:v>
                </c:pt>
                <c:pt idx="191">
                  <c:v>8.6</c:v>
                </c:pt>
                <c:pt idx="192">
                  <c:v>8.6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8.8000000000000007</c:v>
                </c:pt>
                <c:pt idx="199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D8E-4417-BEA1-E58108FD8BD1}"/>
            </c:ext>
          </c:extLst>
        </c:ser>
        <c:ser>
          <c:idx val="5"/>
          <c:order val="5"/>
          <c:tx>
            <c:strRef>
              <c:f>save1!$EZ$608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save1!$EZ$609:$EZ$808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1.2</c:v>
                </c:pt>
                <c:pt idx="3">
                  <c:v>1.4</c:v>
                </c:pt>
                <c:pt idx="4">
                  <c:v>1.8</c:v>
                </c:pt>
                <c:pt idx="5">
                  <c:v>1.8</c:v>
                </c:pt>
                <c:pt idx="6">
                  <c:v>2.2000000000000002</c:v>
                </c:pt>
                <c:pt idx="7">
                  <c:v>2.4</c:v>
                </c:pt>
                <c:pt idx="8">
                  <c:v>2.8</c:v>
                </c:pt>
                <c:pt idx="9">
                  <c:v>3.4</c:v>
                </c:pt>
                <c:pt idx="10">
                  <c:v>3.6</c:v>
                </c:pt>
                <c:pt idx="11">
                  <c:v>3.8</c:v>
                </c:pt>
                <c:pt idx="12">
                  <c:v>4.2</c:v>
                </c:pt>
                <c:pt idx="13">
                  <c:v>4.5999999999999996</c:v>
                </c:pt>
                <c:pt idx="14">
                  <c:v>4.8</c:v>
                </c:pt>
                <c:pt idx="15">
                  <c:v>5.2</c:v>
                </c:pt>
                <c:pt idx="16">
                  <c:v>5.4</c:v>
                </c:pt>
                <c:pt idx="17">
                  <c:v>5.8</c:v>
                </c:pt>
                <c:pt idx="18">
                  <c:v>6.6</c:v>
                </c:pt>
                <c:pt idx="19">
                  <c:v>7</c:v>
                </c:pt>
                <c:pt idx="20">
                  <c:v>7.4</c:v>
                </c:pt>
                <c:pt idx="21">
                  <c:v>7.6</c:v>
                </c:pt>
                <c:pt idx="22">
                  <c:v>7.8</c:v>
                </c:pt>
                <c:pt idx="23">
                  <c:v>8.1999999999999993</c:v>
                </c:pt>
                <c:pt idx="24">
                  <c:v>8.6</c:v>
                </c:pt>
                <c:pt idx="25">
                  <c:v>8.8000000000000007</c:v>
                </c:pt>
                <c:pt idx="26">
                  <c:v>9</c:v>
                </c:pt>
                <c:pt idx="27">
                  <c:v>9.6</c:v>
                </c:pt>
                <c:pt idx="28">
                  <c:v>9.8000000000000007</c:v>
                </c:pt>
                <c:pt idx="29">
                  <c:v>10.4</c:v>
                </c:pt>
                <c:pt idx="30">
                  <c:v>11</c:v>
                </c:pt>
                <c:pt idx="31">
                  <c:v>11.4</c:v>
                </c:pt>
                <c:pt idx="32">
                  <c:v>11.8</c:v>
                </c:pt>
                <c:pt idx="33">
                  <c:v>12</c:v>
                </c:pt>
                <c:pt idx="34">
                  <c:v>12.2</c:v>
                </c:pt>
                <c:pt idx="35">
                  <c:v>12.2</c:v>
                </c:pt>
                <c:pt idx="36">
                  <c:v>12.8</c:v>
                </c:pt>
                <c:pt idx="37">
                  <c:v>13</c:v>
                </c:pt>
                <c:pt idx="38">
                  <c:v>13.2</c:v>
                </c:pt>
                <c:pt idx="39">
                  <c:v>13.4</c:v>
                </c:pt>
                <c:pt idx="40">
                  <c:v>13.8</c:v>
                </c:pt>
                <c:pt idx="41">
                  <c:v>14</c:v>
                </c:pt>
                <c:pt idx="42">
                  <c:v>14.4</c:v>
                </c:pt>
                <c:pt idx="43">
                  <c:v>15</c:v>
                </c:pt>
                <c:pt idx="44">
                  <c:v>15.4</c:v>
                </c:pt>
                <c:pt idx="45">
                  <c:v>15.8</c:v>
                </c:pt>
                <c:pt idx="46">
                  <c:v>16</c:v>
                </c:pt>
                <c:pt idx="47">
                  <c:v>16</c:v>
                </c:pt>
                <c:pt idx="48">
                  <c:v>16.600000000000001</c:v>
                </c:pt>
                <c:pt idx="49">
                  <c:v>17</c:v>
                </c:pt>
                <c:pt idx="50">
                  <c:v>17.399999999999999</c:v>
                </c:pt>
                <c:pt idx="51">
                  <c:v>17.399999999999999</c:v>
                </c:pt>
                <c:pt idx="52">
                  <c:v>17.8</c:v>
                </c:pt>
                <c:pt idx="53">
                  <c:v>18</c:v>
                </c:pt>
                <c:pt idx="54">
                  <c:v>18.399999999999999</c:v>
                </c:pt>
                <c:pt idx="55">
                  <c:v>18.600000000000001</c:v>
                </c:pt>
                <c:pt idx="56">
                  <c:v>19.2</c:v>
                </c:pt>
                <c:pt idx="57">
                  <c:v>19.8</c:v>
                </c:pt>
                <c:pt idx="58">
                  <c:v>19.8</c:v>
                </c:pt>
                <c:pt idx="59">
                  <c:v>20.2</c:v>
                </c:pt>
                <c:pt idx="60">
                  <c:v>20.6</c:v>
                </c:pt>
                <c:pt idx="61">
                  <c:v>21.2</c:v>
                </c:pt>
                <c:pt idx="62">
                  <c:v>21.4</c:v>
                </c:pt>
                <c:pt idx="63">
                  <c:v>21.8</c:v>
                </c:pt>
                <c:pt idx="64">
                  <c:v>22</c:v>
                </c:pt>
                <c:pt idx="65">
                  <c:v>22</c:v>
                </c:pt>
                <c:pt idx="66">
                  <c:v>22.2</c:v>
                </c:pt>
                <c:pt idx="67">
                  <c:v>22.6</c:v>
                </c:pt>
                <c:pt idx="68">
                  <c:v>23</c:v>
                </c:pt>
                <c:pt idx="69">
                  <c:v>23.4</c:v>
                </c:pt>
                <c:pt idx="70">
                  <c:v>23.6</c:v>
                </c:pt>
                <c:pt idx="71">
                  <c:v>24.2</c:v>
                </c:pt>
                <c:pt idx="72">
                  <c:v>24.4</c:v>
                </c:pt>
                <c:pt idx="73">
                  <c:v>24.8</c:v>
                </c:pt>
                <c:pt idx="74">
                  <c:v>25</c:v>
                </c:pt>
                <c:pt idx="75">
                  <c:v>25.4</c:v>
                </c:pt>
                <c:pt idx="76">
                  <c:v>25.4</c:v>
                </c:pt>
                <c:pt idx="77">
                  <c:v>26.2</c:v>
                </c:pt>
                <c:pt idx="78">
                  <c:v>26.8</c:v>
                </c:pt>
                <c:pt idx="79">
                  <c:v>27.4</c:v>
                </c:pt>
                <c:pt idx="80">
                  <c:v>28.4</c:v>
                </c:pt>
                <c:pt idx="81">
                  <c:v>29</c:v>
                </c:pt>
                <c:pt idx="82">
                  <c:v>29.2</c:v>
                </c:pt>
                <c:pt idx="83">
                  <c:v>29.4</c:v>
                </c:pt>
                <c:pt idx="84">
                  <c:v>29.8</c:v>
                </c:pt>
                <c:pt idx="85">
                  <c:v>29.8</c:v>
                </c:pt>
                <c:pt idx="86">
                  <c:v>30</c:v>
                </c:pt>
                <c:pt idx="87">
                  <c:v>30.2</c:v>
                </c:pt>
                <c:pt idx="88">
                  <c:v>30.4</c:v>
                </c:pt>
                <c:pt idx="89">
                  <c:v>30.8</c:v>
                </c:pt>
                <c:pt idx="90">
                  <c:v>31</c:v>
                </c:pt>
                <c:pt idx="91">
                  <c:v>31</c:v>
                </c:pt>
                <c:pt idx="92">
                  <c:v>31.6</c:v>
                </c:pt>
                <c:pt idx="93">
                  <c:v>31.8</c:v>
                </c:pt>
                <c:pt idx="94">
                  <c:v>32.200000000000003</c:v>
                </c:pt>
                <c:pt idx="95">
                  <c:v>32.4</c:v>
                </c:pt>
                <c:pt idx="96">
                  <c:v>32.6</c:v>
                </c:pt>
                <c:pt idx="97">
                  <c:v>33</c:v>
                </c:pt>
                <c:pt idx="98">
                  <c:v>33.4</c:v>
                </c:pt>
                <c:pt idx="99">
                  <c:v>34</c:v>
                </c:pt>
                <c:pt idx="100">
                  <c:v>34.4</c:v>
                </c:pt>
                <c:pt idx="101">
                  <c:v>34.4</c:v>
                </c:pt>
                <c:pt idx="102">
                  <c:v>34.6</c:v>
                </c:pt>
                <c:pt idx="103">
                  <c:v>35.6</c:v>
                </c:pt>
                <c:pt idx="104">
                  <c:v>36</c:v>
                </c:pt>
                <c:pt idx="105">
                  <c:v>36.4</c:v>
                </c:pt>
                <c:pt idx="106">
                  <c:v>37</c:v>
                </c:pt>
                <c:pt idx="107">
                  <c:v>37.200000000000003</c:v>
                </c:pt>
                <c:pt idx="108">
                  <c:v>37.6</c:v>
                </c:pt>
                <c:pt idx="109">
                  <c:v>37.6</c:v>
                </c:pt>
                <c:pt idx="110">
                  <c:v>37.799999999999997</c:v>
                </c:pt>
                <c:pt idx="111">
                  <c:v>38.4</c:v>
                </c:pt>
                <c:pt idx="112">
                  <c:v>39</c:v>
                </c:pt>
                <c:pt idx="113">
                  <c:v>39.6</c:v>
                </c:pt>
                <c:pt idx="114">
                  <c:v>40.200000000000003</c:v>
                </c:pt>
                <c:pt idx="115">
                  <c:v>40.4</c:v>
                </c:pt>
                <c:pt idx="116">
                  <c:v>41.2</c:v>
                </c:pt>
                <c:pt idx="117">
                  <c:v>41.4</c:v>
                </c:pt>
                <c:pt idx="118">
                  <c:v>41.6</c:v>
                </c:pt>
                <c:pt idx="119">
                  <c:v>42</c:v>
                </c:pt>
                <c:pt idx="120">
                  <c:v>42.2</c:v>
                </c:pt>
                <c:pt idx="121">
                  <c:v>43</c:v>
                </c:pt>
                <c:pt idx="122">
                  <c:v>43.4</c:v>
                </c:pt>
                <c:pt idx="123">
                  <c:v>43.8</c:v>
                </c:pt>
                <c:pt idx="124">
                  <c:v>43.8</c:v>
                </c:pt>
                <c:pt idx="125">
                  <c:v>44</c:v>
                </c:pt>
                <c:pt idx="126">
                  <c:v>44.6</c:v>
                </c:pt>
                <c:pt idx="127">
                  <c:v>44.6</c:v>
                </c:pt>
                <c:pt idx="128">
                  <c:v>45</c:v>
                </c:pt>
                <c:pt idx="129">
                  <c:v>45.2</c:v>
                </c:pt>
                <c:pt idx="130">
                  <c:v>45.4</c:v>
                </c:pt>
                <c:pt idx="131">
                  <c:v>45.8</c:v>
                </c:pt>
                <c:pt idx="132">
                  <c:v>46</c:v>
                </c:pt>
                <c:pt idx="133">
                  <c:v>46.2</c:v>
                </c:pt>
                <c:pt idx="134">
                  <c:v>47</c:v>
                </c:pt>
                <c:pt idx="135">
                  <c:v>47.6</c:v>
                </c:pt>
                <c:pt idx="136">
                  <c:v>47.8</c:v>
                </c:pt>
                <c:pt idx="137">
                  <c:v>48.6</c:v>
                </c:pt>
                <c:pt idx="138">
                  <c:v>49.2</c:v>
                </c:pt>
                <c:pt idx="139">
                  <c:v>49.8</c:v>
                </c:pt>
                <c:pt idx="140">
                  <c:v>49.8</c:v>
                </c:pt>
                <c:pt idx="141">
                  <c:v>50</c:v>
                </c:pt>
                <c:pt idx="142">
                  <c:v>50.2</c:v>
                </c:pt>
                <c:pt idx="143">
                  <c:v>50.4</c:v>
                </c:pt>
                <c:pt idx="144">
                  <c:v>51</c:v>
                </c:pt>
                <c:pt idx="145">
                  <c:v>51.4</c:v>
                </c:pt>
                <c:pt idx="146">
                  <c:v>51.4</c:v>
                </c:pt>
                <c:pt idx="147">
                  <c:v>52</c:v>
                </c:pt>
                <c:pt idx="148">
                  <c:v>52</c:v>
                </c:pt>
                <c:pt idx="149">
                  <c:v>52.4</c:v>
                </c:pt>
                <c:pt idx="150">
                  <c:v>53</c:v>
                </c:pt>
                <c:pt idx="151">
                  <c:v>53.6</c:v>
                </c:pt>
                <c:pt idx="152">
                  <c:v>54</c:v>
                </c:pt>
                <c:pt idx="153">
                  <c:v>54.2</c:v>
                </c:pt>
                <c:pt idx="154">
                  <c:v>54.2</c:v>
                </c:pt>
                <c:pt idx="155">
                  <c:v>54.4</c:v>
                </c:pt>
                <c:pt idx="156">
                  <c:v>54.6</c:v>
                </c:pt>
                <c:pt idx="157">
                  <c:v>54.8</c:v>
                </c:pt>
                <c:pt idx="158">
                  <c:v>54.8</c:v>
                </c:pt>
                <c:pt idx="159">
                  <c:v>55.4</c:v>
                </c:pt>
                <c:pt idx="160">
                  <c:v>55.8</c:v>
                </c:pt>
                <c:pt idx="161">
                  <c:v>56</c:v>
                </c:pt>
                <c:pt idx="162">
                  <c:v>56.4</c:v>
                </c:pt>
                <c:pt idx="163">
                  <c:v>56.6</c:v>
                </c:pt>
                <c:pt idx="164">
                  <c:v>57.2</c:v>
                </c:pt>
                <c:pt idx="165">
                  <c:v>57.8</c:v>
                </c:pt>
                <c:pt idx="166">
                  <c:v>58.2</c:v>
                </c:pt>
                <c:pt idx="167">
                  <c:v>58.4</c:v>
                </c:pt>
                <c:pt idx="168">
                  <c:v>59.2</c:v>
                </c:pt>
                <c:pt idx="169">
                  <c:v>59.4</c:v>
                </c:pt>
                <c:pt idx="170">
                  <c:v>59.6</c:v>
                </c:pt>
                <c:pt idx="171">
                  <c:v>59.8</c:v>
                </c:pt>
                <c:pt idx="172">
                  <c:v>60.2</c:v>
                </c:pt>
                <c:pt idx="173">
                  <c:v>60.6</c:v>
                </c:pt>
                <c:pt idx="174">
                  <c:v>61.2</c:v>
                </c:pt>
                <c:pt idx="175">
                  <c:v>61.4</c:v>
                </c:pt>
                <c:pt idx="176">
                  <c:v>61.8</c:v>
                </c:pt>
                <c:pt idx="177">
                  <c:v>62.2</c:v>
                </c:pt>
                <c:pt idx="178">
                  <c:v>62.8</c:v>
                </c:pt>
                <c:pt idx="179">
                  <c:v>63.2</c:v>
                </c:pt>
                <c:pt idx="180">
                  <c:v>63.4</c:v>
                </c:pt>
                <c:pt idx="181">
                  <c:v>63.8</c:v>
                </c:pt>
                <c:pt idx="182">
                  <c:v>64.2</c:v>
                </c:pt>
                <c:pt idx="183">
                  <c:v>64.400000000000006</c:v>
                </c:pt>
                <c:pt idx="184">
                  <c:v>65</c:v>
                </c:pt>
                <c:pt idx="185">
                  <c:v>65.2</c:v>
                </c:pt>
                <c:pt idx="186">
                  <c:v>65.8</c:v>
                </c:pt>
                <c:pt idx="187">
                  <c:v>65.8</c:v>
                </c:pt>
                <c:pt idx="188">
                  <c:v>66.400000000000006</c:v>
                </c:pt>
                <c:pt idx="189">
                  <c:v>67.2</c:v>
                </c:pt>
                <c:pt idx="190">
                  <c:v>67.8</c:v>
                </c:pt>
                <c:pt idx="191">
                  <c:v>68</c:v>
                </c:pt>
                <c:pt idx="192">
                  <c:v>68</c:v>
                </c:pt>
                <c:pt idx="193">
                  <c:v>68.599999999999994</c:v>
                </c:pt>
                <c:pt idx="194">
                  <c:v>69</c:v>
                </c:pt>
                <c:pt idx="195">
                  <c:v>69.599999999999994</c:v>
                </c:pt>
                <c:pt idx="196">
                  <c:v>70.2</c:v>
                </c:pt>
                <c:pt idx="197">
                  <c:v>70.400000000000006</c:v>
                </c:pt>
                <c:pt idx="198">
                  <c:v>70.599999999999994</c:v>
                </c:pt>
                <c:pt idx="199">
                  <c:v>70.599999999999994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D8E-4417-BEA1-E58108FD8BD1}"/>
            </c:ext>
          </c:extLst>
        </c:ser>
        <c:ser>
          <c:idx val="6"/>
          <c:order val="6"/>
          <c:tx>
            <c:strRef>
              <c:f>save1!$FA$608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save1!$FA$609:$FA$808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0.2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1.2</c:v>
                </c:pt>
                <c:pt idx="71">
                  <c:v>1.2</c:v>
                </c:pt>
                <c:pt idx="72">
                  <c:v>1.2</c:v>
                </c:pt>
                <c:pt idx="73">
                  <c:v>1.2</c:v>
                </c:pt>
                <c:pt idx="74">
                  <c:v>1.2</c:v>
                </c:pt>
                <c:pt idx="75">
                  <c:v>1.2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1.4</c:v>
                </c:pt>
                <c:pt idx="81">
                  <c:v>1.6</c:v>
                </c:pt>
                <c:pt idx="82">
                  <c:v>1.6</c:v>
                </c:pt>
                <c:pt idx="83">
                  <c:v>1.6</c:v>
                </c:pt>
                <c:pt idx="84">
                  <c:v>1.6</c:v>
                </c:pt>
                <c:pt idx="85">
                  <c:v>1.6</c:v>
                </c:pt>
                <c:pt idx="86">
                  <c:v>1.6</c:v>
                </c:pt>
                <c:pt idx="87">
                  <c:v>1.6</c:v>
                </c:pt>
                <c:pt idx="88">
                  <c:v>1.6</c:v>
                </c:pt>
                <c:pt idx="89">
                  <c:v>1.6</c:v>
                </c:pt>
                <c:pt idx="90">
                  <c:v>1.6</c:v>
                </c:pt>
                <c:pt idx="91">
                  <c:v>1.6</c:v>
                </c:pt>
                <c:pt idx="92">
                  <c:v>1.6</c:v>
                </c:pt>
                <c:pt idx="93">
                  <c:v>1.6</c:v>
                </c:pt>
                <c:pt idx="94">
                  <c:v>1.6</c:v>
                </c:pt>
                <c:pt idx="95">
                  <c:v>1.6</c:v>
                </c:pt>
                <c:pt idx="96">
                  <c:v>1.6</c:v>
                </c:pt>
                <c:pt idx="97">
                  <c:v>1.6</c:v>
                </c:pt>
                <c:pt idx="98">
                  <c:v>1.6</c:v>
                </c:pt>
                <c:pt idx="99">
                  <c:v>1.6</c:v>
                </c:pt>
                <c:pt idx="100">
                  <c:v>1.6</c:v>
                </c:pt>
                <c:pt idx="101">
                  <c:v>1.6</c:v>
                </c:pt>
                <c:pt idx="102">
                  <c:v>1.6</c:v>
                </c:pt>
                <c:pt idx="103">
                  <c:v>1.6</c:v>
                </c:pt>
                <c:pt idx="104">
                  <c:v>1.6</c:v>
                </c:pt>
                <c:pt idx="105">
                  <c:v>1.6</c:v>
                </c:pt>
                <c:pt idx="106">
                  <c:v>1.6</c:v>
                </c:pt>
                <c:pt idx="107">
                  <c:v>1.6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2.4</c:v>
                </c:pt>
                <c:pt idx="139">
                  <c:v>2.4</c:v>
                </c:pt>
                <c:pt idx="140">
                  <c:v>2.4</c:v>
                </c:pt>
                <c:pt idx="141">
                  <c:v>2.4</c:v>
                </c:pt>
                <c:pt idx="142">
                  <c:v>2.6</c:v>
                </c:pt>
                <c:pt idx="143">
                  <c:v>2.8</c:v>
                </c:pt>
                <c:pt idx="144">
                  <c:v>2.8</c:v>
                </c:pt>
                <c:pt idx="145">
                  <c:v>2.8</c:v>
                </c:pt>
                <c:pt idx="146">
                  <c:v>2.8</c:v>
                </c:pt>
                <c:pt idx="147">
                  <c:v>2.8</c:v>
                </c:pt>
                <c:pt idx="148">
                  <c:v>2.8</c:v>
                </c:pt>
                <c:pt idx="149">
                  <c:v>2.8</c:v>
                </c:pt>
                <c:pt idx="150">
                  <c:v>2.8</c:v>
                </c:pt>
                <c:pt idx="151">
                  <c:v>2.8</c:v>
                </c:pt>
                <c:pt idx="152">
                  <c:v>2.8</c:v>
                </c:pt>
                <c:pt idx="153">
                  <c:v>2.8</c:v>
                </c:pt>
                <c:pt idx="154">
                  <c:v>2.8</c:v>
                </c:pt>
                <c:pt idx="155">
                  <c:v>2.8</c:v>
                </c:pt>
                <c:pt idx="156">
                  <c:v>2.8</c:v>
                </c:pt>
                <c:pt idx="157">
                  <c:v>3</c:v>
                </c:pt>
                <c:pt idx="158">
                  <c:v>3</c:v>
                </c:pt>
                <c:pt idx="159">
                  <c:v>3.4</c:v>
                </c:pt>
                <c:pt idx="160">
                  <c:v>3.4</c:v>
                </c:pt>
                <c:pt idx="161">
                  <c:v>3.4</c:v>
                </c:pt>
                <c:pt idx="162">
                  <c:v>4</c:v>
                </c:pt>
                <c:pt idx="163">
                  <c:v>4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4</c:v>
                </c:pt>
                <c:pt idx="168">
                  <c:v>4</c:v>
                </c:pt>
                <c:pt idx="169">
                  <c:v>4</c:v>
                </c:pt>
                <c:pt idx="170">
                  <c:v>4.2</c:v>
                </c:pt>
                <c:pt idx="171">
                  <c:v>4.2</c:v>
                </c:pt>
                <c:pt idx="172">
                  <c:v>4.2</c:v>
                </c:pt>
                <c:pt idx="173">
                  <c:v>4.2</c:v>
                </c:pt>
                <c:pt idx="174">
                  <c:v>4.2</c:v>
                </c:pt>
                <c:pt idx="175">
                  <c:v>4.2</c:v>
                </c:pt>
                <c:pt idx="176">
                  <c:v>4.4000000000000004</c:v>
                </c:pt>
                <c:pt idx="177">
                  <c:v>4.4000000000000004</c:v>
                </c:pt>
                <c:pt idx="178">
                  <c:v>4.5999999999999996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4.5999999999999996</c:v>
                </c:pt>
                <c:pt idx="182">
                  <c:v>4.5999999999999996</c:v>
                </c:pt>
                <c:pt idx="183">
                  <c:v>4.5999999999999996</c:v>
                </c:pt>
                <c:pt idx="184">
                  <c:v>4.5999999999999996</c:v>
                </c:pt>
                <c:pt idx="185">
                  <c:v>4.5999999999999996</c:v>
                </c:pt>
                <c:pt idx="186">
                  <c:v>4.5999999999999996</c:v>
                </c:pt>
                <c:pt idx="187">
                  <c:v>4.5999999999999996</c:v>
                </c:pt>
                <c:pt idx="188">
                  <c:v>4.5999999999999996</c:v>
                </c:pt>
                <c:pt idx="189">
                  <c:v>4.5999999999999996</c:v>
                </c:pt>
                <c:pt idx="190">
                  <c:v>4.5999999999999996</c:v>
                </c:pt>
                <c:pt idx="191">
                  <c:v>4.5999999999999996</c:v>
                </c:pt>
                <c:pt idx="192">
                  <c:v>4.5999999999999996</c:v>
                </c:pt>
                <c:pt idx="193">
                  <c:v>4.5999999999999996</c:v>
                </c:pt>
                <c:pt idx="194">
                  <c:v>4.5999999999999996</c:v>
                </c:pt>
                <c:pt idx="195">
                  <c:v>4.5999999999999996</c:v>
                </c:pt>
                <c:pt idx="196">
                  <c:v>4.5999999999999996</c:v>
                </c:pt>
                <c:pt idx="197">
                  <c:v>4.5999999999999996</c:v>
                </c:pt>
                <c:pt idx="198">
                  <c:v>4.5999999999999996</c:v>
                </c:pt>
                <c:pt idx="199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D8E-4417-BEA1-E58108FD8BD1}"/>
            </c:ext>
          </c:extLst>
        </c:ser>
        <c:ser>
          <c:idx val="7"/>
          <c:order val="7"/>
          <c:tx>
            <c:strRef>
              <c:f>save1!$FB$608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save1!$FB$609:$FB$808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0.6</c:v>
                </c:pt>
                <c:pt idx="105">
                  <c:v>0.6</c:v>
                </c:pt>
                <c:pt idx="106">
                  <c:v>0.6</c:v>
                </c:pt>
                <c:pt idx="107">
                  <c:v>0.6</c:v>
                </c:pt>
                <c:pt idx="108">
                  <c:v>0.6</c:v>
                </c:pt>
                <c:pt idx="109">
                  <c:v>0.6</c:v>
                </c:pt>
                <c:pt idx="110">
                  <c:v>0.6</c:v>
                </c:pt>
                <c:pt idx="111">
                  <c:v>0.6</c:v>
                </c:pt>
                <c:pt idx="112">
                  <c:v>0.6</c:v>
                </c:pt>
                <c:pt idx="113">
                  <c:v>0.6</c:v>
                </c:pt>
                <c:pt idx="114">
                  <c:v>0.6</c:v>
                </c:pt>
                <c:pt idx="115">
                  <c:v>0.6</c:v>
                </c:pt>
                <c:pt idx="116">
                  <c:v>0.6</c:v>
                </c:pt>
                <c:pt idx="117">
                  <c:v>0.6</c:v>
                </c:pt>
                <c:pt idx="118">
                  <c:v>0.6</c:v>
                </c:pt>
                <c:pt idx="119">
                  <c:v>0.6</c:v>
                </c:pt>
                <c:pt idx="120">
                  <c:v>0.6</c:v>
                </c:pt>
                <c:pt idx="121">
                  <c:v>0.6</c:v>
                </c:pt>
                <c:pt idx="122">
                  <c:v>0.6</c:v>
                </c:pt>
                <c:pt idx="123">
                  <c:v>0.6</c:v>
                </c:pt>
                <c:pt idx="124">
                  <c:v>0.6</c:v>
                </c:pt>
                <c:pt idx="125">
                  <c:v>0.6</c:v>
                </c:pt>
                <c:pt idx="126">
                  <c:v>0.6</c:v>
                </c:pt>
                <c:pt idx="127">
                  <c:v>0.6</c:v>
                </c:pt>
                <c:pt idx="128">
                  <c:v>0.6</c:v>
                </c:pt>
                <c:pt idx="129">
                  <c:v>0.6</c:v>
                </c:pt>
                <c:pt idx="130">
                  <c:v>0.6</c:v>
                </c:pt>
                <c:pt idx="131">
                  <c:v>0.6</c:v>
                </c:pt>
                <c:pt idx="132">
                  <c:v>0.6</c:v>
                </c:pt>
                <c:pt idx="133">
                  <c:v>0.6</c:v>
                </c:pt>
                <c:pt idx="134">
                  <c:v>0.6</c:v>
                </c:pt>
                <c:pt idx="135">
                  <c:v>0.6</c:v>
                </c:pt>
                <c:pt idx="136">
                  <c:v>0.6</c:v>
                </c:pt>
                <c:pt idx="137">
                  <c:v>0.6</c:v>
                </c:pt>
                <c:pt idx="138">
                  <c:v>0.6</c:v>
                </c:pt>
                <c:pt idx="139">
                  <c:v>0.6</c:v>
                </c:pt>
                <c:pt idx="140">
                  <c:v>0.6</c:v>
                </c:pt>
                <c:pt idx="141">
                  <c:v>0.6</c:v>
                </c:pt>
                <c:pt idx="142">
                  <c:v>0.8</c:v>
                </c:pt>
                <c:pt idx="143">
                  <c:v>0.8</c:v>
                </c:pt>
                <c:pt idx="144">
                  <c:v>0.8</c:v>
                </c:pt>
                <c:pt idx="145">
                  <c:v>0.8</c:v>
                </c:pt>
                <c:pt idx="146">
                  <c:v>0.8</c:v>
                </c:pt>
                <c:pt idx="147">
                  <c:v>0.8</c:v>
                </c:pt>
                <c:pt idx="148">
                  <c:v>0.8</c:v>
                </c:pt>
                <c:pt idx="149">
                  <c:v>0.8</c:v>
                </c:pt>
                <c:pt idx="150">
                  <c:v>0.8</c:v>
                </c:pt>
                <c:pt idx="151">
                  <c:v>0.8</c:v>
                </c:pt>
                <c:pt idx="152">
                  <c:v>0.8</c:v>
                </c:pt>
                <c:pt idx="153">
                  <c:v>0.8</c:v>
                </c:pt>
                <c:pt idx="154">
                  <c:v>0.8</c:v>
                </c:pt>
                <c:pt idx="155">
                  <c:v>0.8</c:v>
                </c:pt>
                <c:pt idx="156">
                  <c:v>0.8</c:v>
                </c:pt>
                <c:pt idx="157">
                  <c:v>0.8</c:v>
                </c:pt>
                <c:pt idx="158">
                  <c:v>0.8</c:v>
                </c:pt>
                <c:pt idx="159">
                  <c:v>0.8</c:v>
                </c:pt>
                <c:pt idx="160">
                  <c:v>0.8</c:v>
                </c:pt>
                <c:pt idx="161">
                  <c:v>0.8</c:v>
                </c:pt>
                <c:pt idx="162">
                  <c:v>0.8</c:v>
                </c:pt>
                <c:pt idx="163">
                  <c:v>0.8</c:v>
                </c:pt>
                <c:pt idx="164">
                  <c:v>0.8</c:v>
                </c:pt>
                <c:pt idx="165">
                  <c:v>0.8</c:v>
                </c:pt>
                <c:pt idx="166">
                  <c:v>0.8</c:v>
                </c:pt>
                <c:pt idx="167">
                  <c:v>0.8</c:v>
                </c:pt>
                <c:pt idx="168">
                  <c:v>0.8</c:v>
                </c:pt>
                <c:pt idx="169">
                  <c:v>0.8</c:v>
                </c:pt>
                <c:pt idx="170">
                  <c:v>0.8</c:v>
                </c:pt>
                <c:pt idx="171">
                  <c:v>0.8</c:v>
                </c:pt>
                <c:pt idx="172">
                  <c:v>0.8</c:v>
                </c:pt>
                <c:pt idx="173">
                  <c:v>0.8</c:v>
                </c:pt>
                <c:pt idx="174">
                  <c:v>0.8</c:v>
                </c:pt>
                <c:pt idx="175">
                  <c:v>0.8</c:v>
                </c:pt>
                <c:pt idx="176">
                  <c:v>0.8</c:v>
                </c:pt>
                <c:pt idx="177">
                  <c:v>0.8</c:v>
                </c:pt>
                <c:pt idx="178">
                  <c:v>0.8</c:v>
                </c:pt>
                <c:pt idx="179">
                  <c:v>0.8</c:v>
                </c:pt>
                <c:pt idx="180">
                  <c:v>0.8</c:v>
                </c:pt>
                <c:pt idx="181">
                  <c:v>0.8</c:v>
                </c:pt>
                <c:pt idx="182">
                  <c:v>0.8</c:v>
                </c:pt>
                <c:pt idx="183">
                  <c:v>0.8</c:v>
                </c:pt>
                <c:pt idx="184">
                  <c:v>0.8</c:v>
                </c:pt>
                <c:pt idx="185">
                  <c:v>0.8</c:v>
                </c:pt>
                <c:pt idx="186">
                  <c:v>0.8</c:v>
                </c:pt>
                <c:pt idx="187">
                  <c:v>0.8</c:v>
                </c:pt>
                <c:pt idx="188">
                  <c:v>0.8</c:v>
                </c:pt>
                <c:pt idx="189">
                  <c:v>0.8</c:v>
                </c:pt>
                <c:pt idx="190">
                  <c:v>0.8</c:v>
                </c:pt>
                <c:pt idx="191">
                  <c:v>0.8</c:v>
                </c:pt>
                <c:pt idx="192">
                  <c:v>0.8</c:v>
                </c:pt>
                <c:pt idx="193">
                  <c:v>0.8</c:v>
                </c:pt>
                <c:pt idx="194">
                  <c:v>0.8</c:v>
                </c:pt>
                <c:pt idx="195">
                  <c:v>0.8</c:v>
                </c:pt>
                <c:pt idx="196">
                  <c:v>0.8</c:v>
                </c:pt>
                <c:pt idx="197">
                  <c:v>0.8</c:v>
                </c:pt>
                <c:pt idx="198">
                  <c:v>0.8</c:v>
                </c:pt>
                <c:pt idx="199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D8E-4417-BEA1-E58108FD8BD1}"/>
            </c:ext>
          </c:extLst>
        </c:ser>
        <c:ser>
          <c:idx val="8"/>
          <c:order val="8"/>
          <c:tx>
            <c:strRef>
              <c:f>save1!$FC$608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save1!$FC$609:$FC$808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D8E-4417-BEA1-E58108FD8BD1}"/>
            </c:ext>
          </c:extLst>
        </c:ser>
        <c:ser>
          <c:idx val="9"/>
          <c:order val="9"/>
          <c:tx>
            <c:strRef>
              <c:f>save1!$FD$608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save1!$FD$609:$FD$808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0.4</c:v>
                </c:pt>
                <c:pt idx="11">
                  <c:v>0.6</c:v>
                </c:pt>
                <c:pt idx="12">
                  <c:v>0.6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1</c:v>
                </c:pt>
                <c:pt idx="28">
                  <c:v>1.2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1.6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2.2000000000000002</c:v>
                </c:pt>
                <c:pt idx="81">
                  <c:v>2.2000000000000002</c:v>
                </c:pt>
                <c:pt idx="82">
                  <c:v>2.2000000000000002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2.6</c:v>
                </c:pt>
                <c:pt idx="90">
                  <c:v>2.6</c:v>
                </c:pt>
                <c:pt idx="91">
                  <c:v>2.6</c:v>
                </c:pt>
                <c:pt idx="92">
                  <c:v>2.6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3</c:v>
                </c:pt>
                <c:pt idx="98">
                  <c:v>3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3.8</c:v>
                </c:pt>
                <c:pt idx="116">
                  <c:v>3.8</c:v>
                </c:pt>
                <c:pt idx="117">
                  <c:v>3.8</c:v>
                </c:pt>
                <c:pt idx="118">
                  <c:v>3.8</c:v>
                </c:pt>
                <c:pt idx="119">
                  <c:v>3.8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</c:v>
                </c:pt>
                <c:pt idx="124">
                  <c:v>4</c:v>
                </c:pt>
                <c:pt idx="125">
                  <c:v>4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4.4000000000000004</c:v>
                </c:pt>
                <c:pt idx="135">
                  <c:v>4.4000000000000004</c:v>
                </c:pt>
                <c:pt idx="136">
                  <c:v>4.4000000000000004</c:v>
                </c:pt>
                <c:pt idx="137">
                  <c:v>4.4000000000000004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4.5999999999999996</c:v>
                </c:pt>
                <c:pt idx="146">
                  <c:v>4.5999999999999996</c:v>
                </c:pt>
                <c:pt idx="147">
                  <c:v>4.8</c:v>
                </c:pt>
                <c:pt idx="148">
                  <c:v>4.8</c:v>
                </c:pt>
                <c:pt idx="149">
                  <c:v>4.8</c:v>
                </c:pt>
                <c:pt idx="150">
                  <c:v>5</c:v>
                </c:pt>
                <c:pt idx="151">
                  <c:v>5.2</c:v>
                </c:pt>
                <c:pt idx="152">
                  <c:v>5.4</c:v>
                </c:pt>
                <c:pt idx="153">
                  <c:v>5.4</c:v>
                </c:pt>
                <c:pt idx="154">
                  <c:v>5.4</c:v>
                </c:pt>
                <c:pt idx="155">
                  <c:v>5.4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5.6</c:v>
                </c:pt>
                <c:pt idx="160">
                  <c:v>5.8</c:v>
                </c:pt>
                <c:pt idx="161">
                  <c:v>5.8</c:v>
                </c:pt>
                <c:pt idx="162">
                  <c:v>5.8</c:v>
                </c:pt>
                <c:pt idx="163">
                  <c:v>5.8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6.2</c:v>
                </c:pt>
                <c:pt idx="174">
                  <c:v>6.2</c:v>
                </c:pt>
                <c:pt idx="175">
                  <c:v>6.2</c:v>
                </c:pt>
                <c:pt idx="176">
                  <c:v>6.2</c:v>
                </c:pt>
                <c:pt idx="177">
                  <c:v>6.2</c:v>
                </c:pt>
                <c:pt idx="178">
                  <c:v>6.2</c:v>
                </c:pt>
                <c:pt idx="179">
                  <c:v>6.4</c:v>
                </c:pt>
                <c:pt idx="180">
                  <c:v>6.4</c:v>
                </c:pt>
                <c:pt idx="181">
                  <c:v>6.6</c:v>
                </c:pt>
                <c:pt idx="182">
                  <c:v>6.6</c:v>
                </c:pt>
                <c:pt idx="183">
                  <c:v>6.6</c:v>
                </c:pt>
                <c:pt idx="184">
                  <c:v>6.6</c:v>
                </c:pt>
                <c:pt idx="185">
                  <c:v>6.6</c:v>
                </c:pt>
                <c:pt idx="186">
                  <c:v>6.6</c:v>
                </c:pt>
                <c:pt idx="187">
                  <c:v>6.6</c:v>
                </c:pt>
                <c:pt idx="188">
                  <c:v>6.8</c:v>
                </c:pt>
                <c:pt idx="189">
                  <c:v>7</c:v>
                </c:pt>
                <c:pt idx="190">
                  <c:v>7</c:v>
                </c:pt>
                <c:pt idx="191">
                  <c:v>7</c:v>
                </c:pt>
                <c:pt idx="192">
                  <c:v>7</c:v>
                </c:pt>
                <c:pt idx="193">
                  <c:v>7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D8E-4417-BEA1-E58108FD8B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(Daemon's Tail,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save1!$EC$810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save1!$EC$811:$EC$1010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0.6</c:v>
                </c:pt>
                <c:pt idx="8">
                  <c:v>1</c:v>
                </c:pt>
                <c:pt idx="9">
                  <c:v>1</c:v>
                </c:pt>
                <c:pt idx="10">
                  <c:v>1.2</c:v>
                </c:pt>
                <c:pt idx="11">
                  <c:v>1.8</c:v>
                </c:pt>
                <c:pt idx="12">
                  <c:v>1.8</c:v>
                </c:pt>
                <c:pt idx="13">
                  <c:v>2</c:v>
                </c:pt>
                <c:pt idx="14">
                  <c:v>2.4</c:v>
                </c:pt>
                <c:pt idx="15">
                  <c:v>2.8</c:v>
                </c:pt>
                <c:pt idx="16">
                  <c:v>2.8</c:v>
                </c:pt>
                <c:pt idx="17">
                  <c:v>3.2</c:v>
                </c:pt>
                <c:pt idx="18">
                  <c:v>4.2</c:v>
                </c:pt>
                <c:pt idx="19">
                  <c:v>5.8</c:v>
                </c:pt>
                <c:pt idx="20">
                  <c:v>6.2</c:v>
                </c:pt>
                <c:pt idx="21">
                  <c:v>6.2</c:v>
                </c:pt>
                <c:pt idx="22">
                  <c:v>6.4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7.4</c:v>
                </c:pt>
                <c:pt idx="27">
                  <c:v>7.8</c:v>
                </c:pt>
                <c:pt idx="28">
                  <c:v>8.4</c:v>
                </c:pt>
                <c:pt idx="29">
                  <c:v>8.8000000000000007</c:v>
                </c:pt>
                <c:pt idx="30">
                  <c:v>9.1999999999999993</c:v>
                </c:pt>
                <c:pt idx="31">
                  <c:v>9.4</c:v>
                </c:pt>
                <c:pt idx="32">
                  <c:v>9.6</c:v>
                </c:pt>
                <c:pt idx="33">
                  <c:v>10.199999999999999</c:v>
                </c:pt>
                <c:pt idx="34">
                  <c:v>10.199999999999999</c:v>
                </c:pt>
                <c:pt idx="35">
                  <c:v>10.4</c:v>
                </c:pt>
                <c:pt idx="36">
                  <c:v>10.4</c:v>
                </c:pt>
                <c:pt idx="37">
                  <c:v>10.4</c:v>
                </c:pt>
                <c:pt idx="38">
                  <c:v>10.4</c:v>
                </c:pt>
                <c:pt idx="39">
                  <c:v>10.8</c:v>
                </c:pt>
                <c:pt idx="40">
                  <c:v>11</c:v>
                </c:pt>
                <c:pt idx="41">
                  <c:v>11.2</c:v>
                </c:pt>
                <c:pt idx="42">
                  <c:v>11.6</c:v>
                </c:pt>
                <c:pt idx="43">
                  <c:v>11.6</c:v>
                </c:pt>
                <c:pt idx="44">
                  <c:v>11.8</c:v>
                </c:pt>
                <c:pt idx="45">
                  <c:v>11.8</c:v>
                </c:pt>
                <c:pt idx="46">
                  <c:v>11.8</c:v>
                </c:pt>
                <c:pt idx="47">
                  <c:v>11.8</c:v>
                </c:pt>
                <c:pt idx="48">
                  <c:v>12</c:v>
                </c:pt>
                <c:pt idx="49">
                  <c:v>12</c:v>
                </c:pt>
                <c:pt idx="50">
                  <c:v>12.2</c:v>
                </c:pt>
                <c:pt idx="51">
                  <c:v>12.4</c:v>
                </c:pt>
                <c:pt idx="52">
                  <c:v>12.4</c:v>
                </c:pt>
                <c:pt idx="53">
                  <c:v>12.4</c:v>
                </c:pt>
                <c:pt idx="54">
                  <c:v>12.4</c:v>
                </c:pt>
                <c:pt idx="55">
                  <c:v>12.4</c:v>
                </c:pt>
                <c:pt idx="56">
                  <c:v>12.4</c:v>
                </c:pt>
                <c:pt idx="57">
                  <c:v>12.4</c:v>
                </c:pt>
                <c:pt idx="58">
                  <c:v>12.6</c:v>
                </c:pt>
                <c:pt idx="59">
                  <c:v>13.2</c:v>
                </c:pt>
                <c:pt idx="60">
                  <c:v>13.8</c:v>
                </c:pt>
                <c:pt idx="61">
                  <c:v>14</c:v>
                </c:pt>
                <c:pt idx="62">
                  <c:v>14</c:v>
                </c:pt>
                <c:pt idx="63">
                  <c:v>14</c:v>
                </c:pt>
                <c:pt idx="64">
                  <c:v>14.6</c:v>
                </c:pt>
                <c:pt idx="65">
                  <c:v>14.8</c:v>
                </c:pt>
                <c:pt idx="66">
                  <c:v>15.2</c:v>
                </c:pt>
                <c:pt idx="67">
                  <c:v>15.2</c:v>
                </c:pt>
                <c:pt idx="68">
                  <c:v>15.4</c:v>
                </c:pt>
                <c:pt idx="69">
                  <c:v>15.4</c:v>
                </c:pt>
                <c:pt idx="70">
                  <c:v>15.6</c:v>
                </c:pt>
                <c:pt idx="71">
                  <c:v>15.8</c:v>
                </c:pt>
                <c:pt idx="72">
                  <c:v>15.8</c:v>
                </c:pt>
                <c:pt idx="73">
                  <c:v>16</c:v>
                </c:pt>
                <c:pt idx="74">
                  <c:v>16.600000000000001</c:v>
                </c:pt>
                <c:pt idx="75">
                  <c:v>16.8</c:v>
                </c:pt>
                <c:pt idx="76">
                  <c:v>17</c:v>
                </c:pt>
                <c:pt idx="77">
                  <c:v>17.2</c:v>
                </c:pt>
                <c:pt idx="78">
                  <c:v>17.2</c:v>
                </c:pt>
                <c:pt idx="79">
                  <c:v>17.399999999999999</c:v>
                </c:pt>
                <c:pt idx="80">
                  <c:v>17.399999999999999</c:v>
                </c:pt>
                <c:pt idx="81">
                  <c:v>17.600000000000001</c:v>
                </c:pt>
                <c:pt idx="82">
                  <c:v>17.8</c:v>
                </c:pt>
                <c:pt idx="83">
                  <c:v>18</c:v>
                </c:pt>
                <c:pt idx="84">
                  <c:v>18.600000000000001</c:v>
                </c:pt>
                <c:pt idx="85">
                  <c:v>18.600000000000001</c:v>
                </c:pt>
                <c:pt idx="86">
                  <c:v>18.8</c:v>
                </c:pt>
                <c:pt idx="87">
                  <c:v>19</c:v>
                </c:pt>
                <c:pt idx="88">
                  <c:v>19.399999999999999</c:v>
                </c:pt>
                <c:pt idx="89">
                  <c:v>19.399999999999999</c:v>
                </c:pt>
                <c:pt idx="90">
                  <c:v>19.600000000000001</c:v>
                </c:pt>
                <c:pt idx="91">
                  <c:v>20</c:v>
                </c:pt>
                <c:pt idx="92">
                  <c:v>20.6</c:v>
                </c:pt>
                <c:pt idx="93">
                  <c:v>21</c:v>
                </c:pt>
                <c:pt idx="94">
                  <c:v>21.4</c:v>
                </c:pt>
                <c:pt idx="95">
                  <c:v>21.4</c:v>
                </c:pt>
                <c:pt idx="96">
                  <c:v>21.4</c:v>
                </c:pt>
                <c:pt idx="97">
                  <c:v>22</c:v>
                </c:pt>
                <c:pt idx="98">
                  <c:v>22</c:v>
                </c:pt>
                <c:pt idx="99">
                  <c:v>22.2</c:v>
                </c:pt>
                <c:pt idx="100">
                  <c:v>22.4</c:v>
                </c:pt>
                <c:pt idx="101">
                  <c:v>22.8</c:v>
                </c:pt>
                <c:pt idx="102">
                  <c:v>22.8</c:v>
                </c:pt>
                <c:pt idx="103">
                  <c:v>22.8</c:v>
                </c:pt>
                <c:pt idx="104">
                  <c:v>23.2</c:v>
                </c:pt>
                <c:pt idx="105">
                  <c:v>23.4</c:v>
                </c:pt>
                <c:pt idx="106">
                  <c:v>23.6</c:v>
                </c:pt>
                <c:pt idx="107">
                  <c:v>23.6</c:v>
                </c:pt>
                <c:pt idx="108">
                  <c:v>23.6</c:v>
                </c:pt>
                <c:pt idx="109">
                  <c:v>23.8</c:v>
                </c:pt>
                <c:pt idx="110">
                  <c:v>24</c:v>
                </c:pt>
                <c:pt idx="111">
                  <c:v>24</c:v>
                </c:pt>
                <c:pt idx="112">
                  <c:v>24</c:v>
                </c:pt>
                <c:pt idx="113">
                  <c:v>24.6</c:v>
                </c:pt>
                <c:pt idx="114">
                  <c:v>24.8</c:v>
                </c:pt>
                <c:pt idx="115">
                  <c:v>24.8</c:v>
                </c:pt>
                <c:pt idx="116">
                  <c:v>25.4</c:v>
                </c:pt>
                <c:pt idx="117">
                  <c:v>25.4</c:v>
                </c:pt>
                <c:pt idx="118">
                  <c:v>25.8</c:v>
                </c:pt>
                <c:pt idx="119">
                  <c:v>26</c:v>
                </c:pt>
                <c:pt idx="120">
                  <c:v>26.4</c:v>
                </c:pt>
                <c:pt idx="121">
                  <c:v>26.4</c:v>
                </c:pt>
                <c:pt idx="122">
                  <c:v>26.8</c:v>
                </c:pt>
                <c:pt idx="123">
                  <c:v>27.2</c:v>
                </c:pt>
                <c:pt idx="124">
                  <c:v>27.4</c:v>
                </c:pt>
                <c:pt idx="125">
                  <c:v>27.8</c:v>
                </c:pt>
                <c:pt idx="126">
                  <c:v>28</c:v>
                </c:pt>
                <c:pt idx="127">
                  <c:v>29.2</c:v>
                </c:pt>
                <c:pt idx="128">
                  <c:v>29.2</c:v>
                </c:pt>
                <c:pt idx="129">
                  <c:v>29.6</c:v>
                </c:pt>
                <c:pt idx="130">
                  <c:v>29.6</c:v>
                </c:pt>
                <c:pt idx="131">
                  <c:v>29.8</c:v>
                </c:pt>
                <c:pt idx="132">
                  <c:v>30.4</c:v>
                </c:pt>
                <c:pt idx="133">
                  <c:v>30.4</c:v>
                </c:pt>
                <c:pt idx="134">
                  <c:v>30.6</c:v>
                </c:pt>
                <c:pt idx="135">
                  <c:v>30.8</c:v>
                </c:pt>
                <c:pt idx="136">
                  <c:v>31.2</c:v>
                </c:pt>
                <c:pt idx="137">
                  <c:v>31.2</c:v>
                </c:pt>
                <c:pt idx="138">
                  <c:v>31.2</c:v>
                </c:pt>
                <c:pt idx="139">
                  <c:v>31.2</c:v>
                </c:pt>
                <c:pt idx="140">
                  <c:v>31.8</c:v>
                </c:pt>
                <c:pt idx="141">
                  <c:v>32.200000000000003</c:v>
                </c:pt>
                <c:pt idx="142">
                  <c:v>32.4</c:v>
                </c:pt>
                <c:pt idx="143">
                  <c:v>32.799999999999997</c:v>
                </c:pt>
                <c:pt idx="144">
                  <c:v>33.200000000000003</c:v>
                </c:pt>
                <c:pt idx="145">
                  <c:v>33.200000000000003</c:v>
                </c:pt>
                <c:pt idx="146">
                  <c:v>33.4</c:v>
                </c:pt>
                <c:pt idx="147">
                  <c:v>33.799999999999997</c:v>
                </c:pt>
                <c:pt idx="148">
                  <c:v>34</c:v>
                </c:pt>
                <c:pt idx="149">
                  <c:v>34.200000000000003</c:v>
                </c:pt>
                <c:pt idx="150">
                  <c:v>34.4</c:v>
                </c:pt>
                <c:pt idx="151">
                  <c:v>34.6</c:v>
                </c:pt>
                <c:pt idx="152">
                  <c:v>35</c:v>
                </c:pt>
                <c:pt idx="153">
                  <c:v>35</c:v>
                </c:pt>
                <c:pt idx="154">
                  <c:v>35.4</c:v>
                </c:pt>
                <c:pt idx="155">
                  <c:v>35.6</c:v>
                </c:pt>
                <c:pt idx="156">
                  <c:v>35.6</c:v>
                </c:pt>
                <c:pt idx="157">
                  <c:v>36.799999999999997</c:v>
                </c:pt>
                <c:pt idx="158">
                  <c:v>37</c:v>
                </c:pt>
                <c:pt idx="159">
                  <c:v>37.6</c:v>
                </c:pt>
                <c:pt idx="160">
                  <c:v>37.799999999999997</c:v>
                </c:pt>
                <c:pt idx="161">
                  <c:v>38.200000000000003</c:v>
                </c:pt>
                <c:pt idx="162">
                  <c:v>38.4</c:v>
                </c:pt>
                <c:pt idx="163">
                  <c:v>38.6</c:v>
                </c:pt>
                <c:pt idx="164">
                  <c:v>38.6</c:v>
                </c:pt>
                <c:pt idx="165">
                  <c:v>39</c:v>
                </c:pt>
                <c:pt idx="166">
                  <c:v>39.6</c:v>
                </c:pt>
                <c:pt idx="167">
                  <c:v>39.6</c:v>
                </c:pt>
                <c:pt idx="168">
                  <c:v>40.4</c:v>
                </c:pt>
                <c:pt idx="169">
                  <c:v>41</c:v>
                </c:pt>
                <c:pt idx="170">
                  <c:v>41.2</c:v>
                </c:pt>
                <c:pt idx="171">
                  <c:v>41.8</c:v>
                </c:pt>
                <c:pt idx="172">
                  <c:v>42</c:v>
                </c:pt>
                <c:pt idx="173">
                  <c:v>42.4</c:v>
                </c:pt>
                <c:pt idx="174">
                  <c:v>42.6</c:v>
                </c:pt>
                <c:pt idx="175">
                  <c:v>42.6</c:v>
                </c:pt>
                <c:pt idx="176">
                  <c:v>42.6</c:v>
                </c:pt>
                <c:pt idx="177">
                  <c:v>42.6</c:v>
                </c:pt>
                <c:pt idx="178">
                  <c:v>42.8</c:v>
                </c:pt>
                <c:pt idx="179">
                  <c:v>43.2</c:v>
                </c:pt>
                <c:pt idx="180">
                  <c:v>43.4</c:v>
                </c:pt>
                <c:pt idx="181">
                  <c:v>44</c:v>
                </c:pt>
                <c:pt idx="182">
                  <c:v>44.4</c:v>
                </c:pt>
                <c:pt idx="183">
                  <c:v>44.4</c:v>
                </c:pt>
                <c:pt idx="184">
                  <c:v>44.4</c:v>
                </c:pt>
                <c:pt idx="185">
                  <c:v>44.6</c:v>
                </c:pt>
                <c:pt idx="186">
                  <c:v>44.6</c:v>
                </c:pt>
                <c:pt idx="187">
                  <c:v>44.8</c:v>
                </c:pt>
                <c:pt idx="188">
                  <c:v>44.8</c:v>
                </c:pt>
                <c:pt idx="189">
                  <c:v>45</c:v>
                </c:pt>
                <c:pt idx="190">
                  <c:v>45.2</c:v>
                </c:pt>
                <c:pt idx="191">
                  <c:v>45.4</c:v>
                </c:pt>
                <c:pt idx="192">
                  <c:v>45.6</c:v>
                </c:pt>
                <c:pt idx="193">
                  <c:v>46</c:v>
                </c:pt>
                <c:pt idx="194">
                  <c:v>46</c:v>
                </c:pt>
                <c:pt idx="195">
                  <c:v>46.4</c:v>
                </c:pt>
                <c:pt idx="196">
                  <c:v>46.6</c:v>
                </c:pt>
                <c:pt idx="197">
                  <c:v>47</c:v>
                </c:pt>
                <c:pt idx="198">
                  <c:v>47.2</c:v>
                </c:pt>
                <c:pt idx="199">
                  <c:v>47.8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1E-40DC-B8CC-07BDE067486F}"/>
            </c:ext>
          </c:extLst>
        </c:ser>
        <c:ser>
          <c:idx val="1"/>
          <c:order val="1"/>
          <c:tx>
            <c:strRef>
              <c:f>save1!$ED$810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save1!$ED$811:$ED$1010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0.4</c:v>
                </c:pt>
                <c:pt idx="20">
                  <c:v>0.4</c:v>
                </c:pt>
                <c:pt idx="21">
                  <c:v>0.6</c:v>
                </c:pt>
                <c:pt idx="22">
                  <c:v>0.6</c:v>
                </c:pt>
                <c:pt idx="23">
                  <c:v>0.8</c:v>
                </c:pt>
                <c:pt idx="24">
                  <c:v>0.8</c:v>
                </c:pt>
                <c:pt idx="25">
                  <c:v>1</c:v>
                </c:pt>
                <c:pt idx="26">
                  <c:v>1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1.6</c:v>
                </c:pt>
                <c:pt idx="34">
                  <c:v>1.6</c:v>
                </c:pt>
                <c:pt idx="35">
                  <c:v>1.8</c:v>
                </c:pt>
                <c:pt idx="36">
                  <c:v>1.8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2.4</c:v>
                </c:pt>
                <c:pt idx="49">
                  <c:v>2.4</c:v>
                </c:pt>
                <c:pt idx="50">
                  <c:v>2.4</c:v>
                </c:pt>
                <c:pt idx="51">
                  <c:v>2.6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2.6</c:v>
                </c:pt>
                <c:pt idx="65">
                  <c:v>2.8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2.8</c:v>
                </c:pt>
                <c:pt idx="70">
                  <c:v>2.8</c:v>
                </c:pt>
                <c:pt idx="71">
                  <c:v>2.8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3.4</c:v>
                </c:pt>
                <c:pt idx="91">
                  <c:v>3.6</c:v>
                </c:pt>
                <c:pt idx="92">
                  <c:v>3.6</c:v>
                </c:pt>
                <c:pt idx="93">
                  <c:v>3.6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3.6</c:v>
                </c:pt>
                <c:pt idx="99">
                  <c:v>3.6</c:v>
                </c:pt>
                <c:pt idx="100">
                  <c:v>3.6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3.6</c:v>
                </c:pt>
                <c:pt idx="107">
                  <c:v>3.6</c:v>
                </c:pt>
                <c:pt idx="108">
                  <c:v>3.6</c:v>
                </c:pt>
                <c:pt idx="109">
                  <c:v>3.6</c:v>
                </c:pt>
                <c:pt idx="110">
                  <c:v>3.8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4.2</c:v>
                </c:pt>
                <c:pt idx="119">
                  <c:v>4.2</c:v>
                </c:pt>
                <c:pt idx="120">
                  <c:v>4.4000000000000004</c:v>
                </c:pt>
                <c:pt idx="121">
                  <c:v>4.4000000000000004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4.4000000000000004</c:v>
                </c:pt>
                <c:pt idx="127">
                  <c:v>4.4000000000000004</c:v>
                </c:pt>
                <c:pt idx="128">
                  <c:v>4.4000000000000004</c:v>
                </c:pt>
                <c:pt idx="129">
                  <c:v>4.4000000000000004</c:v>
                </c:pt>
                <c:pt idx="130">
                  <c:v>4.4000000000000004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4.5999999999999996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5</c:v>
                </c:pt>
                <c:pt idx="144">
                  <c:v>5</c:v>
                </c:pt>
                <c:pt idx="145">
                  <c:v>5</c:v>
                </c:pt>
                <c:pt idx="146">
                  <c:v>5</c:v>
                </c:pt>
                <c:pt idx="147">
                  <c:v>5</c:v>
                </c:pt>
                <c:pt idx="148">
                  <c:v>5</c:v>
                </c:pt>
                <c:pt idx="149">
                  <c:v>5</c:v>
                </c:pt>
                <c:pt idx="150">
                  <c:v>5</c:v>
                </c:pt>
                <c:pt idx="151">
                  <c:v>5</c:v>
                </c:pt>
                <c:pt idx="152">
                  <c:v>5</c:v>
                </c:pt>
                <c:pt idx="153">
                  <c:v>5</c:v>
                </c:pt>
                <c:pt idx="154">
                  <c:v>5</c:v>
                </c:pt>
                <c:pt idx="155">
                  <c:v>5</c:v>
                </c:pt>
                <c:pt idx="156">
                  <c:v>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5.2</c:v>
                </c:pt>
                <c:pt idx="161">
                  <c:v>5.4</c:v>
                </c:pt>
                <c:pt idx="162">
                  <c:v>5.4</c:v>
                </c:pt>
                <c:pt idx="163">
                  <c:v>5.4</c:v>
                </c:pt>
                <c:pt idx="164">
                  <c:v>5.4</c:v>
                </c:pt>
                <c:pt idx="165">
                  <c:v>5.4</c:v>
                </c:pt>
                <c:pt idx="166">
                  <c:v>5.4</c:v>
                </c:pt>
                <c:pt idx="167">
                  <c:v>5.4</c:v>
                </c:pt>
                <c:pt idx="168">
                  <c:v>5.6</c:v>
                </c:pt>
                <c:pt idx="169">
                  <c:v>5.6</c:v>
                </c:pt>
                <c:pt idx="170">
                  <c:v>5.6</c:v>
                </c:pt>
                <c:pt idx="171">
                  <c:v>5.6</c:v>
                </c:pt>
                <c:pt idx="172">
                  <c:v>5.6</c:v>
                </c:pt>
                <c:pt idx="173">
                  <c:v>5.6</c:v>
                </c:pt>
                <c:pt idx="174">
                  <c:v>5.6</c:v>
                </c:pt>
                <c:pt idx="175">
                  <c:v>5.6</c:v>
                </c:pt>
                <c:pt idx="176">
                  <c:v>5.6</c:v>
                </c:pt>
                <c:pt idx="177">
                  <c:v>5.6</c:v>
                </c:pt>
                <c:pt idx="178">
                  <c:v>5.6</c:v>
                </c:pt>
                <c:pt idx="179">
                  <c:v>5.6</c:v>
                </c:pt>
                <c:pt idx="180">
                  <c:v>5.6</c:v>
                </c:pt>
                <c:pt idx="181">
                  <c:v>5.6</c:v>
                </c:pt>
                <c:pt idx="182">
                  <c:v>5.8</c:v>
                </c:pt>
                <c:pt idx="183">
                  <c:v>6</c:v>
                </c:pt>
                <c:pt idx="184">
                  <c:v>6</c:v>
                </c:pt>
                <c:pt idx="185">
                  <c:v>6</c:v>
                </c:pt>
                <c:pt idx="186">
                  <c:v>6</c:v>
                </c:pt>
                <c:pt idx="187">
                  <c:v>6</c:v>
                </c:pt>
                <c:pt idx="188">
                  <c:v>6</c:v>
                </c:pt>
                <c:pt idx="189">
                  <c:v>6.2</c:v>
                </c:pt>
                <c:pt idx="190">
                  <c:v>6.2</c:v>
                </c:pt>
                <c:pt idx="191">
                  <c:v>6.2</c:v>
                </c:pt>
                <c:pt idx="192">
                  <c:v>6.2</c:v>
                </c:pt>
                <c:pt idx="193">
                  <c:v>6.2</c:v>
                </c:pt>
                <c:pt idx="194">
                  <c:v>6.2</c:v>
                </c:pt>
                <c:pt idx="195">
                  <c:v>6.2</c:v>
                </c:pt>
                <c:pt idx="196">
                  <c:v>6.2</c:v>
                </c:pt>
                <c:pt idx="197">
                  <c:v>6.2</c:v>
                </c:pt>
                <c:pt idx="198">
                  <c:v>6.2</c:v>
                </c:pt>
                <c:pt idx="199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1E-40DC-B8CC-07BDE067486F}"/>
            </c:ext>
          </c:extLst>
        </c:ser>
        <c:ser>
          <c:idx val="2"/>
          <c:order val="2"/>
          <c:tx>
            <c:strRef>
              <c:f>save1!$EE$810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save1!$EE$811:$EE$1010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1.4</c:v>
                </c:pt>
                <c:pt idx="4">
                  <c:v>1.4</c:v>
                </c:pt>
                <c:pt idx="5">
                  <c:v>1.8</c:v>
                </c:pt>
                <c:pt idx="6">
                  <c:v>2.2000000000000002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3.4</c:v>
                </c:pt>
                <c:pt idx="11">
                  <c:v>3.6</c:v>
                </c:pt>
                <c:pt idx="12">
                  <c:v>4.4000000000000004</c:v>
                </c:pt>
                <c:pt idx="13">
                  <c:v>4.8</c:v>
                </c:pt>
                <c:pt idx="14">
                  <c:v>5</c:v>
                </c:pt>
                <c:pt idx="15">
                  <c:v>5.2</c:v>
                </c:pt>
                <c:pt idx="16">
                  <c:v>5.4</c:v>
                </c:pt>
                <c:pt idx="17">
                  <c:v>6</c:v>
                </c:pt>
                <c:pt idx="18">
                  <c:v>6</c:v>
                </c:pt>
                <c:pt idx="19">
                  <c:v>6.2</c:v>
                </c:pt>
                <c:pt idx="20">
                  <c:v>6.6</c:v>
                </c:pt>
                <c:pt idx="21">
                  <c:v>7.2</c:v>
                </c:pt>
                <c:pt idx="22">
                  <c:v>7.4</c:v>
                </c:pt>
                <c:pt idx="23">
                  <c:v>7.6</c:v>
                </c:pt>
                <c:pt idx="24">
                  <c:v>8</c:v>
                </c:pt>
                <c:pt idx="25">
                  <c:v>8.6</c:v>
                </c:pt>
                <c:pt idx="26">
                  <c:v>8.8000000000000007</c:v>
                </c:pt>
                <c:pt idx="27">
                  <c:v>9</c:v>
                </c:pt>
                <c:pt idx="28">
                  <c:v>9.4</c:v>
                </c:pt>
                <c:pt idx="29">
                  <c:v>10.199999999999999</c:v>
                </c:pt>
                <c:pt idx="30">
                  <c:v>10.4</c:v>
                </c:pt>
                <c:pt idx="31">
                  <c:v>10.6</c:v>
                </c:pt>
                <c:pt idx="32">
                  <c:v>11.2</c:v>
                </c:pt>
                <c:pt idx="33">
                  <c:v>11.4</c:v>
                </c:pt>
                <c:pt idx="34">
                  <c:v>11.8</c:v>
                </c:pt>
                <c:pt idx="35">
                  <c:v>12.4</c:v>
                </c:pt>
                <c:pt idx="36">
                  <c:v>12.6</c:v>
                </c:pt>
                <c:pt idx="37">
                  <c:v>12.8</c:v>
                </c:pt>
                <c:pt idx="38">
                  <c:v>13.2</c:v>
                </c:pt>
                <c:pt idx="39">
                  <c:v>13.8</c:v>
                </c:pt>
                <c:pt idx="40">
                  <c:v>14</c:v>
                </c:pt>
                <c:pt idx="41">
                  <c:v>14</c:v>
                </c:pt>
                <c:pt idx="42">
                  <c:v>14.2</c:v>
                </c:pt>
                <c:pt idx="43">
                  <c:v>14.6</c:v>
                </c:pt>
                <c:pt idx="44">
                  <c:v>15.2</c:v>
                </c:pt>
                <c:pt idx="45">
                  <c:v>15.6</c:v>
                </c:pt>
                <c:pt idx="46">
                  <c:v>16</c:v>
                </c:pt>
                <c:pt idx="47">
                  <c:v>16.600000000000001</c:v>
                </c:pt>
                <c:pt idx="48">
                  <c:v>17.2</c:v>
                </c:pt>
                <c:pt idx="49">
                  <c:v>17.8</c:v>
                </c:pt>
                <c:pt idx="50">
                  <c:v>18.2</c:v>
                </c:pt>
                <c:pt idx="51">
                  <c:v>18.399999999999999</c:v>
                </c:pt>
                <c:pt idx="52">
                  <c:v>18.600000000000001</c:v>
                </c:pt>
                <c:pt idx="53">
                  <c:v>19</c:v>
                </c:pt>
                <c:pt idx="54">
                  <c:v>19.399999999999999</c:v>
                </c:pt>
                <c:pt idx="55">
                  <c:v>19.8</c:v>
                </c:pt>
                <c:pt idx="56">
                  <c:v>19.8</c:v>
                </c:pt>
                <c:pt idx="57">
                  <c:v>20.399999999999999</c:v>
                </c:pt>
                <c:pt idx="58">
                  <c:v>20.8</c:v>
                </c:pt>
                <c:pt idx="59">
                  <c:v>21</c:v>
                </c:pt>
                <c:pt idx="60">
                  <c:v>21</c:v>
                </c:pt>
                <c:pt idx="61">
                  <c:v>21</c:v>
                </c:pt>
                <c:pt idx="62">
                  <c:v>21.2</c:v>
                </c:pt>
                <c:pt idx="63">
                  <c:v>21.4</c:v>
                </c:pt>
                <c:pt idx="64">
                  <c:v>21.6</c:v>
                </c:pt>
                <c:pt idx="65">
                  <c:v>21.8</c:v>
                </c:pt>
                <c:pt idx="66">
                  <c:v>22</c:v>
                </c:pt>
                <c:pt idx="67">
                  <c:v>22.2</c:v>
                </c:pt>
                <c:pt idx="68">
                  <c:v>22.8</c:v>
                </c:pt>
                <c:pt idx="69">
                  <c:v>23.6</c:v>
                </c:pt>
                <c:pt idx="70">
                  <c:v>23.8</c:v>
                </c:pt>
                <c:pt idx="71">
                  <c:v>24</c:v>
                </c:pt>
                <c:pt idx="72">
                  <c:v>24.2</c:v>
                </c:pt>
                <c:pt idx="73">
                  <c:v>24.6</c:v>
                </c:pt>
                <c:pt idx="74">
                  <c:v>24.8</c:v>
                </c:pt>
                <c:pt idx="75">
                  <c:v>25.4</c:v>
                </c:pt>
                <c:pt idx="76">
                  <c:v>25.6</c:v>
                </c:pt>
                <c:pt idx="77">
                  <c:v>26</c:v>
                </c:pt>
                <c:pt idx="78">
                  <c:v>26.2</c:v>
                </c:pt>
                <c:pt idx="79">
                  <c:v>26.4</c:v>
                </c:pt>
                <c:pt idx="80">
                  <c:v>26.8</c:v>
                </c:pt>
                <c:pt idx="81">
                  <c:v>26.8</c:v>
                </c:pt>
                <c:pt idx="82">
                  <c:v>27.4</c:v>
                </c:pt>
                <c:pt idx="83">
                  <c:v>27.6</c:v>
                </c:pt>
                <c:pt idx="84">
                  <c:v>27.8</c:v>
                </c:pt>
                <c:pt idx="85">
                  <c:v>28</c:v>
                </c:pt>
                <c:pt idx="86">
                  <c:v>28.2</c:v>
                </c:pt>
                <c:pt idx="87">
                  <c:v>28.4</c:v>
                </c:pt>
                <c:pt idx="88">
                  <c:v>28.4</c:v>
                </c:pt>
                <c:pt idx="89">
                  <c:v>28.8</c:v>
                </c:pt>
                <c:pt idx="90">
                  <c:v>29.4</c:v>
                </c:pt>
                <c:pt idx="91">
                  <c:v>29.6</c:v>
                </c:pt>
                <c:pt idx="92">
                  <c:v>29.8</c:v>
                </c:pt>
                <c:pt idx="93">
                  <c:v>30.2</c:v>
                </c:pt>
                <c:pt idx="94">
                  <c:v>31</c:v>
                </c:pt>
                <c:pt idx="95">
                  <c:v>31.4</c:v>
                </c:pt>
                <c:pt idx="96">
                  <c:v>32.200000000000003</c:v>
                </c:pt>
                <c:pt idx="97">
                  <c:v>32.4</c:v>
                </c:pt>
                <c:pt idx="98">
                  <c:v>32.799999999999997</c:v>
                </c:pt>
                <c:pt idx="99">
                  <c:v>33.4</c:v>
                </c:pt>
                <c:pt idx="100">
                  <c:v>33.799999999999997</c:v>
                </c:pt>
                <c:pt idx="101">
                  <c:v>34</c:v>
                </c:pt>
                <c:pt idx="102">
                  <c:v>34.6</c:v>
                </c:pt>
                <c:pt idx="103">
                  <c:v>35.200000000000003</c:v>
                </c:pt>
                <c:pt idx="104">
                  <c:v>35.6</c:v>
                </c:pt>
                <c:pt idx="105">
                  <c:v>36.200000000000003</c:v>
                </c:pt>
                <c:pt idx="106">
                  <c:v>37</c:v>
                </c:pt>
                <c:pt idx="107">
                  <c:v>38</c:v>
                </c:pt>
                <c:pt idx="108">
                  <c:v>38.6</c:v>
                </c:pt>
                <c:pt idx="109">
                  <c:v>38.799999999999997</c:v>
                </c:pt>
                <c:pt idx="110">
                  <c:v>39</c:v>
                </c:pt>
                <c:pt idx="111">
                  <c:v>39.200000000000003</c:v>
                </c:pt>
                <c:pt idx="112">
                  <c:v>40</c:v>
                </c:pt>
                <c:pt idx="113">
                  <c:v>40</c:v>
                </c:pt>
                <c:pt idx="114">
                  <c:v>40.4</c:v>
                </c:pt>
                <c:pt idx="115">
                  <c:v>40.6</c:v>
                </c:pt>
                <c:pt idx="116">
                  <c:v>41.4</c:v>
                </c:pt>
                <c:pt idx="117">
                  <c:v>42</c:v>
                </c:pt>
                <c:pt idx="118">
                  <c:v>42.4</c:v>
                </c:pt>
                <c:pt idx="119">
                  <c:v>42.6</c:v>
                </c:pt>
                <c:pt idx="120">
                  <c:v>42.8</c:v>
                </c:pt>
                <c:pt idx="121">
                  <c:v>43</c:v>
                </c:pt>
                <c:pt idx="122">
                  <c:v>43.4</c:v>
                </c:pt>
                <c:pt idx="123">
                  <c:v>43.8</c:v>
                </c:pt>
                <c:pt idx="124">
                  <c:v>44.2</c:v>
                </c:pt>
                <c:pt idx="125">
                  <c:v>44.4</c:v>
                </c:pt>
                <c:pt idx="126">
                  <c:v>44.6</c:v>
                </c:pt>
                <c:pt idx="127">
                  <c:v>45</c:v>
                </c:pt>
                <c:pt idx="128">
                  <c:v>45.6</c:v>
                </c:pt>
                <c:pt idx="129">
                  <c:v>45.8</c:v>
                </c:pt>
                <c:pt idx="130">
                  <c:v>46.4</c:v>
                </c:pt>
                <c:pt idx="131">
                  <c:v>46.6</c:v>
                </c:pt>
                <c:pt idx="132">
                  <c:v>47.2</c:v>
                </c:pt>
                <c:pt idx="133">
                  <c:v>47.2</c:v>
                </c:pt>
                <c:pt idx="134">
                  <c:v>47.6</c:v>
                </c:pt>
                <c:pt idx="135">
                  <c:v>47.8</c:v>
                </c:pt>
                <c:pt idx="136">
                  <c:v>47.8</c:v>
                </c:pt>
                <c:pt idx="137">
                  <c:v>48.4</c:v>
                </c:pt>
                <c:pt idx="138">
                  <c:v>48.6</c:v>
                </c:pt>
                <c:pt idx="139">
                  <c:v>49.2</c:v>
                </c:pt>
                <c:pt idx="140">
                  <c:v>49.6</c:v>
                </c:pt>
                <c:pt idx="141">
                  <c:v>50</c:v>
                </c:pt>
                <c:pt idx="142">
                  <c:v>50.4</c:v>
                </c:pt>
                <c:pt idx="143">
                  <c:v>50.4</c:v>
                </c:pt>
                <c:pt idx="144">
                  <c:v>50.8</c:v>
                </c:pt>
                <c:pt idx="145">
                  <c:v>51.2</c:v>
                </c:pt>
                <c:pt idx="146">
                  <c:v>51.8</c:v>
                </c:pt>
                <c:pt idx="147">
                  <c:v>52.2</c:v>
                </c:pt>
                <c:pt idx="148">
                  <c:v>52.8</c:v>
                </c:pt>
                <c:pt idx="149">
                  <c:v>53</c:v>
                </c:pt>
                <c:pt idx="150">
                  <c:v>53.2</c:v>
                </c:pt>
                <c:pt idx="151">
                  <c:v>53.8</c:v>
                </c:pt>
                <c:pt idx="152">
                  <c:v>54.2</c:v>
                </c:pt>
                <c:pt idx="153">
                  <c:v>54.8</c:v>
                </c:pt>
                <c:pt idx="154">
                  <c:v>55</c:v>
                </c:pt>
                <c:pt idx="155">
                  <c:v>56</c:v>
                </c:pt>
                <c:pt idx="156">
                  <c:v>56.4</c:v>
                </c:pt>
                <c:pt idx="157">
                  <c:v>56.6</c:v>
                </c:pt>
                <c:pt idx="158">
                  <c:v>57</c:v>
                </c:pt>
                <c:pt idx="159">
                  <c:v>57</c:v>
                </c:pt>
                <c:pt idx="160">
                  <c:v>57.2</c:v>
                </c:pt>
                <c:pt idx="161">
                  <c:v>57.2</c:v>
                </c:pt>
                <c:pt idx="162">
                  <c:v>57.4</c:v>
                </c:pt>
                <c:pt idx="163">
                  <c:v>57.6</c:v>
                </c:pt>
                <c:pt idx="164">
                  <c:v>58.2</c:v>
                </c:pt>
                <c:pt idx="165">
                  <c:v>58.6</c:v>
                </c:pt>
                <c:pt idx="166">
                  <c:v>59.2</c:v>
                </c:pt>
                <c:pt idx="167">
                  <c:v>59.8</c:v>
                </c:pt>
                <c:pt idx="168">
                  <c:v>60.4</c:v>
                </c:pt>
                <c:pt idx="169">
                  <c:v>60.4</c:v>
                </c:pt>
                <c:pt idx="170">
                  <c:v>60.8</c:v>
                </c:pt>
                <c:pt idx="171">
                  <c:v>61</c:v>
                </c:pt>
                <c:pt idx="172">
                  <c:v>61.2</c:v>
                </c:pt>
                <c:pt idx="173">
                  <c:v>61.4</c:v>
                </c:pt>
                <c:pt idx="174">
                  <c:v>61.8</c:v>
                </c:pt>
                <c:pt idx="175">
                  <c:v>62</c:v>
                </c:pt>
                <c:pt idx="176">
                  <c:v>62.4</c:v>
                </c:pt>
                <c:pt idx="177">
                  <c:v>63.4</c:v>
                </c:pt>
                <c:pt idx="178">
                  <c:v>63.4</c:v>
                </c:pt>
                <c:pt idx="179">
                  <c:v>63.4</c:v>
                </c:pt>
                <c:pt idx="180">
                  <c:v>64</c:v>
                </c:pt>
                <c:pt idx="181">
                  <c:v>64.599999999999994</c:v>
                </c:pt>
                <c:pt idx="182">
                  <c:v>64.599999999999994</c:v>
                </c:pt>
                <c:pt idx="183">
                  <c:v>64.8</c:v>
                </c:pt>
                <c:pt idx="184">
                  <c:v>65.2</c:v>
                </c:pt>
                <c:pt idx="185">
                  <c:v>65.8</c:v>
                </c:pt>
                <c:pt idx="186">
                  <c:v>66</c:v>
                </c:pt>
                <c:pt idx="187">
                  <c:v>66.400000000000006</c:v>
                </c:pt>
                <c:pt idx="188">
                  <c:v>66.8</c:v>
                </c:pt>
                <c:pt idx="189">
                  <c:v>66.8</c:v>
                </c:pt>
                <c:pt idx="190">
                  <c:v>67.400000000000006</c:v>
                </c:pt>
                <c:pt idx="191">
                  <c:v>67.8</c:v>
                </c:pt>
                <c:pt idx="192">
                  <c:v>68.2</c:v>
                </c:pt>
                <c:pt idx="193">
                  <c:v>68.400000000000006</c:v>
                </c:pt>
                <c:pt idx="194">
                  <c:v>69</c:v>
                </c:pt>
                <c:pt idx="195">
                  <c:v>69.400000000000006</c:v>
                </c:pt>
                <c:pt idx="196">
                  <c:v>69.599999999999994</c:v>
                </c:pt>
                <c:pt idx="197">
                  <c:v>69.8</c:v>
                </c:pt>
                <c:pt idx="198">
                  <c:v>70.400000000000006</c:v>
                </c:pt>
                <c:pt idx="199">
                  <c:v>70.8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C1E-40DC-B8CC-07BDE067486F}"/>
            </c:ext>
          </c:extLst>
        </c:ser>
        <c:ser>
          <c:idx val="3"/>
          <c:order val="3"/>
          <c:tx>
            <c:strRef>
              <c:f>save1!$EF$810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save1!$EF$811:$EF$1010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1</c:v>
                </c:pt>
                <c:pt idx="8">
                  <c:v>1.2</c:v>
                </c:pt>
                <c:pt idx="9">
                  <c:v>1.4</c:v>
                </c:pt>
                <c:pt idx="10">
                  <c:v>1.8</c:v>
                </c:pt>
                <c:pt idx="11">
                  <c:v>1.8</c:v>
                </c:pt>
                <c:pt idx="12">
                  <c:v>2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2.2000000000000002</c:v>
                </c:pt>
                <c:pt idx="16">
                  <c:v>2.4</c:v>
                </c:pt>
                <c:pt idx="17">
                  <c:v>2.4</c:v>
                </c:pt>
                <c:pt idx="18">
                  <c:v>2.6</c:v>
                </c:pt>
                <c:pt idx="19">
                  <c:v>2.6</c:v>
                </c:pt>
                <c:pt idx="20">
                  <c:v>2.8</c:v>
                </c:pt>
                <c:pt idx="21">
                  <c:v>2.8</c:v>
                </c:pt>
                <c:pt idx="22">
                  <c:v>3</c:v>
                </c:pt>
                <c:pt idx="23">
                  <c:v>3.4</c:v>
                </c:pt>
                <c:pt idx="24">
                  <c:v>3.4</c:v>
                </c:pt>
                <c:pt idx="25">
                  <c:v>3.6</c:v>
                </c:pt>
                <c:pt idx="26">
                  <c:v>3.6</c:v>
                </c:pt>
                <c:pt idx="27">
                  <c:v>3.8</c:v>
                </c:pt>
                <c:pt idx="28">
                  <c:v>4</c:v>
                </c:pt>
                <c:pt idx="29">
                  <c:v>4.2</c:v>
                </c:pt>
                <c:pt idx="30">
                  <c:v>4.2</c:v>
                </c:pt>
                <c:pt idx="31">
                  <c:v>4.8</c:v>
                </c:pt>
                <c:pt idx="32">
                  <c:v>4.8</c:v>
                </c:pt>
                <c:pt idx="33">
                  <c:v>5</c:v>
                </c:pt>
                <c:pt idx="34">
                  <c:v>5.2</c:v>
                </c:pt>
                <c:pt idx="35">
                  <c:v>5.4</c:v>
                </c:pt>
                <c:pt idx="36">
                  <c:v>6</c:v>
                </c:pt>
                <c:pt idx="37">
                  <c:v>6.4</c:v>
                </c:pt>
                <c:pt idx="38">
                  <c:v>6.8</c:v>
                </c:pt>
                <c:pt idx="39">
                  <c:v>7</c:v>
                </c:pt>
                <c:pt idx="40">
                  <c:v>7.2</c:v>
                </c:pt>
                <c:pt idx="41">
                  <c:v>7.4</c:v>
                </c:pt>
                <c:pt idx="42">
                  <c:v>7.4</c:v>
                </c:pt>
                <c:pt idx="43">
                  <c:v>7.6</c:v>
                </c:pt>
                <c:pt idx="44">
                  <c:v>7.6</c:v>
                </c:pt>
                <c:pt idx="45">
                  <c:v>7.6</c:v>
                </c:pt>
                <c:pt idx="46">
                  <c:v>7.6</c:v>
                </c:pt>
                <c:pt idx="47">
                  <c:v>7.6</c:v>
                </c:pt>
                <c:pt idx="48">
                  <c:v>7.8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8.1999999999999993</c:v>
                </c:pt>
                <c:pt idx="53">
                  <c:v>8.4</c:v>
                </c:pt>
                <c:pt idx="54">
                  <c:v>8.6</c:v>
                </c:pt>
                <c:pt idx="55">
                  <c:v>8.6</c:v>
                </c:pt>
                <c:pt idx="56">
                  <c:v>8.8000000000000007</c:v>
                </c:pt>
                <c:pt idx="57">
                  <c:v>9.1999999999999993</c:v>
                </c:pt>
                <c:pt idx="58">
                  <c:v>9.1999999999999993</c:v>
                </c:pt>
                <c:pt idx="59">
                  <c:v>9.1999999999999993</c:v>
                </c:pt>
                <c:pt idx="60">
                  <c:v>9.1999999999999993</c:v>
                </c:pt>
                <c:pt idx="61">
                  <c:v>9.4</c:v>
                </c:pt>
                <c:pt idx="62">
                  <c:v>10.199999999999999</c:v>
                </c:pt>
                <c:pt idx="63">
                  <c:v>10.6</c:v>
                </c:pt>
                <c:pt idx="64">
                  <c:v>10.8</c:v>
                </c:pt>
                <c:pt idx="65">
                  <c:v>11</c:v>
                </c:pt>
                <c:pt idx="66">
                  <c:v>11</c:v>
                </c:pt>
                <c:pt idx="67">
                  <c:v>11.4</c:v>
                </c:pt>
                <c:pt idx="68">
                  <c:v>11.4</c:v>
                </c:pt>
                <c:pt idx="69">
                  <c:v>11.6</c:v>
                </c:pt>
                <c:pt idx="70">
                  <c:v>11.6</c:v>
                </c:pt>
                <c:pt idx="71">
                  <c:v>11.8</c:v>
                </c:pt>
                <c:pt idx="72">
                  <c:v>12.4</c:v>
                </c:pt>
                <c:pt idx="73">
                  <c:v>12.4</c:v>
                </c:pt>
                <c:pt idx="74">
                  <c:v>12.4</c:v>
                </c:pt>
                <c:pt idx="75">
                  <c:v>12.4</c:v>
                </c:pt>
                <c:pt idx="76">
                  <c:v>12.6</c:v>
                </c:pt>
                <c:pt idx="77">
                  <c:v>13</c:v>
                </c:pt>
                <c:pt idx="78">
                  <c:v>13</c:v>
                </c:pt>
                <c:pt idx="79">
                  <c:v>13</c:v>
                </c:pt>
                <c:pt idx="80">
                  <c:v>13.4</c:v>
                </c:pt>
                <c:pt idx="81">
                  <c:v>13.6</c:v>
                </c:pt>
                <c:pt idx="82">
                  <c:v>13.8</c:v>
                </c:pt>
                <c:pt idx="83">
                  <c:v>13.8</c:v>
                </c:pt>
                <c:pt idx="84">
                  <c:v>14.2</c:v>
                </c:pt>
                <c:pt idx="85">
                  <c:v>14.4</c:v>
                </c:pt>
                <c:pt idx="86">
                  <c:v>14.6</c:v>
                </c:pt>
                <c:pt idx="87">
                  <c:v>14.6</c:v>
                </c:pt>
                <c:pt idx="88">
                  <c:v>14.8</c:v>
                </c:pt>
                <c:pt idx="89">
                  <c:v>14.8</c:v>
                </c:pt>
                <c:pt idx="90">
                  <c:v>14.8</c:v>
                </c:pt>
                <c:pt idx="91">
                  <c:v>14.8</c:v>
                </c:pt>
                <c:pt idx="92">
                  <c:v>15.2</c:v>
                </c:pt>
                <c:pt idx="93">
                  <c:v>15.2</c:v>
                </c:pt>
                <c:pt idx="94">
                  <c:v>15.2</c:v>
                </c:pt>
                <c:pt idx="95">
                  <c:v>15.2</c:v>
                </c:pt>
                <c:pt idx="96">
                  <c:v>15.4</c:v>
                </c:pt>
                <c:pt idx="97">
                  <c:v>15.4</c:v>
                </c:pt>
                <c:pt idx="98">
                  <c:v>15.6</c:v>
                </c:pt>
                <c:pt idx="99">
                  <c:v>15.8</c:v>
                </c:pt>
                <c:pt idx="100">
                  <c:v>16</c:v>
                </c:pt>
                <c:pt idx="101">
                  <c:v>16.2</c:v>
                </c:pt>
                <c:pt idx="102">
                  <c:v>16.399999999999999</c:v>
                </c:pt>
                <c:pt idx="103">
                  <c:v>16.399999999999999</c:v>
                </c:pt>
                <c:pt idx="104">
                  <c:v>16.399999999999999</c:v>
                </c:pt>
                <c:pt idx="105">
                  <c:v>16.600000000000001</c:v>
                </c:pt>
                <c:pt idx="106">
                  <c:v>16.600000000000001</c:v>
                </c:pt>
                <c:pt idx="107">
                  <c:v>16.600000000000001</c:v>
                </c:pt>
                <c:pt idx="108">
                  <c:v>16.8</c:v>
                </c:pt>
                <c:pt idx="109">
                  <c:v>17</c:v>
                </c:pt>
                <c:pt idx="110">
                  <c:v>17</c:v>
                </c:pt>
                <c:pt idx="111">
                  <c:v>17</c:v>
                </c:pt>
                <c:pt idx="112">
                  <c:v>17</c:v>
                </c:pt>
                <c:pt idx="113">
                  <c:v>17.600000000000001</c:v>
                </c:pt>
                <c:pt idx="114">
                  <c:v>17.600000000000001</c:v>
                </c:pt>
                <c:pt idx="115">
                  <c:v>17.8</c:v>
                </c:pt>
                <c:pt idx="116">
                  <c:v>17.8</c:v>
                </c:pt>
                <c:pt idx="117">
                  <c:v>18.399999999999999</c:v>
                </c:pt>
                <c:pt idx="118">
                  <c:v>18.600000000000001</c:v>
                </c:pt>
                <c:pt idx="119">
                  <c:v>18.600000000000001</c:v>
                </c:pt>
                <c:pt idx="120">
                  <c:v>18.600000000000001</c:v>
                </c:pt>
                <c:pt idx="121">
                  <c:v>18.600000000000001</c:v>
                </c:pt>
                <c:pt idx="122">
                  <c:v>18.8</c:v>
                </c:pt>
                <c:pt idx="123">
                  <c:v>18.8</c:v>
                </c:pt>
                <c:pt idx="124">
                  <c:v>18.8</c:v>
                </c:pt>
                <c:pt idx="125">
                  <c:v>19.2</c:v>
                </c:pt>
                <c:pt idx="126">
                  <c:v>19.2</c:v>
                </c:pt>
                <c:pt idx="127">
                  <c:v>19.600000000000001</c:v>
                </c:pt>
                <c:pt idx="128">
                  <c:v>19.600000000000001</c:v>
                </c:pt>
                <c:pt idx="129">
                  <c:v>19.600000000000001</c:v>
                </c:pt>
                <c:pt idx="130">
                  <c:v>19.8</c:v>
                </c:pt>
                <c:pt idx="131">
                  <c:v>20</c:v>
                </c:pt>
                <c:pt idx="132">
                  <c:v>20</c:v>
                </c:pt>
                <c:pt idx="133">
                  <c:v>20.2</c:v>
                </c:pt>
                <c:pt idx="134">
                  <c:v>20.399999999999999</c:v>
                </c:pt>
                <c:pt idx="135">
                  <c:v>20.6</c:v>
                </c:pt>
                <c:pt idx="136">
                  <c:v>20.6</c:v>
                </c:pt>
                <c:pt idx="137">
                  <c:v>21.2</c:v>
                </c:pt>
                <c:pt idx="138">
                  <c:v>21.4</c:v>
                </c:pt>
                <c:pt idx="139">
                  <c:v>21.4</c:v>
                </c:pt>
                <c:pt idx="140">
                  <c:v>21.6</c:v>
                </c:pt>
                <c:pt idx="141">
                  <c:v>21.8</c:v>
                </c:pt>
                <c:pt idx="142">
                  <c:v>22</c:v>
                </c:pt>
                <c:pt idx="143">
                  <c:v>22.2</c:v>
                </c:pt>
                <c:pt idx="144">
                  <c:v>22.6</c:v>
                </c:pt>
                <c:pt idx="145">
                  <c:v>23.2</c:v>
                </c:pt>
                <c:pt idx="146">
                  <c:v>23.2</c:v>
                </c:pt>
                <c:pt idx="147">
                  <c:v>23.4</c:v>
                </c:pt>
                <c:pt idx="148">
                  <c:v>23.6</c:v>
                </c:pt>
                <c:pt idx="149">
                  <c:v>23.6</c:v>
                </c:pt>
                <c:pt idx="150">
                  <c:v>23.8</c:v>
                </c:pt>
                <c:pt idx="151">
                  <c:v>23.8</c:v>
                </c:pt>
                <c:pt idx="152">
                  <c:v>24</c:v>
                </c:pt>
                <c:pt idx="153">
                  <c:v>24.2</c:v>
                </c:pt>
                <c:pt idx="154">
                  <c:v>24.2</c:v>
                </c:pt>
                <c:pt idx="155">
                  <c:v>24.2</c:v>
                </c:pt>
                <c:pt idx="156">
                  <c:v>24.4</c:v>
                </c:pt>
                <c:pt idx="157">
                  <c:v>24.6</c:v>
                </c:pt>
                <c:pt idx="158">
                  <c:v>24.6</c:v>
                </c:pt>
                <c:pt idx="159">
                  <c:v>25</c:v>
                </c:pt>
                <c:pt idx="160">
                  <c:v>25</c:v>
                </c:pt>
                <c:pt idx="161">
                  <c:v>25</c:v>
                </c:pt>
                <c:pt idx="162">
                  <c:v>25</c:v>
                </c:pt>
                <c:pt idx="163">
                  <c:v>25.2</c:v>
                </c:pt>
                <c:pt idx="164">
                  <c:v>25.2</c:v>
                </c:pt>
                <c:pt idx="165">
                  <c:v>25.2</c:v>
                </c:pt>
                <c:pt idx="166">
                  <c:v>25.4</c:v>
                </c:pt>
                <c:pt idx="167">
                  <c:v>25.4</c:v>
                </c:pt>
                <c:pt idx="168">
                  <c:v>25.6</c:v>
                </c:pt>
                <c:pt idx="169">
                  <c:v>25.8</c:v>
                </c:pt>
                <c:pt idx="170">
                  <c:v>26</c:v>
                </c:pt>
                <c:pt idx="171">
                  <c:v>26.4</c:v>
                </c:pt>
                <c:pt idx="172">
                  <c:v>26.4</c:v>
                </c:pt>
                <c:pt idx="173">
                  <c:v>26.4</c:v>
                </c:pt>
                <c:pt idx="174">
                  <c:v>26.6</c:v>
                </c:pt>
                <c:pt idx="175">
                  <c:v>26.8</c:v>
                </c:pt>
                <c:pt idx="176">
                  <c:v>27</c:v>
                </c:pt>
                <c:pt idx="177">
                  <c:v>27</c:v>
                </c:pt>
                <c:pt idx="178">
                  <c:v>27.4</c:v>
                </c:pt>
                <c:pt idx="179">
                  <c:v>27.6</c:v>
                </c:pt>
                <c:pt idx="180">
                  <c:v>27.8</c:v>
                </c:pt>
                <c:pt idx="181">
                  <c:v>27.8</c:v>
                </c:pt>
                <c:pt idx="182">
                  <c:v>27.8</c:v>
                </c:pt>
                <c:pt idx="183">
                  <c:v>28</c:v>
                </c:pt>
                <c:pt idx="184">
                  <c:v>28.2</c:v>
                </c:pt>
                <c:pt idx="185">
                  <c:v>28.2</c:v>
                </c:pt>
                <c:pt idx="186">
                  <c:v>28.6</c:v>
                </c:pt>
                <c:pt idx="187">
                  <c:v>28.8</c:v>
                </c:pt>
                <c:pt idx="188">
                  <c:v>29.2</c:v>
                </c:pt>
                <c:pt idx="189">
                  <c:v>29.2</c:v>
                </c:pt>
                <c:pt idx="190">
                  <c:v>29.2</c:v>
                </c:pt>
                <c:pt idx="191">
                  <c:v>29.2</c:v>
                </c:pt>
                <c:pt idx="192">
                  <c:v>29.2</c:v>
                </c:pt>
                <c:pt idx="193">
                  <c:v>29.2</c:v>
                </c:pt>
                <c:pt idx="194">
                  <c:v>29.4</c:v>
                </c:pt>
                <c:pt idx="195">
                  <c:v>29.4</c:v>
                </c:pt>
                <c:pt idx="196">
                  <c:v>29.4</c:v>
                </c:pt>
                <c:pt idx="197">
                  <c:v>29.4</c:v>
                </c:pt>
                <c:pt idx="198">
                  <c:v>29.6</c:v>
                </c:pt>
                <c:pt idx="199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1E-40DC-B8CC-07BDE067486F}"/>
            </c:ext>
          </c:extLst>
        </c:ser>
        <c:ser>
          <c:idx val="4"/>
          <c:order val="4"/>
          <c:tx>
            <c:strRef>
              <c:f>save1!$EG$810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save1!$EG$811:$EG$1010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0.8</c:v>
                </c:pt>
                <c:pt idx="17">
                  <c:v>0.8</c:v>
                </c:pt>
                <c:pt idx="18">
                  <c:v>1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1.6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2.4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2.8</c:v>
                </c:pt>
                <c:pt idx="82">
                  <c:v>2.8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3.4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3.4</c:v>
                </c:pt>
                <c:pt idx="100">
                  <c:v>3.4</c:v>
                </c:pt>
                <c:pt idx="101">
                  <c:v>3.4</c:v>
                </c:pt>
                <c:pt idx="102">
                  <c:v>3.4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4</c:v>
                </c:pt>
                <c:pt idx="127">
                  <c:v>4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</c:v>
                </c:pt>
                <c:pt idx="133">
                  <c:v>4</c:v>
                </c:pt>
                <c:pt idx="134">
                  <c:v>4</c:v>
                </c:pt>
                <c:pt idx="135">
                  <c:v>4</c:v>
                </c:pt>
                <c:pt idx="136">
                  <c:v>4</c:v>
                </c:pt>
                <c:pt idx="137">
                  <c:v>4</c:v>
                </c:pt>
                <c:pt idx="138">
                  <c:v>4</c:v>
                </c:pt>
                <c:pt idx="139">
                  <c:v>4</c:v>
                </c:pt>
                <c:pt idx="140">
                  <c:v>4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4.2</c:v>
                </c:pt>
                <c:pt idx="155">
                  <c:v>4.2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4.5999999999999996</c:v>
                </c:pt>
                <c:pt idx="163">
                  <c:v>4.8</c:v>
                </c:pt>
                <c:pt idx="164">
                  <c:v>5</c:v>
                </c:pt>
                <c:pt idx="165">
                  <c:v>5</c:v>
                </c:pt>
                <c:pt idx="166">
                  <c:v>5</c:v>
                </c:pt>
                <c:pt idx="167">
                  <c:v>5</c:v>
                </c:pt>
                <c:pt idx="168">
                  <c:v>5</c:v>
                </c:pt>
                <c:pt idx="169">
                  <c:v>5</c:v>
                </c:pt>
                <c:pt idx="170">
                  <c:v>5</c:v>
                </c:pt>
                <c:pt idx="171">
                  <c:v>5.2</c:v>
                </c:pt>
                <c:pt idx="172">
                  <c:v>5.2</c:v>
                </c:pt>
                <c:pt idx="173">
                  <c:v>5.2</c:v>
                </c:pt>
                <c:pt idx="174">
                  <c:v>5.2</c:v>
                </c:pt>
                <c:pt idx="175">
                  <c:v>5.2</c:v>
                </c:pt>
                <c:pt idx="176">
                  <c:v>5.2</c:v>
                </c:pt>
                <c:pt idx="177">
                  <c:v>5.2</c:v>
                </c:pt>
                <c:pt idx="178">
                  <c:v>5.4</c:v>
                </c:pt>
                <c:pt idx="179">
                  <c:v>5.6</c:v>
                </c:pt>
                <c:pt idx="180">
                  <c:v>5.6</c:v>
                </c:pt>
                <c:pt idx="181">
                  <c:v>5.6</c:v>
                </c:pt>
                <c:pt idx="182">
                  <c:v>5.6</c:v>
                </c:pt>
                <c:pt idx="183">
                  <c:v>5.6</c:v>
                </c:pt>
                <c:pt idx="184">
                  <c:v>5.8</c:v>
                </c:pt>
                <c:pt idx="185">
                  <c:v>5.8</c:v>
                </c:pt>
                <c:pt idx="186">
                  <c:v>6</c:v>
                </c:pt>
                <c:pt idx="187">
                  <c:v>6</c:v>
                </c:pt>
                <c:pt idx="188">
                  <c:v>6</c:v>
                </c:pt>
                <c:pt idx="189">
                  <c:v>6</c:v>
                </c:pt>
                <c:pt idx="190">
                  <c:v>6</c:v>
                </c:pt>
                <c:pt idx="191">
                  <c:v>6</c:v>
                </c:pt>
                <c:pt idx="192">
                  <c:v>6.2</c:v>
                </c:pt>
                <c:pt idx="193">
                  <c:v>6.2</c:v>
                </c:pt>
                <c:pt idx="194">
                  <c:v>6.2</c:v>
                </c:pt>
                <c:pt idx="195">
                  <c:v>6.2</c:v>
                </c:pt>
                <c:pt idx="196">
                  <c:v>6.4</c:v>
                </c:pt>
                <c:pt idx="197">
                  <c:v>6.4</c:v>
                </c:pt>
                <c:pt idx="198">
                  <c:v>6.4</c:v>
                </c:pt>
                <c:pt idx="199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C1E-40DC-B8CC-07BDE067486F}"/>
            </c:ext>
          </c:extLst>
        </c:ser>
        <c:ser>
          <c:idx val="5"/>
          <c:order val="5"/>
          <c:tx>
            <c:strRef>
              <c:f>save1!$EH$810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save1!$EH$811:$EH$1010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0.8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1.2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1.6</c:v>
                </c:pt>
                <c:pt idx="28">
                  <c:v>1.8</c:v>
                </c:pt>
                <c:pt idx="29">
                  <c:v>2</c:v>
                </c:pt>
                <c:pt idx="30">
                  <c:v>2</c:v>
                </c:pt>
                <c:pt idx="31">
                  <c:v>2.2000000000000002</c:v>
                </c:pt>
                <c:pt idx="32">
                  <c:v>2.2000000000000002</c:v>
                </c:pt>
                <c:pt idx="33">
                  <c:v>2.4</c:v>
                </c:pt>
                <c:pt idx="34">
                  <c:v>2.4</c:v>
                </c:pt>
                <c:pt idx="35">
                  <c:v>2.6</c:v>
                </c:pt>
                <c:pt idx="36">
                  <c:v>2.6</c:v>
                </c:pt>
                <c:pt idx="37">
                  <c:v>2.6</c:v>
                </c:pt>
                <c:pt idx="38">
                  <c:v>2.6</c:v>
                </c:pt>
                <c:pt idx="39">
                  <c:v>2.8</c:v>
                </c:pt>
                <c:pt idx="40">
                  <c:v>2.8</c:v>
                </c:pt>
                <c:pt idx="41">
                  <c:v>3</c:v>
                </c:pt>
                <c:pt idx="42">
                  <c:v>3.2</c:v>
                </c:pt>
                <c:pt idx="43">
                  <c:v>3.2</c:v>
                </c:pt>
                <c:pt idx="44">
                  <c:v>3.2</c:v>
                </c:pt>
                <c:pt idx="45">
                  <c:v>3.4</c:v>
                </c:pt>
                <c:pt idx="46">
                  <c:v>3.4</c:v>
                </c:pt>
                <c:pt idx="47">
                  <c:v>3.4</c:v>
                </c:pt>
                <c:pt idx="48">
                  <c:v>3.4</c:v>
                </c:pt>
                <c:pt idx="49">
                  <c:v>3.4</c:v>
                </c:pt>
                <c:pt idx="50">
                  <c:v>3.4</c:v>
                </c:pt>
                <c:pt idx="51">
                  <c:v>3.4</c:v>
                </c:pt>
                <c:pt idx="52">
                  <c:v>3.4</c:v>
                </c:pt>
                <c:pt idx="53">
                  <c:v>3.4</c:v>
                </c:pt>
                <c:pt idx="54">
                  <c:v>3.4</c:v>
                </c:pt>
                <c:pt idx="55">
                  <c:v>3.4</c:v>
                </c:pt>
                <c:pt idx="56">
                  <c:v>3.4</c:v>
                </c:pt>
                <c:pt idx="57">
                  <c:v>3.4</c:v>
                </c:pt>
                <c:pt idx="58">
                  <c:v>3.4</c:v>
                </c:pt>
                <c:pt idx="59">
                  <c:v>3.4</c:v>
                </c:pt>
                <c:pt idx="60">
                  <c:v>3.4</c:v>
                </c:pt>
                <c:pt idx="61">
                  <c:v>3.4</c:v>
                </c:pt>
                <c:pt idx="62">
                  <c:v>3.4</c:v>
                </c:pt>
                <c:pt idx="63">
                  <c:v>3.4</c:v>
                </c:pt>
                <c:pt idx="64">
                  <c:v>3.4</c:v>
                </c:pt>
                <c:pt idx="65">
                  <c:v>3.4</c:v>
                </c:pt>
                <c:pt idx="66">
                  <c:v>3.4</c:v>
                </c:pt>
                <c:pt idx="67">
                  <c:v>3.4</c:v>
                </c:pt>
                <c:pt idx="68">
                  <c:v>3.4</c:v>
                </c:pt>
                <c:pt idx="69">
                  <c:v>3.4</c:v>
                </c:pt>
                <c:pt idx="70">
                  <c:v>3.4</c:v>
                </c:pt>
                <c:pt idx="71">
                  <c:v>3.4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3.6</c:v>
                </c:pt>
                <c:pt idx="76">
                  <c:v>3.6</c:v>
                </c:pt>
                <c:pt idx="77">
                  <c:v>3.6</c:v>
                </c:pt>
                <c:pt idx="78">
                  <c:v>3.6</c:v>
                </c:pt>
                <c:pt idx="79">
                  <c:v>3.6</c:v>
                </c:pt>
                <c:pt idx="80">
                  <c:v>3.6</c:v>
                </c:pt>
                <c:pt idx="81">
                  <c:v>3.6</c:v>
                </c:pt>
                <c:pt idx="82">
                  <c:v>3.6</c:v>
                </c:pt>
                <c:pt idx="83">
                  <c:v>3.6</c:v>
                </c:pt>
                <c:pt idx="84">
                  <c:v>3.8</c:v>
                </c:pt>
                <c:pt idx="85">
                  <c:v>3.8</c:v>
                </c:pt>
                <c:pt idx="86">
                  <c:v>4</c:v>
                </c:pt>
                <c:pt idx="87">
                  <c:v>4</c:v>
                </c:pt>
                <c:pt idx="88">
                  <c:v>4.2</c:v>
                </c:pt>
                <c:pt idx="89">
                  <c:v>4.2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4.2</c:v>
                </c:pt>
                <c:pt idx="94">
                  <c:v>4.4000000000000004</c:v>
                </c:pt>
                <c:pt idx="95">
                  <c:v>4.4000000000000004</c:v>
                </c:pt>
                <c:pt idx="96">
                  <c:v>4.4000000000000004</c:v>
                </c:pt>
                <c:pt idx="97">
                  <c:v>4.4000000000000004</c:v>
                </c:pt>
                <c:pt idx="98">
                  <c:v>4.4000000000000004</c:v>
                </c:pt>
                <c:pt idx="99">
                  <c:v>4.4000000000000004</c:v>
                </c:pt>
                <c:pt idx="100">
                  <c:v>4.4000000000000004</c:v>
                </c:pt>
                <c:pt idx="101">
                  <c:v>4.4000000000000004</c:v>
                </c:pt>
                <c:pt idx="102">
                  <c:v>4.4000000000000004</c:v>
                </c:pt>
                <c:pt idx="103">
                  <c:v>4.4000000000000004</c:v>
                </c:pt>
                <c:pt idx="104">
                  <c:v>4.4000000000000004</c:v>
                </c:pt>
                <c:pt idx="105">
                  <c:v>4.4000000000000004</c:v>
                </c:pt>
                <c:pt idx="106">
                  <c:v>4.4000000000000004</c:v>
                </c:pt>
                <c:pt idx="107">
                  <c:v>4.4000000000000004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4.4000000000000004</c:v>
                </c:pt>
                <c:pt idx="111">
                  <c:v>4.4000000000000004</c:v>
                </c:pt>
                <c:pt idx="112">
                  <c:v>4.4000000000000004</c:v>
                </c:pt>
                <c:pt idx="113">
                  <c:v>4.5999999999999996</c:v>
                </c:pt>
                <c:pt idx="114">
                  <c:v>4.5999999999999996</c:v>
                </c:pt>
                <c:pt idx="115">
                  <c:v>4.8</c:v>
                </c:pt>
                <c:pt idx="116">
                  <c:v>5</c:v>
                </c:pt>
                <c:pt idx="117">
                  <c:v>5.2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5.6</c:v>
                </c:pt>
                <c:pt idx="122">
                  <c:v>5.6</c:v>
                </c:pt>
                <c:pt idx="123">
                  <c:v>5.6</c:v>
                </c:pt>
                <c:pt idx="124">
                  <c:v>5.8</c:v>
                </c:pt>
                <c:pt idx="125">
                  <c:v>6</c:v>
                </c:pt>
                <c:pt idx="126">
                  <c:v>6</c:v>
                </c:pt>
                <c:pt idx="127">
                  <c:v>6.4</c:v>
                </c:pt>
                <c:pt idx="128">
                  <c:v>6.4</c:v>
                </c:pt>
                <c:pt idx="129">
                  <c:v>6.4</c:v>
                </c:pt>
                <c:pt idx="130">
                  <c:v>6.4</c:v>
                </c:pt>
                <c:pt idx="131">
                  <c:v>6.4</c:v>
                </c:pt>
                <c:pt idx="132">
                  <c:v>6.6</c:v>
                </c:pt>
                <c:pt idx="133">
                  <c:v>6.6</c:v>
                </c:pt>
                <c:pt idx="134">
                  <c:v>6.6</c:v>
                </c:pt>
                <c:pt idx="135">
                  <c:v>6.6</c:v>
                </c:pt>
                <c:pt idx="136">
                  <c:v>6.6</c:v>
                </c:pt>
                <c:pt idx="137">
                  <c:v>6.6</c:v>
                </c:pt>
                <c:pt idx="138">
                  <c:v>6.6</c:v>
                </c:pt>
                <c:pt idx="139">
                  <c:v>6.6</c:v>
                </c:pt>
                <c:pt idx="140">
                  <c:v>6.6</c:v>
                </c:pt>
                <c:pt idx="141">
                  <c:v>6.8</c:v>
                </c:pt>
                <c:pt idx="142">
                  <c:v>6.8</c:v>
                </c:pt>
                <c:pt idx="143">
                  <c:v>6.8</c:v>
                </c:pt>
                <c:pt idx="144">
                  <c:v>7</c:v>
                </c:pt>
                <c:pt idx="145">
                  <c:v>7</c:v>
                </c:pt>
                <c:pt idx="146">
                  <c:v>7</c:v>
                </c:pt>
                <c:pt idx="147">
                  <c:v>7.2</c:v>
                </c:pt>
                <c:pt idx="148">
                  <c:v>7.2</c:v>
                </c:pt>
                <c:pt idx="149">
                  <c:v>7.2</c:v>
                </c:pt>
                <c:pt idx="150">
                  <c:v>7.2</c:v>
                </c:pt>
                <c:pt idx="151">
                  <c:v>7.2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7.2</c:v>
                </c:pt>
                <c:pt idx="156">
                  <c:v>7.2</c:v>
                </c:pt>
                <c:pt idx="157">
                  <c:v>7.4</c:v>
                </c:pt>
                <c:pt idx="158">
                  <c:v>7.4</c:v>
                </c:pt>
                <c:pt idx="159">
                  <c:v>7.4</c:v>
                </c:pt>
                <c:pt idx="160">
                  <c:v>7.4</c:v>
                </c:pt>
                <c:pt idx="161">
                  <c:v>7.4</c:v>
                </c:pt>
                <c:pt idx="162">
                  <c:v>7.6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7.8</c:v>
                </c:pt>
                <c:pt idx="168">
                  <c:v>8</c:v>
                </c:pt>
                <c:pt idx="169">
                  <c:v>8</c:v>
                </c:pt>
                <c:pt idx="170">
                  <c:v>8</c:v>
                </c:pt>
                <c:pt idx="171">
                  <c:v>8.1999999999999993</c:v>
                </c:pt>
                <c:pt idx="172">
                  <c:v>8.1999999999999993</c:v>
                </c:pt>
                <c:pt idx="173">
                  <c:v>8.1999999999999993</c:v>
                </c:pt>
                <c:pt idx="174">
                  <c:v>8.1999999999999993</c:v>
                </c:pt>
                <c:pt idx="175">
                  <c:v>8.1999999999999993</c:v>
                </c:pt>
                <c:pt idx="176">
                  <c:v>8.1999999999999993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8.4</c:v>
                </c:pt>
                <c:pt idx="182">
                  <c:v>8.4</c:v>
                </c:pt>
                <c:pt idx="183">
                  <c:v>8.6</c:v>
                </c:pt>
                <c:pt idx="184">
                  <c:v>8.6</c:v>
                </c:pt>
                <c:pt idx="185">
                  <c:v>8.6</c:v>
                </c:pt>
                <c:pt idx="186">
                  <c:v>8.8000000000000007</c:v>
                </c:pt>
                <c:pt idx="187">
                  <c:v>8.8000000000000007</c:v>
                </c:pt>
                <c:pt idx="188">
                  <c:v>8.8000000000000007</c:v>
                </c:pt>
                <c:pt idx="189">
                  <c:v>8.8000000000000007</c:v>
                </c:pt>
                <c:pt idx="190">
                  <c:v>8.8000000000000007</c:v>
                </c:pt>
                <c:pt idx="191">
                  <c:v>8.8000000000000007</c:v>
                </c:pt>
                <c:pt idx="192">
                  <c:v>8.8000000000000007</c:v>
                </c:pt>
                <c:pt idx="193">
                  <c:v>9</c:v>
                </c:pt>
                <c:pt idx="194">
                  <c:v>9</c:v>
                </c:pt>
                <c:pt idx="195">
                  <c:v>9</c:v>
                </c:pt>
                <c:pt idx="196">
                  <c:v>9</c:v>
                </c:pt>
                <c:pt idx="197">
                  <c:v>9</c:v>
                </c:pt>
                <c:pt idx="198">
                  <c:v>9.1999999999999993</c:v>
                </c:pt>
                <c:pt idx="199">
                  <c:v>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1E-40DC-B8CC-07BDE067486F}"/>
            </c:ext>
          </c:extLst>
        </c:ser>
        <c:ser>
          <c:idx val="6"/>
          <c:order val="6"/>
          <c:tx>
            <c:strRef>
              <c:f>save1!$EI$810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save1!$EI$811:$EI$1010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1.4</c:v>
                </c:pt>
                <c:pt idx="53">
                  <c:v>1.4</c:v>
                </c:pt>
                <c:pt idx="54">
                  <c:v>1.4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1.6</c:v>
                </c:pt>
                <c:pt idx="69">
                  <c:v>1.6</c:v>
                </c:pt>
                <c:pt idx="70">
                  <c:v>1.6</c:v>
                </c:pt>
                <c:pt idx="71">
                  <c:v>1.6</c:v>
                </c:pt>
                <c:pt idx="72">
                  <c:v>1.6</c:v>
                </c:pt>
                <c:pt idx="73">
                  <c:v>1.6</c:v>
                </c:pt>
                <c:pt idx="74">
                  <c:v>1.6</c:v>
                </c:pt>
                <c:pt idx="75">
                  <c:v>1.6</c:v>
                </c:pt>
                <c:pt idx="76">
                  <c:v>1.6</c:v>
                </c:pt>
                <c:pt idx="77">
                  <c:v>1.6</c:v>
                </c:pt>
                <c:pt idx="78">
                  <c:v>1.6</c:v>
                </c:pt>
                <c:pt idx="79">
                  <c:v>1.6</c:v>
                </c:pt>
                <c:pt idx="80">
                  <c:v>1.6</c:v>
                </c:pt>
                <c:pt idx="81">
                  <c:v>1.6</c:v>
                </c:pt>
                <c:pt idx="82">
                  <c:v>1.6</c:v>
                </c:pt>
                <c:pt idx="83">
                  <c:v>1.6</c:v>
                </c:pt>
                <c:pt idx="84">
                  <c:v>1.6</c:v>
                </c:pt>
                <c:pt idx="85">
                  <c:v>1.6</c:v>
                </c:pt>
                <c:pt idx="86">
                  <c:v>1.6</c:v>
                </c:pt>
                <c:pt idx="87">
                  <c:v>1.6</c:v>
                </c:pt>
                <c:pt idx="88">
                  <c:v>1.8</c:v>
                </c:pt>
                <c:pt idx="89">
                  <c:v>1.8</c:v>
                </c:pt>
                <c:pt idx="90">
                  <c:v>1.8</c:v>
                </c:pt>
                <c:pt idx="91">
                  <c:v>1.8</c:v>
                </c:pt>
                <c:pt idx="92">
                  <c:v>1.8</c:v>
                </c:pt>
                <c:pt idx="93">
                  <c:v>1.8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2.2000000000000002</c:v>
                </c:pt>
                <c:pt idx="110">
                  <c:v>2.2000000000000002</c:v>
                </c:pt>
                <c:pt idx="111">
                  <c:v>2.2000000000000002</c:v>
                </c:pt>
                <c:pt idx="112">
                  <c:v>2.2000000000000002</c:v>
                </c:pt>
                <c:pt idx="113">
                  <c:v>2.2000000000000002</c:v>
                </c:pt>
                <c:pt idx="114">
                  <c:v>2.2000000000000002</c:v>
                </c:pt>
                <c:pt idx="115">
                  <c:v>2.2000000000000002</c:v>
                </c:pt>
                <c:pt idx="116">
                  <c:v>2.2000000000000002</c:v>
                </c:pt>
                <c:pt idx="117">
                  <c:v>2.2000000000000002</c:v>
                </c:pt>
                <c:pt idx="118">
                  <c:v>2.2000000000000002</c:v>
                </c:pt>
                <c:pt idx="119">
                  <c:v>2.2000000000000002</c:v>
                </c:pt>
                <c:pt idx="120">
                  <c:v>2.4</c:v>
                </c:pt>
                <c:pt idx="121">
                  <c:v>2.4</c:v>
                </c:pt>
                <c:pt idx="122">
                  <c:v>2.4</c:v>
                </c:pt>
                <c:pt idx="123">
                  <c:v>2.6</c:v>
                </c:pt>
                <c:pt idx="124">
                  <c:v>2.6</c:v>
                </c:pt>
                <c:pt idx="125">
                  <c:v>2.6</c:v>
                </c:pt>
                <c:pt idx="126">
                  <c:v>2.6</c:v>
                </c:pt>
                <c:pt idx="127">
                  <c:v>2.6</c:v>
                </c:pt>
                <c:pt idx="128">
                  <c:v>2.8</c:v>
                </c:pt>
                <c:pt idx="129">
                  <c:v>2.8</c:v>
                </c:pt>
                <c:pt idx="130">
                  <c:v>2.8</c:v>
                </c:pt>
                <c:pt idx="131">
                  <c:v>2.8</c:v>
                </c:pt>
                <c:pt idx="132">
                  <c:v>2.8</c:v>
                </c:pt>
                <c:pt idx="133">
                  <c:v>2.8</c:v>
                </c:pt>
                <c:pt idx="134">
                  <c:v>2.8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3</c:v>
                </c:pt>
                <c:pt idx="142">
                  <c:v>3</c:v>
                </c:pt>
                <c:pt idx="143">
                  <c:v>3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  <c:pt idx="151">
                  <c:v>3</c:v>
                </c:pt>
                <c:pt idx="152">
                  <c:v>3</c:v>
                </c:pt>
                <c:pt idx="153">
                  <c:v>3</c:v>
                </c:pt>
                <c:pt idx="154">
                  <c:v>3.2</c:v>
                </c:pt>
                <c:pt idx="155">
                  <c:v>3.2</c:v>
                </c:pt>
                <c:pt idx="156">
                  <c:v>3.2</c:v>
                </c:pt>
                <c:pt idx="157">
                  <c:v>3.2</c:v>
                </c:pt>
                <c:pt idx="158">
                  <c:v>3.2</c:v>
                </c:pt>
                <c:pt idx="159">
                  <c:v>3.2</c:v>
                </c:pt>
                <c:pt idx="160">
                  <c:v>3.2</c:v>
                </c:pt>
                <c:pt idx="161">
                  <c:v>3.2</c:v>
                </c:pt>
                <c:pt idx="162">
                  <c:v>3.4</c:v>
                </c:pt>
                <c:pt idx="163">
                  <c:v>3.4</c:v>
                </c:pt>
                <c:pt idx="164">
                  <c:v>3.4</c:v>
                </c:pt>
                <c:pt idx="165">
                  <c:v>3.6</c:v>
                </c:pt>
                <c:pt idx="166">
                  <c:v>3.6</c:v>
                </c:pt>
                <c:pt idx="167">
                  <c:v>3.6</c:v>
                </c:pt>
                <c:pt idx="168">
                  <c:v>3.6</c:v>
                </c:pt>
                <c:pt idx="169">
                  <c:v>3.6</c:v>
                </c:pt>
                <c:pt idx="170">
                  <c:v>3.6</c:v>
                </c:pt>
                <c:pt idx="171">
                  <c:v>3.6</c:v>
                </c:pt>
                <c:pt idx="172">
                  <c:v>3.6</c:v>
                </c:pt>
                <c:pt idx="173">
                  <c:v>3.6</c:v>
                </c:pt>
                <c:pt idx="174">
                  <c:v>3.6</c:v>
                </c:pt>
                <c:pt idx="175">
                  <c:v>3.6</c:v>
                </c:pt>
                <c:pt idx="176">
                  <c:v>3.6</c:v>
                </c:pt>
                <c:pt idx="177">
                  <c:v>3.6</c:v>
                </c:pt>
                <c:pt idx="178">
                  <c:v>3.6</c:v>
                </c:pt>
                <c:pt idx="179">
                  <c:v>3.8</c:v>
                </c:pt>
                <c:pt idx="180">
                  <c:v>3.8</c:v>
                </c:pt>
                <c:pt idx="181">
                  <c:v>3.8</c:v>
                </c:pt>
                <c:pt idx="182">
                  <c:v>4</c:v>
                </c:pt>
                <c:pt idx="183">
                  <c:v>4.2</c:v>
                </c:pt>
                <c:pt idx="184">
                  <c:v>4.2</c:v>
                </c:pt>
                <c:pt idx="185">
                  <c:v>4.2</c:v>
                </c:pt>
                <c:pt idx="186">
                  <c:v>4.2</c:v>
                </c:pt>
                <c:pt idx="187">
                  <c:v>4.2</c:v>
                </c:pt>
                <c:pt idx="188">
                  <c:v>4.2</c:v>
                </c:pt>
                <c:pt idx="189">
                  <c:v>4.2</c:v>
                </c:pt>
                <c:pt idx="190">
                  <c:v>4.2</c:v>
                </c:pt>
                <c:pt idx="191">
                  <c:v>4.2</c:v>
                </c:pt>
                <c:pt idx="192">
                  <c:v>4.2</c:v>
                </c:pt>
                <c:pt idx="193">
                  <c:v>4.2</c:v>
                </c:pt>
                <c:pt idx="194">
                  <c:v>4.2</c:v>
                </c:pt>
                <c:pt idx="195">
                  <c:v>4.4000000000000004</c:v>
                </c:pt>
                <c:pt idx="196">
                  <c:v>4.5999999999999996</c:v>
                </c:pt>
                <c:pt idx="197">
                  <c:v>4.5999999999999996</c:v>
                </c:pt>
                <c:pt idx="198">
                  <c:v>4.5999999999999996</c:v>
                </c:pt>
                <c:pt idx="199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C1E-40DC-B8CC-07BDE067486F}"/>
            </c:ext>
          </c:extLst>
        </c:ser>
        <c:ser>
          <c:idx val="7"/>
          <c:order val="7"/>
          <c:tx>
            <c:strRef>
              <c:f>save1!$EJ$810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save1!$EJ$811:$EJ$1010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0.8</c:v>
                </c:pt>
                <c:pt idx="88">
                  <c:v>0.8</c:v>
                </c:pt>
                <c:pt idx="89">
                  <c:v>0.8</c:v>
                </c:pt>
                <c:pt idx="90">
                  <c:v>0.8</c:v>
                </c:pt>
                <c:pt idx="91">
                  <c:v>0.8</c:v>
                </c:pt>
                <c:pt idx="92">
                  <c:v>1.2</c:v>
                </c:pt>
                <c:pt idx="93">
                  <c:v>1.2</c:v>
                </c:pt>
                <c:pt idx="94">
                  <c:v>1.2</c:v>
                </c:pt>
                <c:pt idx="95">
                  <c:v>1.2</c:v>
                </c:pt>
                <c:pt idx="96">
                  <c:v>1.2</c:v>
                </c:pt>
                <c:pt idx="97">
                  <c:v>1.2</c:v>
                </c:pt>
                <c:pt idx="98">
                  <c:v>1.2</c:v>
                </c:pt>
                <c:pt idx="99">
                  <c:v>1.2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1.4</c:v>
                </c:pt>
                <c:pt idx="104">
                  <c:v>1.6</c:v>
                </c:pt>
                <c:pt idx="105">
                  <c:v>1.8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2</c:v>
                </c:pt>
                <c:pt idx="135">
                  <c:v>2</c:v>
                </c:pt>
                <c:pt idx="136">
                  <c:v>2</c:v>
                </c:pt>
                <c:pt idx="137">
                  <c:v>2.2000000000000002</c:v>
                </c:pt>
                <c:pt idx="138">
                  <c:v>2.2000000000000002</c:v>
                </c:pt>
                <c:pt idx="139">
                  <c:v>2.2000000000000002</c:v>
                </c:pt>
                <c:pt idx="140">
                  <c:v>2.4</c:v>
                </c:pt>
                <c:pt idx="141">
                  <c:v>2.4</c:v>
                </c:pt>
                <c:pt idx="142">
                  <c:v>2.4</c:v>
                </c:pt>
                <c:pt idx="143">
                  <c:v>2.4</c:v>
                </c:pt>
                <c:pt idx="144">
                  <c:v>2.4</c:v>
                </c:pt>
                <c:pt idx="145">
                  <c:v>2.4</c:v>
                </c:pt>
                <c:pt idx="146">
                  <c:v>2.4</c:v>
                </c:pt>
                <c:pt idx="147">
                  <c:v>2.4</c:v>
                </c:pt>
                <c:pt idx="148">
                  <c:v>2.4</c:v>
                </c:pt>
                <c:pt idx="149">
                  <c:v>2.4</c:v>
                </c:pt>
                <c:pt idx="150">
                  <c:v>2.4</c:v>
                </c:pt>
                <c:pt idx="151">
                  <c:v>2.4</c:v>
                </c:pt>
                <c:pt idx="152">
                  <c:v>2.4</c:v>
                </c:pt>
                <c:pt idx="153">
                  <c:v>2.4</c:v>
                </c:pt>
                <c:pt idx="154">
                  <c:v>2.4</c:v>
                </c:pt>
                <c:pt idx="155">
                  <c:v>2.6</c:v>
                </c:pt>
                <c:pt idx="156">
                  <c:v>2.6</c:v>
                </c:pt>
                <c:pt idx="157">
                  <c:v>2.6</c:v>
                </c:pt>
                <c:pt idx="158">
                  <c:v>2.6</c:v>
                </c:pt>
                <c:pt idx="159">
                  <c:v>2.6</c:v>
                </c:pt>
                <c:pt idx="160">
                  <c:v>2.6</c:v>
                </c:pt>
                <c:pt idx="161">
                  <c:v>2.6</c:v>
                </c:pt>
                <c:pt idx="162">
                  <c:v>2.6</c:v>
                </c:pt>
                <c:pt idx="163">
                  <c:v>2.6</c:v>
                </c:pt>
                <c:pt idx="164">
                  <c:v>2.6</c:v>
                </c:pt>
                <c:pt idx="165">
                  <c:v>2.8</c:v>
                </c:pt>
                <c:pt idx="166">
                  <c:v>3</c:v>
                </c:pt>
                <c:pt idx="167">
                  <c:v>3</c:v>
                </c:pt>
                <c:pt idx="168">
                  <c:v>3.2</c:v>
                </c:pt>
                <c:pt idx="169">
                  <c:v>3.2</c:v>
                </c:pt>
                <c:pt idx="170">
                  <c:v>3.2</c:v>
                </c:pt>
                <c:pt idx="171">
                  <c:v>3.2</c:v>
                </c:pt>
                <c:pt idx="172">
                  <c:v>3.2</c:v>
                </c:pt>
                <c:pt idx="173">
                  <c:v>3.2</c:v>
                </c:pt>
                <c:pt idx="174">
                  <c:v>3.2</c:v>
                </c:pt>
                <c:pt idx="175">
                  <c:v>3.2</c:v>
                </c:pt>
                <c:pt idx="176">
                  <c:v>3.2</c:v>
                </c:pt>
                <c:pt idx="177">
                  <c:v>3.2</c:v>
                </c:pt>
                <c:pt idx="178">
                  <c:v>3.2</c:v>
                </c:pt>
                <c:pt idx="179">
                  <c:v>3.2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C1E-40DC-B8CC-07BDE067486F}"/>
            </c:ext>
          </c:extLst>
        </c:ser>
        <c:ser>
          <c:idx val="8"/>
          <c:order val="8"/>
          <c:tx>
            <c:strRef>
              <c:f>save1!$EK$810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save1!$EK$811:$EK$1010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0.6</c:v>
                </c:pt>
                <c:pt idx="104">
                  <c:v>0.8</c:v>
                </c:pt>
                <c:pt idx="105">
                  <c:v>0.8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C1E-40DC-B8CC-07BDE067486F}"/>
            </c:ext>
          </c:extLst>
        </c:ser>
        <c:ser>
          <c:idx val="9"/>
          <c:order val="9"/>
          <c:tx>
            <c:strRef>
              <c:f>save1!$EL$810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save1!$EL$811:$EL$1010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C1E-40DC-B8CC-07BDE0674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(Daemon's Tail,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save1!$EU$810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save1!$EU$811:$EU$1010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0.8</c:v>
                </c:pt>
                <c:pt idx="5">
                  <c:v>0.8</c:v>
                </c:pt>
                <c:pt idx="6">
                  <c:v>1.8</c:v>
                </c:pt>
                <c:pt idx="7">
                  <c:v>3</c:v>
                </c:pt>
                <c:pt idx="8">
                  <c:v>3.8</c:v>
                </c:pt>
                <c:pt idx="9">
                  <c:v>4.2</c:v>
                </c:pt>
                <c:pt idx="10">
                  <c:v>5.2</c:v>
                </c:pt>
                <c:pt idx="11">
                  <c:v>6.2</c:v>
                </c:pt>
                <c:pt idx="12">
                  <c:v>6.6</c:v>
                </c:pt>
                <c:pt idx="13">
                  <c:v>6.6</c:v>
                </c:pt>
                <c:pt idx="14">
                  <c:v>6.6</c:v>
                </c:pt>
                <c:pt idx="15">
                  <c:v>7.8</c:v>
                </c:pt>
                <c:pt idx="16">
                  <c:v>7.8</c:v>
                </c:pt>
                <c:pt idx="17">
                  <c:v>8.6</c:v>
                </c:pt>
                <c:pt idx="18">
                  <c:v>10.199999999999999</c:v>
                </c:pt>
                <c:pt idx="19">
                  <c:v>10.6</c:v>
                </c:pt>
                <c:pt idx="20">
                  <c:v>11.2</c:v>
                </c:pt>
                <c:pt idx="21">
                  <c:v>13.8</c:v>
                </c:pt>
                <c:pt idx="22">
                  <c:v>14.4</c:v>
                </c:pt>
                <c:pt idx="23">
                  <c:v>14.4</c:v>
                </c:pt>
                <c:pt idx="24">
                  <c:v>14.4</c:v>
                </c:pt>
                <c:pt idx="25">
                  <c:v>14.8</c:v>
                </c:pt>
                <c:pt idx="26">
                  <c:v>16.399999999999999</c:v>
                </c:pt>
                <c:pt idx="27">
                  <c:v>16.600000000000001</c:v>
                </c:pt>
                <c:pt idx="28">
                  <c:v>16.600000000000001</c:v>
                </c:pt>
                <c:pt idx="29">
                  <c:v>18.8</c:v>
                </c:pt>
                <c:pt idx="30">
                  <c:v>18.8</c:v>
                </c:pt>
                <c:pt idx="31">
                  <c:v>19.600000000000001</c:v>
                </c:pt>
                <c:pt idx="32">
                  <c:v>21.4</c:v>
                </c:pt>
                <c:pt idx="33">
                  <c:v>23.4</c:v>
                </c:pt>
                <c:pt idx="34">
                  <c:v>24</c:v>
                </c:pt>
                <c:pt idx="35">
                  <c:v>24</c:v>
                </c:pt>
                <c:pt idx="36">
                  <c:v>24</c:v>
                </c:pt>
                <c:pt idx="37">
                  <c:v>24.2</c:v>
                </c:pt>
                <c:pt idx="38">
                  <c:v>24.6</c:v>
                </c:pt>
                <c:pt idx="39">
                  <c:v>24.6</c:v>
                </c:pt>
                <c:pt idx="40">
                  <c:v>25.6</c:v>
                </c:pt>
                <c:pt idx="41">
                  <c:v>26.8</c:v>
                </c:pt>
                <c:pt idx="42">
                  <c:v>27.2</c:v>
                </c:pt>
                <c:pt idx="43">
                  <c:v>28.2</c:v>
                </c:pt>
                <c:pt idx="44">
                  <c:v>28.2</c:v>
                </c:pt>
                <c:pt idx="45">
                  <c:v>28.8</c:v>
                </c:pt>
                <c:pt idx="46">
                  <c:v>28.8</c:v>
                </c:pt>
                <c:pt idx="47">
                  <c:v>29.2</c:v>
                </c:pt>
                <c:pt idx="48">
                  <c:v>29.4</c:v>
                </c:pt>
                <c:pt idx="49">
                  <c:v>29.4</c:v>
                </c:pt>
                <c:pt idx="50">
                  <c:v>29.6</c:v>
                </c:pt>
                <c:pt idx="51">
                  <c:v>31</c:v>
                </c:pt>
                <c:pt idx="52">
                  <c:v>31.2</c:v>
                </c:pt>
                <c:pt idx="53">
                  <c:v>31.4</c:v>
                </c:pt>
                <c:pt idx="54">
                  <c:v>31.8</c:v>
                </c:pt>
                <c:pt idx="55">
                  <c:v>32.200000000000003</c:v>
                </c:pt>
                <c:pt idx="56">
                  <c:v>34</c:v>
                </c:pt>
                <c:pt idx="57">
                  <c:v>34.799999999999997</c:v>
                </c:pt>
                <c:pt idx="58">
                  <c:v>35.200000000000003</c:v>
                </c:pt>
                <c:pt idx="59">
                  <c:v>36.200000000000003</c:v>
                </c:pt>
                <c:pt idx="60">
                  <c:v>36.200000000000003</c:v>
                </c:pt>
                <c:pt idx="61">
                  <c:v>38.200000000000003</c:v>
                </c:pt>
                <c:pt idx="62">
                  <c:v>38.4</c:v>
                </c:pt>
                <c:pt idx="63">
                  <c:v>39</c:v>
                </c:pt>
                <c:pt idx="64">
                  <c:v>40</c:v>
                </c:pt>
                <c:pt idx="65">
                  <c:v>40.200000000000003</c:v>
                </c:pt>
                <c:pt idx="66">
                  <c:v>41</c:v>
                </c:pt>
                <c:pt idx="67">
                  <c:v>42</c:v>
                </c:pt>
                <c:pt idx="68">
                  <c:v>43.2</c:v>
                </c:pt>
                <c:pt idx="69">
                  <c:v>43.6</c:v>
                </c:pt>
                <c:pt idx="70">
                  <c:v>43.6</c:v>
                </c:pt>
                <c:pt idx="71">
                  <c:v>44.6</c:v>
                </c:pt>
                <c:pt idx="72">
                  <c:v>46.2</c:v>
                </c:pt>
                <c:pt idx="73">
                  <c:v>46.2</c:v>
                </c:pt>
                <c:pt idx="74">
                  <c:v>46.4</c:v>
                </c:pt>
                <c:pt idx="75">
                  <c:v>46.8</c:v>
                </c:pt>
                <c:pt idx="76">
                  <c:v>46.8</c:v>
                </c:pt>
                <c:pt idx="77">
                  <c:v>46.8</c:v>
                </c:pt>
                <c:pt idx="78">
                  <c:v>47</c:v>
                </c:pt>
                <c:pt idx="79">
                  <c:v>47.2</c:v>
                </c:pt>
                <c:pt idx="80">
                  <c:v>47.4</c:v>
                </c:pt>
                <c:pt idx="81">
                  <c:v>48.6</c:v>
                </c:pt>
                <c:pt idx="82">
                  <c:v>49.8</c:v>
                </c:pt>
                <c:pt idx="83">
                  <c:v>50.4</c:v>
                </c:pt>
                <c:pt idx="84">
                  <c:v>50.8</c:v>
                </c:pt>
                <c:pt idx="85">
                  <c:v>51.4</c:v>
                </c:pt>
                <c:pt idx="86">
                  <c:v>53.4</c:v>
                </c:pt>
                <c:pt idx="87">
                  <c:v>54</c:v>
                </c:pt>
                <c:pt idx="88">
                  <c:v>55.6</c:v>
                </c:pt>
                <c:pt idx="89">
                  <c:v>55.8</c:v>
                </c:pt>
                <c:pt idx="90">
                  <c:v>58.8</c:v>
                </c:pt>
                <c:pt idx="91">
                  <c:v>58.8</c:v>
                </c:pt>
                <c:pt idx="92">
                  <c:v>59.8</c:v>
                </c:pt>
                <c:pt idx="93">
                  <c:v>60.6</c:v>
                </c:pt>
                <c:pt idx="94">
                  <c:v>61.2</c:v>
                </c:pt>
                <c:pt idx="95">
                  <c:v>61.6</c:v>
                </c:pt>
                <c:pt idx="96">
                  <c:v>61.6</c:v>
                </c:pt>
                <c:pt idx="97">
                  <c:v>61.6</c:v>
                </c:pt>
                <c:pt idx="98">
                  <c:v>62</c:v>
                </c:pt>
                <c:pt idx="99">
                  <c:v>62.8</c:v>
                </c:pt>
                <c:pt idx="100">
                  <c:v>62.8</c:v>
                </c:pt>
                <c:pt idx="101">
                  <c:v>63.6</c:v>
                </c:pt>
                <c:pt idx="102">
                  <c:v>64.400000000000006</c:v>
                </c:pt>
                <c:pt idx="103">
                  <c:v>64.400000000000006</c:v>
                </c:pt>
                <c:pt idx="104">
                  <c:v>66</c:v>
                </c:pt>
                <c:pt idx="105">
                  <c:v>66.2</c:v>
                </c:pt>
                <c:pt idx="106">
                  <c:v>66.2</c:v>
                </c:pt>
                <c:pt idx="107">
                  <c:v>67</c:v>
                </c:pt>
                <c:pt idx="108">
                  <c:v>67.400000000000006</c:v>
                </c:pt>
                <c:pt idx="109">
                  <c:v>68.2</c:v>
                </c:pt>
                <c:pt idx="110">
                  <c:v>68.2</c:v>
                </c:pt>
                <c:pt idx="111">
                  <c:v>69.8</c:v>
                </c:pt>
                <c:pt idx="112">
                  <c:v>71.8</c:v>
                </c:pt>
                <c:pt idx="113">
                  <c:v>72.400000000000006</c:v>
                </c:pt>
                <c:pt idx="114">
                  <c:v>72.599999999999994</c:v>
                </c:pt>
                <c:pt idx="115">
                  <c:v>73</c:v>
                </c:pt>
                <c:pt idx="116">
                  <c:v>73.2</c:v>
                </c:pt>
                <c:pt idx="117">
                  <c:v>74</c:v>
                </c:pt>
                <c:pt idx="118">
                  <c:v>74.2</c:v>
                </c:pt>
                <c:pt idx="119">
                  <c:v>74.400000000000006</c:v>
                </c:pt>
                <c:pt idx="120">
                  <c:v>75</c:v>
                </c:pt>
                <c:pt idx="121">
                  <c:v>76.8</c:v>
                </c:pt>
                <c:pt idx="122">
                  <c:v>77.8</c:v>
                </c:pt>
                <c:pt idx="123">
                  <c:v>78.400000000000006</c:v>
                </c:pt>
                <c:pt idx="124">
                  <c:v>79</c:v>
                </c:pt>
                <c:pt idx="125">
                  <c:v>80.400000000000006</c:v>
                </c:pt>
                <c:pt idx="126">
                  <c:v>81</c:v>
                </c:pt>
                <c:pt idx="127">
                  <c:v>82.8</c:v>
                </c:pt>
                <c:pt idx="128">
                  <c:v>83.6</c:v>
                </c:pt>
                <c:pt idx="129">
                  <c:v>83.6</c:v>
                </c:pt>
                <c:pt idx="130">
                  <c:v>83.6</c:v>
                </c:pt>
                <c:pt idx="131">
                  <c:v>84.2</c:v>
                </c:pt>
                <c:pt idx="132">
                  <c:v>84.6</c:v>
                </c:pt>
                <c:pt idx="133">
                  <c:v>85.4</c:v>
                </c:pt>
                <c:pt idx="134">
                  <c:v>85.8</c:v>
                </c:pt>
                <c:pt idx="135">
                  <c:v>86</c:v>
                </c:pt>
                <c:pt idx="136">
                  <c:v>88.2</c:v>
                </c:pt>
                <c:pt idx="137">
                  <c:v>88.4</c:v>
                </c:pt>
                <c:pt idx="138">
                  <c:v>88.8</c:v>
                </c:pt>
                <c:pt idx="139">
                  <c:v>89.6</c:v>
                </c:pt>
                <c:pt idx="140">
                  <c:v>90.8</c:v>
                </c:pt>
                <c:pt idx="141">
                  <c:v>92.2</c:v>
                </c:pt>
                <c:pt idx="142">
                  <c:v>93.4</c:v>
                </c:pt>
                <c:pt idx="143">
                  <c:v>93.8</c:v>
                </c:pt>
                <c:pt idx="144">
                  <c:v>93.8</c:v>
                </c:pt>
                <c:pt idx="145">
                  <c:v>93.8</c:v>
                </c:pt>
                <c:pt idx="146">
                  <c:v>95</c:v>
                </c:pt>
                <c:pt idx="147">
                  <c:v>95</c:v>
                </c:pt>
                <c:pt idx="148">
                  <c:v>95</c:v>
                </c:pt>
                <c:pt idx="149">
                  <c:v>95.4</c:v>
                </c:pt>
                <c:pt idx="150">
                  <c:v>95.6</c:v>
                </c:pt>
                <c:pt idx="151">
                  <c:v>95.8</c:v>
                </c:pt>
                <c:pt idx="152">
                  <c:v>95.8</c:v>
                </c:pt>
                <c:pt idx="153">
                  <c:v>97.4</c:v>
                </c:pt>
                <c:pt idx="154">
                  <c:v>97.8</c:v>
                </c:pt>
                <c:pt idx="155">
                  <c:v>98.2</c:v>
                </c:pt>
                <c:pt idx="156">
                  <c:v>98.8</c:v>
                </c:pt>
                <c:pt idx="157">
                  <c:v>98.8</c:v>
                </c:pt>
                <c:pt idx="158">
                  <c:v>98.8</c:v>
                </c:pt>
                <c:pt idx="159">
                  <c:v>98.8</c:v>
                </c:pt>
                <c:pt idx="160">
                  <c:v>99.4</c:v>
                </c:pt>
                <c:pt idx="161">
                  <c:v>100.2</c:v>
                </c:pt>
                <c:pt idx="162">
                  <c:v>100.8</c:v>
                </c:pt>
                <c:pt idx="163">
                  <c:v>101.4</c:v>
                </c:pt>
                <c:pt idx="164">
                  <c:v>102.6</c:v>
                </c:pt>
                <c:pt idx="165">
                  <c:v>103.2</c:v>
                </c:pt>
                <c:pt idx="166">
                  <c:v>103.4</c:v>
                </c:pt>
                <c:pt idx="167">
                  <c:v>103.4</c:v>
                </c:pt>
                <c:pt idx="168">
                  <c:v>103.4</c:v>
                </c:pt>
                <c:pt idx="169">
                  <c:v>103.6</c:v>
                </c:pt>
                <c:pt idx="170">
                  <c:v>104.2</c:v>
                </c:pt>
                <c:pt idx="171">
                  <c:v>104.4</c:v>
                </c:pt>
                <c:pt idx="172">
                  <c:v>104.4</c:v>
                </c:pt>
                <c:pt idx="173">
                  <c:v>105.6</c:v>
                </c:pt>
                <c:pt idx="174">
                  <c:v>107</c:v>
                </c:pt>
                <c:pt idx="175">
                  <c:v>107.6</c:v>
                </c:pt>
                <c:pt idx="176">
                  <c:v>110.4</c:v>
                </c:pt>
                <c:pt idx="177">
                  <c:v>111.8</c:v>
                </c:pt>
                <c:pt idx="178">
                  <c:v>112</c:v>
                </c:pt>
                <c:pt idx="179">
                  <c:v>112</c:v>
                </c:pt>
                <c:pt idx="180">
                  <c:v>113.2</c:v>
                </c:pt>
                <c:pt idx="181">
                  <c:v>114</c:v>
                </c:pt>
                <c:pt idx="182">
                  <c:v>114</c:v>
                </c:pt>
                <c:pt idx="183">
                  <c:v>115</c:v>
                </c:pt>
                <c:pt idx="184">
                  <c:v>115</c:v>
                </c:pt>
                <c:pt idx="185">
                  <c:v>115</c:v>
                </c:pt>
                <c:pt idx="186">
                  <c:v>115.6</c:v>
                </c:pt>
                <c:pt idx="187">
                  <c:v>115.8</c:v>
                </c:pt>
                <c:pt idx="188">
                  <c:v>116.2</c:v>
                </c:pt>
                <c:pt idx="189">
                  <c:v>117</c:v>
                </c:pt>
                <c:pt idx="190">
                  <c:v>117</c:v>
                </c:pt>
                <c:pt idx="191">
                  <c:v>118.2</c:v>
                </c:pt>
                <c:pt idx="192">
                  <c:v>118.2</c:v>
                </c:pt>
                <c:pt idx="193">
                  <c:v>119.2</c:v>
                </c:pt>
                <c:pt idx="194">
                  <c:v>119.4</c:v>
                </c:pt>
                <c:pt idx="195">
                  <c:v>120</c:v>
                </c:pt>
                <c:pt idx="196">
                  <c:v>120</c:v>
                </c:pt>
                <c:pt idx="197">
                  <c:v>121.2</c:v>
                </c:pt>
                <c:pt idx="198">
                  <c:v>121.8</c:v>
                </c:pt>
                <c:pt idx="199">
                  <c:v>121.8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15-4A65-84F1-C36B43E0DBB5}"/>
            </c:ext>
          </c:extLst>
        </c:ser>
        <c:ser>
          <c:idx val="1"/>
          <c:order val="1"/>
          <c:tx>
            <c:strRef>
              <c:f>save1!$EV$810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save1!$EV$811:$EV$1010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0.8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1.6</c:v>
                </c:pt>
                <c:pt idx="30">
                  <c:v>1.8</c:v>
                </c:pt>
                <c:pt idx="31">
                  <c:v>2.2000000000000002</c:v>
                </c:pt>
                <c:pt idx="32">
                  <c:v>2.4</c:v>
                </c:pt>
                <c:pt idx="33">
                  <c:v>2.4</c:v>
                </c:pt>
                <c:pt idx="34">
                  <c:v>2.4</c:v>
                </c:pt>
                <c:pt idx="35">
                  <c:v>2.4</c:v>
                </c:pt>
                <c:pt idx="36">
                  <c:v>2.6</c:v>
                </c:pt>
                <c:pt idx="37">
                  <c:v>2.6</c:v>
                </c:pt>
                <c:pt idx="38">
                  <c:v>2.8</c:v>
                </c:pt>
                <c:pt idx="39">
                  <c:v>2.8</c:v>
                </c:pt>
                <c:pt idx="40">
                  <c:v>2.8</c:v>
                </c:pt>
                <c:pt idx="41">
                  <c:v>2.8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3.2</c:v>
                </c:pt>
                <c:pt idx="58">
                  <c:v>3.2</c:v>
                </c:pt>
                <c:pt idx="59">
                  <c:v>3.4</c:v>
                </c:pt>
                <c:pt idx="60">
                  <c:v>3.4</c:v>
                </c:pt>
                <c:pt idx="61">
                  <c:v>3.6</c:v>
                </c:pt>
                <c:pt idx="62">
                  <c:v>3.6</c:v>
                </c:pt>
                <c:pt idx="63">
                  <c:v>3.6</c:v>
                </c:pt>
                <c:pt idx="64">
                  <c:v>3.6</c:v>
                </c:pt>
                <c:pt idx="65">
                  <c:v>3.6</c:v>
                </c:pt>
                <c:pt idx="66">
                  <c:v>3.6</c:v>
                </c:pt>
                <c:pt idx="67">
                  <c:v>3.6</c:v>
                </c:pt>
                <c:pt idx="68">
                  <c:v>3.6</c:v>
                </c:pt>
                <c:pt idx="69">
                  <c:v>3.6</c:v>
                </c:pt>
                <c:pt idx="70">
                  <c:v>3.6</c:v>
                </c:pt>
                <c:pt idx="71">
                  <c:v>3.6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3.6</c:v>
                </c:pt>
                <c:pt idx="76">
                  <c:v>3.6</c:v>
                </c:pt>
                <c:pt idx="77">
                  <c:v>3.8</c:v>
                </c:pt>
                <c:pt idx="78">
                  <c:v>3.8</c:v>
                </c:pt>
                <c:pt idx="79">
                  <c:v>3.8</c:v>
                </c:pt>
                <c:pt idx="80">
                  <c:v>3.8</c:v>
                </c:pt>
                <c:pt idx="81">
                  <c:v>3.8</c:v>
                </c:pt>
                <c:pt idx="82">
                  <c:v>3.8</c:v>
                </c:pt>
                <c:pt idx="83">
                  <c:v>4.2</c:v>
                </c:pt>
                <c:pt idx="84">
                  <c:v>4.2</c:v>
                </c:pt>
                <c:pt idx="85">
                  <c:v>4.4000000000000004</c:v>
                </c:pt>
                <c:pt idx="86">
                  <c:v>4.5999999999999996</c:v>
                </c:pt>
                <c:pt idx="87">
                  <c:v>4.8</c:v>
                </c:pt>
                <c:pt idx="88">
                  <c:v>4.8</c:v>
                </c:pt>
                <c:pt idx="89">
                  <c:v>4.8</c:v>
                </c:pt>
                <c:pt idx="90">
                  <c:v>4.8</c:v>
                </c:pt>
                <c:pt idx="91">
                  <c:v>4.8</c:v>
                </c:pt>
                <c:pt idx="92">
                  <c:v>4.8</c:v>
                </c:pt>
                <c:pt idx="93">
                  <c:v>4.8</c:v>
                </c:pt>
                <c:pt idx="94">
                  <c:v>4.8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5.2</c:v>
                </c:pt>
                <c:pt idx="109">
                  <c:v>5.2</c:v>
                </c:pt>
                <c:pt idx="110">
                  <c:v>5.2</c:v>
                </c:pt>
                <c:pt idx="111">
                  <c:v>5.2</c:v>
                </c:pt>
                <c:pt idx="112">
                  <c:v>5.2</c:v>
                </c:pt>
                <c:pt idx="113">
                  <c:v>5.2</c:v>
                </c:pt>
                <c:pt idx="114">
                  <c:v>5.2</c:v>
                </c:pt>
                <c:pt idx="115">
                  <c:v>5.2</c:v>
                </c:pt>
                <c:pt idx="116">
                  <c:v>5.2</c:v>
                </c:pt>
                <c:pt idx="117">
                  <c:v>5.2</c:v>
                </c:pt>
                <c:pt idx="118">
                  <c:v>5.2</c:v>
                </c:pt>
                <c:pt idx="119">
                  <c:v>5.2</c:v>
                </c:pt>
                <c:pt idx="120">
                  <c:v>5.2</c:v>
                </c:pt>
                <c:pt idx="121">
                  <c:v>5.2</c:v>
                </c:pt>
                <c:pt idx="122">
                  <c:v>5.2</c:v>
                </c:pt>
                <c:pt idx="123">
                  <c:v>5.2</c:v>
                </c:pt>
                <c:pt idx="124">
                  <c:v>5.2</c:v>
                </c:pt>
                <c:pt idx="125">
                  <c:v>5.2</c:v>
                </c:pt>
                <c:pt idx="126">
                  <c:v>5.4</c:v>
                </c:pt>
                <c:pt idx="127">
                  <c:v>5.4</c:v>
                </c:pt>
                <c:pt idx="128">
                  <c:v>5.4</c:v>
                </c:pt>
                <c:pt idx="129">
                  <c:v>5.4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5.6</c:v>
                </c:pt>
                <c:pt idx="134">
                  <c:v>5.6</c:v>
                </c:pt>
                <c:pt idx="135">
                  <c:v>5.6</c:v>
                </c:pt>
                <c:pt idx="136">
                  <c:v>5.8</c:v>
                </c:pt>
                <c:pt idx="137">
                  <c:v>5.8</c:v>
                </c:pt>
                <c:pt idx="138">
                  <c:v>6</c:v>
                </c:pt>
                <c:pt idx="139">
                  <c:v>6.2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6.4</c:v>
                </c:pt>
                <c:pt idx="146">
                  <c:v>6.4</c:v>
                </c:pt>
                <c:pt idx="147">
                  <c:v>6.4</c:v>
                </c:pt>
                <c:pt idx="148">
                  <c:v>6.4</c:v>
                </c:pt>
                <c:pt idx="149">
                  <c:v>6.4</c:v>
                </c:pt>
                <c:pt idx="150">
                  <c:v>6.4</c:v>
                </c:pt>
                <c:pt idx="151">
                  <c:v>6.4</c:v>
                </c:pt>
                <c:pt idx="152">
                  <c:v>6.4</c:v>
                </c:pt>
                <c:pt idx="153">
                  <c:v>6.4</c:v>
                </c:pt>
                <c:pt idx="154">
                  <c:v>6.4</c:v>
                </c:pt>
                <c:pt idx="155">
                  <c:v>6.4</c:v>
                </c:pt>
                <c:pt idx="156">
                  <c:v>6.4</c:v>
                </c:pt>
                <c:pt idx="157">
                  <c:v>6.6</c:v>
                </c:pt>
                <c:pt idx="158">
                  <c:v>6.8</c:v>
                </c:pt>
                <c:pt idx="159">
                  <c:v>6.8</c:v>
                </c:pt>
                <c:pt idx="160">
                  <c:v>6.8</c:v>
                </c:pt>
                <c:pt idx="161">
                  <c:v>6.8</c:v>
                </c:pt>
                <c:pt idx="162">
                  <c:v>6.8</c:v>
                </c:pt>
                <c:pt idx="163">
                  <c:v>6.8</c:v>
                </c:pt>
                <c:pt idx="164">
                  <c:v>6.8</c:v>
                </c:pt>
                <c:pt idx="165">
                  <c:v>6.8</c:v>
                </c:pt>
                <c:pt idx="166">
                  <c:v>6.8</c:v>
                </c:pt>
                <c:pt idx="167">
                  <c:v>6.8</c:v>
                </c:pt>
                <c:pt idx="168">
                  <c:v>6.8</c:v>
                </c:pt>
                <c:pt idx="169">
                  <c:v>6.8</c:v>
                </c:pt>
                <c:pt idx="170">
                  <c:v>6.8</c:v>
                </c:pt>
                <c:pt idx="171">
                  <c:v>6.8</c:v>
                </c:pt>
                <c:pt idx="172">
                  <c:v>6.8</c:v>
                </c:pt>
                <c:pt idx="173">
                  <c:v>7</c:v>
                </c:pt>
                <c:pt idx="174">
                  <c:v>7.2</c:v>
                </c:pt>
                <c:pt idx="175">
                  <c:v>7.4</c:v>
                </c:pt>
                <c:pt idx="176">
                  <c:v>7.6</c:v>
                </c:pt>
                <c:pt idx="177">
                  <c:v>7.6</c:v>
                </c:pt>
                <c:pt idx="178">
                  <c:v>7.6</c:v>
                </c:pt>
                <c:pt idx="179">
                  <c:v>7.6</c:v>
                </c:pt>
                <c:pt idx="180">
                  <c:v>7.6</c:v>
                </c:pt>
                <c:pt idx="181">
                  <c:v>7.6</c:v>
                </c:pt>
                <c:pt idx="182">
                  <c:v>7.6</c:v>
                </c:pt>
                <c:pt idx="183">
                  <c:v>7.6</c:v>
                </c:pt>
                <c:pt idx="184">
                  <c:v>7.6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7.6</c:v>
                </c:pt>
                <c:pt idx="193">
                  <c:v>8</c:v>
                </c:pt>
                <c:pt idx="194">
                  <c:v>8</c:v>
                </c:pt>
                <c:pt idx="195">
                  <c:v>8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715-4A65-84F1-C36B43E0DBB5}"/>
            </c:ext>
          </c:extLst>
        </c:ser>
        <c:ser>
          <c:idx val="2"/>
          <c:order val="2"/>
          <c:tx>
            <c:strRef>
              <c:f>save1!$EW$810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save1!$EW$811:$EW$1010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1</c:v>
                </c:pt>
                <c:pt idx="12">
                  <c:v>1.2</c:v>
                </c:pt>
                <c:pt idx="13">
                  <c:v>1.6</c:v>
                </c:pt>
                <c:pt idx="14">
                  <c:v>1.8</c:v>
                </c:pt>
                <c:pt idx="15">
                  <c:v>2</c:v>
                </c:pt>
                <c:pt idx="16">
                  <c:v>1.8</c:v>
                </c:pt>
                <c:pt idx="17">
                  <c:v>2.2000000000000002</c:v>
                </c:pt>
                <c:pt idx="18">
                  <c:v>2</c:v>
                </c:pt>
                <c:pt idx="19">
                  <c:v>2</c:v>
                </c:pt>
                <c:pt idx="20">
                  <c:v>2.2000000000000002</c:v>
                </c:pt>
                <c:pt idx="21">
                  <c:v>2</c:v>
                </c:pt>
                <c:pt idx="22">
                  <c:v>2</c:v>
                </c:pt>
                <c:pt idx="23">
                  <c:v>2.4</c:v>
                </c:pt>
                <c:pt idx="24">
                  <c:v>2.4</c:v>
                </c:pt>
                <c:pt idx="25">
                  <c:v>2.4</c:v>
                </c:pt>
                <c:pt idx="26">
                  <c:v>2.4</c:v>
                </c:pt>
                <c:pt idx="27">
                  <c:v>2.4</c:v>
                </c:pt>
                <c:pt idx="28">
                  <c:v>2.6</c:v>
                </c:pt>
                <c:pt idx="29">
                  <c:v>2.6</c:v>
                </c:pt>
                <c:pt idx="30">
                  <c:v>2.8</c:v>
                </c:pt>
                <c:pt idx="31">
                  <c:v>2.8</c:v>
                </c:pt>
                <c:pt idx="32">
                  <c:v>2.6</c:v>
                </c:pt>
                <c:pt idx="33">
                  <c:v>2.6</c:v>
                </c:pt>
                <c:pt idx="34">
                  <c:v>2.8</c:v>
                </c:pt>
                <c:pt idx="35">
                  <c:v>2.6</c:v>
                </c:pt>
                <c:pt idx="36">
                  <c:v>2.6</c:v>
                </c:pt>
                <c:pt idx="37">
                  <c:v>2.6</c:v>
                </c:pt>
                <c:pt idx="38">
                  <c:v>2.8</c:v>
                </c:pt>
                <c:pt idx="39">
                  <c:v>3</c:v>
                </c:pt>
                <c:pt idx="40">
                  <c:v>3.4</c:v>
                </c:pt>
                <c:pt idx="41">
                  <c:v>3.6</c:v>
                </c:pt>
                <c:pt idx="42">
                  <c:v>3.4</c:v>
                </c:pt>
                <c:pt idx="43">
                  <c:v>3.2</c:v>
                </c:pt>
                <c:pt idx="44">
                  <c:v>3.2</c:v>
                </c:pt>
                <c:pt idx="45">
                  <c:v>3.2</c:v>
                </c:pt>
                <c:pt idx="46">
                  <c:v>3.4</c:v>
                </c:pt>
                <c:pt idx="47">
                  <c:v>3.6</c:v>
                </c:pt>
                <c:pt idx="48">
                  <c:v>3.4</c:v>
                </c:pt>
                <c:pt idx="49">
                  <c:v>3.4</c:v>
                </c:pt>
                <c:pt idx="50">
                  <c:v>3.4</c:v>
                </c:pt>
                <c:pt idx="51">
                  <c:v>3.6</c:v>
                </c:pt>
                <c:pt idx="52">
                  <c:v>3.4</c:v>
                </c:pt>
                <c:pt idx="53">
                  <c:v>3.4</c:v>
                </c:pt>
                <c:pt idx="54">
                  <c:v>3.8</c:v>
                </c:pt>
                <c:pt idx="55">
                  <c:v>3.6</c:v>
                </c:pt>
                <c:pt idx="56">
                  <c:v>4</c:v>
                </c:pt>
                <c:pt idx="57">
                  <c:v>3.8</c:v>
                </c:pt>
                <c:pt idx="58">
                  <c:v>3.8</c:v>
                </c:pt>
                <c:pt idx="59">
                  <c:v>3.8</c:v>
                </c:pt>
                <c:pt idx="60">
                  <c:v>3.4</c:v>
                </c:pt>
                <c:pt idx="61">
                  <c:v>3.6</c:v>
                </c:pt>
                <c:pt idx="62">
                  <c:v>3.8</c:v>
                </c:pt>
                <c:pt idx="63">
                  <c:v>3.8</c:v>
                </c:pt>
                <c:pt idx="64">
                  <c:v>3.6</c:v>
                </c:pt>
                <c:pt idx="65">
                  <c:v>3.8</c:v>
                </c:pt>
                <c:pt idx="66">
                  <c:v>4</c:v>
                </c:pt>
                <c:pt idx="67">
                  <c:v>4.4000000000000004</c:v>
                </c:pt>
                <c:pt idx="68">
                  <c:v>4.4000000000000004</c:v>
                </c:pt>
                <c:pt idx="69">
                  <c:v>4.4000000000000004</c:v>
                </c:pt>
                <c:pt idx="70">
                  <c:v>4.4000000000000004</c:v>
                </c:pt>
                <c:pt idx="71">
                  <c:v>4.4000000000000004</c:v>
                </c:pt>
                <c:pt idx="72">
                  <c:v>4.4000000000000004</c:v>
                </c:pt>
                <c:pt idx="73">
                  <c:v>4.4000000000000004</c:v>
                </c:pt>
                <c:pt idx="74">
                  <c:v>4.8</c:v>
                </c:pt>
                <c:pt idx="75">
                  <c:v>4.4000000000000004</c:v>
                </c:pt>
                <c:pt idx="76">
                  <c:v>4.2</c:v>
                </c:pt>
                <c:pt idx="77">
                  <c:v>4</c:v>
                </c:pt>
                <c:pt idx="78">
                  <c:v>4.2</c:v>
                </c:pt>
                <c:pt idx="79">
                  <c:v>5.2</c:v>
                </c:pt>
                <c:pt idx="80">
                  <c:v>5.6</c:v>
                </c:pt>
                <c:pt idx="81">
                  <c:v>5.4</c:v>
                </c:pt>
                <c:pt idx="82">
                  <c:v>5.2</c:v>
                </c:pt>
                <c:pt idx="83">
                  <c:v>5.2</c:v>
                </c:pt>
                <c:pt idx="84">
                  <c:v>5.2</c:v>
                </c:pt>
                <c:pt idx="85">
                  <c:v>5.2</c:v>
                </c:pt>
                <c:pt idx="86">
                  <c:v>5.4</c:v>
                </c:pt>
                <c:pt idx="87">
                  <c:v>5.2</c:v>
                </c:pt>
                <c:pt idx="88">
                  <c:v>5.2</c:v>
                </c:pt>
                <c:pt idx="89">
                  <c:v>5.2</c:v>
                </c:pt>
                <c:pt idx="90">
                  <c:v>5.2</c:v>
                </c:pt>
                <c:pt idx="91">
                  <c:v>5.2</c:v>
                </c:pt>
                <c:pt idx="92">
                  <c:v>5.2</c:v>
                </c:pt>
                <c:pt idx="93">
                  <c:v>5.2</c:v>
                </c:pt>
                <c:pt idx="94">
                  <c:v>5.4</c:v>
                </c:pt>
                <c:pt idx="95">
                  <c:v>5.6</c:v>
                </c:pt>
                <c:pt idx="96">
                  <c:v>6</c:v>
                </c:pt>
                <c:pt idx="97">
                  <c:v>5.8</c:v>
                </c:pt>
                <c:pt idx="98">
                  <c:v>5.6</c:v>
                </c:pt>
                <c:pt idx="99">
                  <c:v>5.6</c:v>
                </c:pt>
                <c:pt idx="100">
                  <c:v>5.8</c:v>
                </c:pt>
                <c:pt idx="101">
                  <c:v>5.8</c:v>
                </c:pt>
                <c:pt idx="102">
                  <c:v>6</c:v>
                </c:pt>
                <c:pt idx="103">
                  <c:v>6.4</c:v>
                </c:pt>
                <c:pt idx="104">
                  <c:v>6.4</c:v>
                </c:pt>
                <c:pt idx="105">
                  <c:v>6.8</c:v>
                </c:pt>
                <c:pt idx="106">
                  <c:v>6.6</c:v>
                </c:pt>
                <c:pt idx="107">
                  <c:v>6.6</c:v>
                </c:pt>
                <c:pt idx="108">
                  <c:v>6.6</c:v>
                </c:pt>
                <c:pt idx="109">
                  <c:v>6.2</c:v>
                </c:pt>
                <c:pt idx="110">
                  <c:v>6.2</c:v>
                </c:pt>
                <c:pt idx="111">
                  <c:v>6</c:v>
                </c:pt>
                <c:pt idx="112">
                  <c:v>6</c:v>
                </c:pt>
                <c:pt idx="113">
                  <c:v>6.2</c:v>
                </c:pt>
                <c:pt idx="114">
                  <c:v>6.4</c:v>
                </c:pt>
                <c:pt idx="115">
                  <c:v>6.6</c:v>
                </c:pt>
                <c:pt idx="116">
                  <c:v>7</c:v>
                </c:pt>
                <c:pt idx="117">
                  <c:v>7</c:v>
                </c:pt>
                <c:pt idx="118">
                  <c:v>7</c:v>
                </c:pt>
                <c:pt idx="119">
                  <c:v>7.4</c:v>
                </c:pt>
                <c:pt idx="120">
                  <c:v>7.8</c:v>
                </c:pt>
                <c:pt idx="121">
                  <c:v>7.2</c:v>
                </c:pt>
                <c:pt idx="122">
                  <c:v>7.2</c:v>
                </c:pt>
                <c:pt idx="123">
                  <c:v>7.4</c:v>
                </c:pt>
                <c:pt idx="124">
                  <c:v>7.8</c:v>
                </c:pt>
                <c:pt idx="125">
                  <c:v>8</c:v>
                </c:pt>
                <c:pt idx="126">
                  <c:v>8</c:v>
                </c:pt>
                <c:pt idx="127">
                  <c:v>8.1999999999999993</c:v>
                </c:pt>
                <c:pt idx="128">
                  <c:v>8.1999999999999993</c:v>
                </c:pt>
                <c:pt idx="129">
                  <c:v>8.1999999999999993</c:v>
                </c:pt>
                <c:pt idx="130">
                  <c:v>8.1999999999999993</c:v>
                </c:pt>
                <c:pt idx="131">
                  <c:v>8.4</c:v>
                </c:pt>
                <c:pt idx="132">
                  <c:v>8.6</c:v>
                </c:pt>
                <c:pt idx="133">
                  <c:v>8.6</c:v>
                </c:pt>
                <c:pt idx="134">
                  <c:v>9</c:v>
                </c:pt>
                <c:pt idx="135">
                  <c:v>9.4</c:v>
                </c:pt>
                <c:pt idx="136">
                  <c:v>9.8000000000000007</c:v>
                </c:pt>
                <c:pt idx="137">
                  <c:v>10.4</c:v>
                </c:pt>
                <c:pt idx="138">
                  <c:v>10.8</c:v>
                </c:pt>
                <c:pt idx="139">
                  <c:v>10.6</c:v>
                </c:pt>
                <c:pt idx="140">
                  <c:v>10.6</c:v>
                </c:pt>
                <c:pt idx="141">
                  <c:v>10.199999999999999</c:v>
                </c:pt>
                <c:pt idx="142">
                  <c:v>10</c:v>
                </c:pt>
                <c:pt idx="143">
                  <c:v>10</c:v>
                </c:pt>
                <c:pt idx="144">
                  <c:v>10.199999999999999</c:v>
                </c:pt>
                <c:pt idx="145">
                  <c:v>10.4</c:v>
                </c:pt>
                <c:pt idx="146">
                  <c:v>11</c:v>
                </c:pt>
                <c:pt idx="147">
                  <c:v>11</c:v>
                </c:pt>
                <c:pt idx="148">
                  <c:v>11.4</c:v>
                </c:pt>
                <c:pt idx="149">
                  <c:v>11.4</c:v>
                </c:pt>
                <c:pt idx="150">
                  <c:v>11.8</c:v>
                </c:pt>
                <c:pt idx="151">
                  <c:v>12.2</c:v>
                </c:pt>
                <c:pt idx="152">
                  <c:v>12.6</c:v>
                </c:pt>
                <c:pt idx="153">
                  <c:v>12.6</c:v>
                </c:pt>
                <c:pt idx="154">
                  <c:v>12.6</c:v>
                </c:pt>
                <c:pt idx="155">
                  <c:v>13</c:v>
                </c:pt>
                <c:pt idx="156">
                  <c:v>13.4</c:v>
                </c:pt>
                <c:pt idx="157">
                  <c:v>13.4</c:v>
                </c:pt>
                <c:pt idx="158">
                  <c:v>13.8</c:v>
                </c:pt>
                <c:pt idx="159">
                  <c:v>13.6</c:v>
                </c:pt>
                <c:pt idx="160">
                  <c:v>13.6</c:v>
                </c:pt>
                <c:pt idx="161">
                  <c:v>13.6</c:v>
                </c:pt>
                <c:pt idx="162">
                  <c:v>13.8</c:v>
                </c:pt>
                <c:pt idx="163">
                  <c:v>13.8</c:v>
                </c:pt>
                <c:pt idx="164">
                  <c:v>13.4</c:v>
                </c:pt>
                <c:pt idx="165">
                  <c:v>13.2</c:v>
                </c:pt>
                <c:pt idx="166">
                  <c:v>12.8</c:v>
                </c:pt>
                <c:pt idx="167">
                  <c:v>13</c:v>
                </c:pt>
                <c:pt idx="168">
                  <c:v>13.2</c:v>
                </c:pt>
                <c:pt idx="169">
                  <c:v>13.8</c:v>
                </c:pt>
                <c:pt idx="170">
                  <c:v>14</c:v>
                </c:pt>
                <c:pt idx="171">
                  <c:v>13.8</c:v>
                </c:pt>
                <c:pt idx="172">
                  <c:v>14</c:v>
                </c:pt>
                <c:pt idx="173">
                  <c:v>14.2</c:v>
                </c:pt>
                <c:pt idx="174">
                  <c:v>14.2</c:v>
                </c:pt>
                <c:pt idx="175">
                  <c:v>14.8</c:v>
                </c:pt>
                <c:pt idx="176">
                  <c:v>15</c:v>
                </c:pt>
                <c:pt idx="177">
                  <c:v>15.4</c:v>
                </c:pt>
                <c:pt idx="178">
                  <c:v>15.4</c:v>
                </c:pt>
                <c:pt idx="179">
                  <c:v>15.4</c:v>
                </c:pt>
                <c:pt idx="180">
                  <c:v>15.6</c:v>
                </c:pt>
                <c:pt idx="181">
                  <c:v>16</c:v>
                </c:pt>
                <c:pt idx="182">
                  <c:v>16.2</c:v>
                </c:pt>
                <c:pt idx="183">
                  <c:v>16.399999999999999</c:v>
                </c:pt>
                <c:pt idx="184">
                  <c:v>16.399999999999999</c:v>
                </c:pt>
                <c:pt idx="185">
                  <c:v>16.8</c:v>
                </c:pt>
                <c:pt idx="186">
                  <c:v>17</c:v>
                </c:pt>
                <c:pt idx="187">
                  <c:v>17.399999999999999</c:v>
                </c:pt>
                <c:pt idx="188">
                  <c:v>17.399999999999999</c:v>
                </c:pt>
                <c:pt idx="189">
                  <c:v>17.399999999999999</c:v>
                </c:pt>
                <c:pt idx="190">
                  <c:v>17.600000000000001</c:v>
                </c:pt>
                <c:pt idx="191">
                  <c:v>17.2</c:v>
                </c:pt>
                <c:pt idx="192">
                  <c:v>17.399999999999999</c:v>
                </c:pt>
                <c:pt idx="193">
                  <c:v>17.399999999999999</c:v>
                </c:pt>
                <c:pt idx="194">
                  <c:v>17.8</c:v>
                </c:pt>
                <c:pt idx="195">
                  <c:v>17.600000000000001</c:v>
                </c:pt>
                <c:pt idx="196">
                  <c:v>17.600000000000001</c:v>
                </c:pt>
                <c:pt idx="197">
                  <c:v>17.600000000000001</c:v>
                </c:pt>
                <c:pt idx="198">
                  <c:v>18</c:v>
                </c:pt>
                <c:pt idx="199">
                  <c:v>18.399999999999999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715-4A65-84F1-C36B43E0DBB5}"/>
            </c:ext>
          </c:extLst>
        </c:ser>
        <c:ser>
          <c:idx val="3"/>
          <c:order val="3"/>
          <c:tx>
            <c:strRef>
              <c:f>save1!$EX$810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save1!$EX$811:$EX$1010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0.8</c:v>
                </c:pt>
                <c:pt idx="6">
                  <c:v>1</c:v>
                </c:pt>
                <c:pt idx="7">
                  <c:v>1.6</c:v>
                </c:pt>
                <c:pt idx="8">
                  <c:v>1.8</c:v>
                </c:pt>
                <c:pt idx="9">
                  <c:v>2.4</c:v>
                </c:pt>
                <c:pt idx="10">
                  <c:v>2.4</c:v>
                </c:pt>
                <c:pt idx="11">
                  <c:v>3</c:v>
                </c:pt>
                <c:pt idx="12">
                  <c:v>3.2</c:v>
                </c:pt>
                <c:pt idx="13">
                  <c:v>3.4</c:v>
                </c:pt>
                <c:pt idx="14">
                  <c:v>3.4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4.2</c:v>
                </c:pt>
                <c:pt idx="19">
                  <c:v>4.4000000000000004</c:v>
                </c:pt>
                <c:pt idx="20">
                  <c:v>4.8</c:v>
                </c:pt>
                <c:pt idx="21">
                  <c:v>5.4</c:v>
                </c:pt>
                <c:pt idx="22">
                  <c:v>5.6</c:v>
                </c:pt>
                <c:pt idx="23">
                  <c:v>5.8</c:v>
                </c:pt>
                <c:pt idx="24">
                  <c:v>6</c:v>
                </c:pt>
                <c:pt idx="25">
                  <c:v>6.2</c:v>
                </c:pt>
                <c:pt idx="26">
                  <c:v>6.4</c:v>
                </c:pt>
                <c:pt idx="27">
                  <c:v>6.6</c:v>
                </c:pt>
                <c:pt idx="28">
                  <c:v>7</c:v>
                </c:pt>
                <c:pt idx="29">
                  <c:v>7.6</c:v>
                </c:pt>
                <c:pt idx="30">
                  <c:v>7.6</c:v>
                </c:pt>
                <c:pt idx="31">
                  <c:v>7.6</c:v>
                </c:pt>
                <c:pt idx="32">
                  <c:v>8.8000000000000007</c:v>
                </c:pt>
                <c:pt idx="33">
                  <c:v>9.4</c:v>
                </c:pt>
                <c:pt idx="34">
                  <c:v>9.6</c:v>
                </c:pt>
                <c:pt idx="35">
                  <c:v>10.199999999999999</c:v>
                </c:pt>
                <c:pt idx="36">
                  <c:v>10.8</c:v>
                </c:pt>
                <c:pt idx="37">
                  <c:v>11</c:v>
                </c:pt>
                <c:pt idx="38">
                  <c:v>11.8</c:v>
                </c:pt>
                <c:pt idx="39">
                  <c:v>11.8</c:v>
                </c:pt>
                <c:pt idx="40">
                  <c:v>12.2</c:v>
                </c:pt>
                <c:pt idx="41">
                  <c:v>12.4</c:v>
                </c:pt>
                <c:pt idx="42">
                  <c:v>12.8</c:v>
                </c:pt>
                <c:pt idx="43">
                  <c:v>12.8</c:v>
                </c:pt>
                <c:pt idx="44">
                  <c:v>13.2</c:v>
                </c:pt>
                <c:pt idx="45">
                  <c:v>14</c:v>
                </c:pt>
                <c:pt idx="46">
                  <c:v>14</c:v>
                </c:pt>
                <c:pt idx="47">
                  <c:v>14.2</c:v>
                </c:pt>
                <c:pt idx="48">
                  <c:v>14.6</c:v>
                </c:pt>
                <c:pt idx="49">
                  <c:v>14.8</c:v>
                </c:pt>
                <c:pt idx="50">
                  <c:v>14.8</c:v>
                </c:pt>
                <c:pt idx="51">
                  <c:v>14.8</c:v>
                </c:pt>
                <c:pt idx="52">
                  <c:v>15.2</c:v>
                </c:pt>
                <c:pt idx="53">
                  <c:v>15.4</c:v>
                </c:pt>
                <c:pt idx="54">
                  <c:v>15.8</c:v>
                </c:pt>
                <c:pt idx="55">
                  <c:v>17.399999999999999</c:v>
                </c:pt>
                <c:pt idx="56">
                  <c:v>18</c:v>
                </c:pt>
                <c:pt idx="57">
                  <c:v>18.399999999999999</c:v>
                </c:pt>
                <c:pt idx="58">
                  <c:v>18.600000000000001</c:v>
                </c:pt>
                <c:pt idx="59">
                  <c:v>19</c:v>
                </c:pt>
                <c:pt idx="60">
                  <c:v>19</c:v>
                </c:pt>
                <c:pt idx="61">
                  <c:v>19</c:v>
                </c:pt>
                <c:pt idx="62">
                  <c:v>19</c:v>
                </c:pt>
                <c:pt idx="63">
                  <c:v>19.399999999999999</c:v>
                </c:pt>
                <c:pt idx="64">
                  <c:v>19.600000000000001</c:v>
                </c:pt>
                <c:pt idx="65">
                  <c:v>19.8</c:v>
                </c:pt>
                <c:pt idx="66">
                  <c:v>20</c:v>
                </c:pt>
                <c:pt idx="67">
                  <c:v>21</c:v>
                </c:pt>
                <c:pt idx="68">
                  <c:v>21.2</c:v>
                </c:pt>
                <c:pt idx="69">
                  <c:v>21.2</c:v>
                </c:pt>
                <c:pt idx="70">
                  <c:v>21.2</c:v>
                </c:pt>
                <c:pt idx="71">
                  <c:v>21.4</c:v>
                </c:pt>
                <c:pt idx="72">
                  <c:v>21.8</c:v>
                </c:pt>
                <c:pt idx="73">
                  <c:v>22.4</c:v>
                </c:pt>
                <c:pt idx="74">
                  <c:v>22.6</c:v>
                </c:pt>
                <c:pt idx="75">
                  <c:v>23.2</c:v>
                </c:pt>
                <c:pt idx="76">
                  <c:v>23.6</c:v>
                </c:pt>
                <c:pt idx="77">
                  <c:v>23.6</c:v>
                </c:pt>
                <c:pt idx="78">
                  <c:v>23.6</c:v>
                </c:pt>
                <c:pt idx="79">
                  <c:v>23.6</c:v>
                </c:pt>
                <c:pt idx="80">
                  <c:v>23.6</c:v>
                </c:pt>
                <c:pt idx="81">
                  <c:v>24</c:v>
                </c:pt>
                <c:pt idx="82">
                  <c:v>24.8</c:v>
                </c:pt>
                <c:pt idx="83">
                  <c:v>24.8</c:v>
                </c:pt>
                <c:pt idx="84">
                  <c:v>25</c:v>
                </c:pt>
                <c:pt idx="85">
                  <c:v>25.2</c:v>
                </c:pt>
                <c:pt idx="86">
                  <c:v>25.8</c:v>
                </c:pt>
                <c:pt idx="87">
                  <c:v>26</c:v>
                </c:pt>
                <c:pt idx="88">
                  <c:v>26.4</c:v>
                </c:pt>
                <c:pt idx="89">
                  <c:v>26.6</c:v>
                </c:pt>
                <c:pt idx="90">
                  <c:v>27</c:v>
                </c:pt>
                <c:pt idx="91">
                  <c:v>27</c:v>
                </c:pt>
                <c:pt idx="92">
                  <c:v>27.2</c:v>
                </c:pt>
                <c:pt idx="93">
                  <c:v>27.8</c:v>
                </c:pt>
                <c:pt idx="94">
                  <c:v>28</c:v>
                </c:pt>
                <c:pt idx="95">
                  <c:v>28</c:v>
                </c:pt>
                <c:pt idx="96">
                  <c:v>28.2</c:v>
                </c:pt>
                <c:pt idx="97">
                  <c:v>28.4</c:v>
                </c:pt>
                <c:pt idx="98">
                  <c:v>28.4</c:v>
                </c:pt>
                <c:pt idx="99">
                  <c:v>28.4</c:v>
                </c:pt>
                <c:pt idx="100">
                  <c:v>28.6</c:v>
                </c:pt>
                <c:pt idx="101">
                  <c:v>28.8</c:v>
                </c:pt>
                <c:pt idx="102">
                  <c:v>28.8</c:v>
                </c:pt>
                <c:pt idx="103">
                  <c:v>28.8</c:v>
                </c:pt>
                <c:pt idx="104">
                  <c:v>29.4</c:v>
                </c:pt>
                <c:pt idx="105">
                  <c:v>30</c:v>
                </c:pt>
                <c:pt idx="106">
                  <c:v>30</c:v>
                </c:pt>
                <c:pt idx="107">
                  <c:v>31.2</c:v>
                </c:pt>
                <c:pt idx="108">
                  <c:v>31.6</c:v>
                </c:pt>
                <c:pt idx="109">
                  <c:v>31.8</c:v>
                </c:pt>
                <c:pt idx="110">
                  <c:v>31.8</c:v>
                </c:pt>
                <c:pt idx="111">
                  <c:v>32.4</c:v>
                </c:pt>
                <c:pt idx="112">
                  <c:v>33.200000000000003</c:v>
                </c:pt>
                <c:pt idx="113">
                  <c:v>33.6</c:v>
                </c:pt>
                <c:pt idx="114">
                  <c:v>33.6</c:v>
                </c:pt>
                <c:pt idx="115">
                  <c:v>34.200000000000003</c:v>
                </c:pt>
                <c:pt idx="116">
                  <c:v>34.200000000000003</c:v>
                </c:pt>
                <c:pt idx="117">
                  <c:v>34.6</c:v>
                </c:pt>
                <c:pt idx="118">
                  <c:v>34.799999999999997</c:v>
                </c:pt>
                <c:pt idx="119">
                  <c:v>34.799999999999997</c:v>
                </c:pt>
                <c:pt idx="120">
                  <c:v>34.799999999999997</c:v>
                </c:pt>
                <c:pt idx="121">
                  <c:v>35</c:v>
                </c:pt>
                <c:pt idx="122">
                  <c:v>35.4</c:v>
                </c:pt>
                <c:pt idx="123">
                  <c:v>35.799999999999997</c:v>
                </c:pt>
                <c:pt idx="124">
                  <c:v>36</c:v>
                </c:pt>
                <c:pt idx="125">
                  <c:v>36.4</c:v>
                </c:pt>
                <c:pt idx="126">
                  <c:v>37</c:v>
                </c:pt>
                <c:pt idx="127">
                  <c:v>37.799999999999997</c:v>
                </c:pt>
                <c:pt idx="128">
                  <c:v>38</c:v>
                </c:pt>
                <c:pt idx="129">
                  <c:v>38.200000000000003</c:v>
                </c:pt>
                <c:pt idx="130">
                  <c:v>38.200000000000003</c:v>
                </c:pt>
                <c:pt idx="131">
                  <c:v>38.4</c:v>
                </c:pt>
                <c:pt idx="132">
                  <c:v>38.6</c:v>
                </c:pt>
                <c:pt idx="133">
                  <c:v>38.799999999999997</c:v>
                </c:pt>
                <c:pt idx="134">
                  <c:v>38.799999999999997</c:v>
                </c:pt>
                <c:pt idx="135">
                  <c:v>38.799999999999997</c:v>
                </c:pt>
                <c:pt idx="136">
                  <c:v>39.6</c:v>
                </c:pt>
                <c:pt idx="137">
                  <c:v>39.799999999999997</c:v>
                </c:pt>
                <c:pt idx="138">
                  <c:v>40.200000000000003</c:v>
                </c:pt>
                <c:pt idx="139">
                  <c:v>41</c:v>
                </c:pt>
                <c:pt idx="140">
                  <c:v>41.4</c:v>
                </c:pt>
                <c:pt idx="141">
                  <c:v>41.4</c:v>
                </c:pt>
                <c:pt idx="142">
                  <c:v>42.2</c:v>
                </c:pt>
                <c:pt idx="143">
                  <c:v>42.4</c:v>
                </c:pt>
                <c:pt idx="144">
                  <c:v>42.6</c:v>
                </c:pt>
                <c:pt idx="145">
                  <c:v>43</c:v>
                </c:pt>
                <c:pt idx="146">
                  <c:v>43.2</c:v>
                </c:pt>
                <c:pt idx="147">
                  <c:v>43.2</c:v>
                </c:pt>
                <c:pt idx="148">
                  <c:v>43.4</c:v>
                </c:pt>
                <c:pt idx="149">
                  <c:v>43.6</c:v>
                </c:pt>
                <c:pt idx="150">
                  <c:v>44</c:v>
                </c:pt>
                <c:pt idx="151">
                  <c:v>44.6</c:v>
                </c:pt>
                <c:pt idx="152">
                  <c:v>44.6</c:v>
                </c:pt>
                <c:pt idx="153">
                  <c:v>44.6</c:v>
                </c:pt>
                <c:pt idx="154">
                  <c:v>45.2</c:v>
                </c:pt>
                <c:pt idx="155">
                  <c:v>45.6</c:v>
                </c:pt>
                <c:pt idx="156">
                  <c:v>45.6</c:v>
                </c:pt>
                <c:pt idx="157">
                  <c:v>46.4</c:v>
                </c:pt>
                <c:pt idx="158">
                  <c:v>46.4</c:v>
                </c:pt>
                <c:pt idx="159">
                  <c:v>47</c:v>
                </c:pt>
                <c:pt idx="160">
                  <c:v>47.4</c:v>
                </c:pt>
                <c:pt idx="161">
                  <c:v>47.6</c:v>
                </c:pt>
                <c:pt idx="162">
                  <c:v>48</c:v>
                </c:pt>
                <c:pt idx="163">
                  <c:v>48.2</c:v>
                </c:pt>
                <c:pt idx="164">
                  <c:v>48.4</c:v>
                </c:pt>
                <c:pt idx="165">
                  <c:v>49.4</c:v>
                </c:pt>
                <c:pt idx="166">
                  <c:v>49.4</c:v>
                </c:pt>
                <c:pt idx="167">
                  <c:v>49.6</c:v>
                </c:pt>
                <c:pt idx="168">
                  <c:v>49.6</c:v>
                </c:pt>
                <c:pt idx="169">
                  <c:v>49.8</c:v>
                </c:pt>
                <c:pt idx="170">
                  <c:v>50.2</c:v>
                </c:pt>
                <c:pt idx="171">
                  <c:v>50.4</c:v>
                </c:pt>
                <c:pt idx="172">
                  <c:v>50.4</c:v>
                </c:pt>
                <c:pt idx="173">
                  <c:v>51</c:v>
                </c:pt>
                <c:pt idx="174">
                  <c:v>52.4</c:v>
                </c:pt>
                <c:pt idx="175">
                  <c:v>52.6</c:v>
                </c:pt>
                <c:pt idx="176">
                  <c:v>53</c:v>
                </c:pt>
                <c:pt idx="177">
                  <c:v>53.2</c:v>
                </c:pt>
                <c:pt idx="178">
                  <c:v>53.2</c:v>
                </c:pt>
                <c:pt idx="179">
                  <c:v>53.6</c:v>
                </c:pt>
                <c:pt idx="180">
                  <c:v>53.6</c:v>
                </c:pt>
                <c:pt idx="181">
                  <c:v>53.6</c:v>
                </c:pt>
                <c:pt idx="182">
                  <c:v>53.8</c:v>
                </c:pt>
                <c:pt idx="183">
                  <c:v>54.4</c:v>
                </c:pt>
                <c:pt idx="184">
                  <c:v>54.6</c:v>
                </c:pt>
                <c:pt idx="185">
                  <c:v>54.8</c:v>
                </c:pt>
                <c:pt idx="186">
                  <c:v>55.4</c:v>
                </c:pt>
                <c:pt idx="187">
                  <c:v>55.8</c:v>
                </c:pt>
                <c:pt idx="188">
                  <c:v>55.8</c:v>
                </c:pt>
                <c:pt idx="189">
                  <c:v>56.2</c:v>
                </c:pt>
                <c:pt idx="190">
                  <c:v>56.2</c:v>
                </c:pt>
                <c:pt idx="191">
                  <c:v>57.8</c:v>
                </c:pt>
                <c:pt idx="192">
                  <c:v>58.2</c:v>
                </c:pt>
                <c:pt idx="193">
                  <c:v>58.4</c:v>
                </c:pt>
                <c:pt idx="194">
                  <c:v>58.4</c:v>
                </c:pt>
                <c:pt idx="195">
                  <c:v>58.8</c:v>
                </c:pt>
                <c:pt idx="196">
                  <c:v>59</c:v>
                </c:pt>
                <c:pt idx="197">
                  <c:v>59</c:v>
                </c:pt>
                <c:pt idx="198">
                  <c:v>59.4</c:v>
                </c:pt>
                <c:pt idx="199">
                  <c:v>59.6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715-4A65-84F1-C36B43E0DBB5}"/>
            </c:ext>
          </c:extLst>
        </c:ser>
        <c:ser>
          <c:idx val="4"/>
          <c:order val="4"/>
          <c:tx>
            <c:strRef>
              <c:f>save1!$EY$810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save1!$EY$811:$EY$1010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1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1.6</c:v>
                </c:pt>
                <c:pt idx="49">
                  <c:v>1.8</c:v>
                </c:pt>
                <c:pt idx="50">
                  <c:v>1.8</c:v>
                </c:pt>
                <c:pt idx="51">
                  <c:v>2</c:v>
                </c:pt>
                <c:pt idx="52">
                  <c:v>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2.8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3.2</c:v>
                </c:pt>
                <c:pt idx="73">
                  <c:v>3.4</c:v>
                </c:pt>
                <c:pt idx="74">
                  <c:v>3.4</c:v>
                </c:pt>
                <c:pt idx="75">
                  <c:v>3.4</c:v>
                </c:pt>
                <c:pt idx="76">
                  <c:v>3.4</c:v>
                </c:pt>
                <c:pt idx="77">
                  <c:v>3.6</c:v>
                </c:pt>
                <c:pt idx="78">
                  <c:v>3.8</c:v>
                </c:pt>
                <c:pt idx="79">
                  <c:v>3.8</c:v>
                </c:pt>
                <c:pt idx="80">
                  <c:v>3.8</c:v>
                </c:pt>
                <c:pt idx="81">
                  <c:v>4</c:v>
                </c:pt>
                <c:pt idx="82">
                  <c:v>4</c:v>
                </c:pt>
                <c:pt idx="83">
                  <c:v>4.2</c:v>
                </c:pt>
                <c:pt idx="84">
                  <c:v>4.2</c:v>
                </c:pt>
                <c:pt idx="85">
                  <c:v>4.2</c:v>
                </c:pt>
                <c:pt idx="86">
                  <c:v>4.2</c:v>
                </c:pt>
                <c:pt idx="87">
                  <c:v>4.2</c:v>
                </c:pt>
                <c:pt idx="88">
                  <c:v>4.2</c:v>
                </c:pt>
                <c:pt idx="89">
                  <c:v>4.4000000000000004</c:v>
                </c:pt>
                <c:pt idx="90">
                  <c:v>4.4000000000000004</c:v>
                </c:pt>
                <c:pt idx="91">
                  <c:v>4.4000000000000004</c:v>
                </c:pt>
                <c:pt idx="92">
                  <c:v>4.4000000000000004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4.8</c:v>
                </c:pt>
                <c:pt idx="99">
                  <c:v>4.8</c:v>
                </c:pt>
                <c:pt idx="100">
                  <c:v>4.8</c:v>
                </c:pt>
                <c:pt idx="101">
                  <c:v>4.8</c:v>
                </c:pt>
                <c:pt idx="102">
                  <c:v>4.8</c:v>
                </c:pt>
                <c:pt idx="103">
                  <c:v>4.8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5.2</c:v>
                </c:pt>
                <c:pt idx="115">
                  <c:v>5.2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5.4</c:v>
                </c:pt>
                <c:pt idx="127">
                  <c:v>5.4</c:v>
                </c:pt>
                <c:pt idx="128">
                  <c:v>5.4</c:v>
                </c:pt>
                <c:pt idx="129">
                  <c:v>5.4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5.4</c:v>
                </c:pt>
                <c:pt idx="134">
                  <c:v>5.4</c:v>
                </c:pt>
                <c:pt idx="135">
                  <c:v>5.4</c:v>
                </c:pt>
                <c:pt idx="136">
                  <c:v>5.4</c:v>
                </c:pt>
                <c:pt idx="137">
                  <c:v>5.4</c:v>
                </c:pt>
                <c:pt idx="138">
                  <c:v>5.4</c:v>
                </c:pt>
                <c:pt idx="139">
                  <c:v>5.4</c:v>
                </c:pt>
                <c:pt idx="140">
                  <c:v>5.4</c:v>
                </c:pt>
                <c:pt idx="141">
                  <c:v>5.6</c:v>
                </c:pt>
                <c:pt idx="142">
                  <c:v>5.6</c:v>
                </c:pt>
                <c:pt idx="143">
                  <c:v>5.8</c:v>
                </c:pt>
                <c:pt idx="144">
                  <c:v>5.8</c:v>
                </c:pt>
                <c:pt idx="145">
                  <c:v>5.8</c:v>
                </c:pt>
                <c:pt idx="146">
                  <c:v>5.8</c:v>
                </c:pt>
                <c:pt idx="147">
                  <c:v>6</c:v>
                </c:pt>
                <c:pt idx="148">
                  <c:v>6</c:v>
                </c:pt>
                <c:pt idx="149">
                  <c:v>6</c:v>
                </c:pt>
                <c:pt idx="150">
                  <c:v>6</c:v>
                </c:pt>
                <c:pt idx="151">
                  <c:v>6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6.2</c:v>
                </c:pt>
                <c:pt idx="156">
                  <c:v>6.2</c:v>
                </c:pt>
                <c:pt idx="157">
                  <c:v>6.2</c:v>
                </c:pt>
                <c:pt idx="158">
                  <c:v>6.2</c:v>
                </c:pt>
                <c:pt idx="159">
                  <c:v>6.4</c:v>
                </c:pt>
                <c:pt idx="160">
                  <c:v>6.4</c:v>
                </c:pt>
                <c:pt idx="161">
                  <c:v>6.4</c:v>
                </c:pt>
                <c:pt idx="162">
                  <c:v>6.4</c:v>
                </c:pt>
                <c:pt idx="163">
                  <c:v>6.4</c:v>
                </c:pt>
                <c:pt idx="164">
                  <c:v>6.4</c:v>
                </c:pt>
                <c:pt idx="165">
                  <c:v>6.4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6.8</c:v>
                </c:pt>
                <c:pt idx="173">
                  <c:v>6.8</c:v>
                </c:pt>
                <c:pt idx="174">
                  <c:v>6.8</c:v>
                </c:pt>
                <c:pt idx="175">
                  <c:v>6.8</c:v>
                </c:pt>
                <c:pt idx="176">
                  <c:v>6.8</c:v>
                </c:pt>
                <c:pt idx="177">
                  <c:v>7</c:v>
                </c:pt>
                <c:pt idx="178">
                  <c:v>7.2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7.6</c:v>
                </c:pt>
                <c:pt idx="183">
                  <c:v>7.6</c:v>
                </c:pt>
                <c:pt idx="184">
                  <c:v>7.6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7.8</c:v>
                </c:pt>
                <c:pt idx="189">
                  <c:v>7.8</c:v>
                </c:pt>
                <c:pt idx="190">
                  <c:v>7.8</c:v>
                </c:pt>
                <c:pt idx="191">
                  <c:v>8</c:v>
                </c:pt>
                <c:pt idx="192">
                  <c:v>8</c:v>
                </c:pt>
                <c:pt idx="193">
                  <c:v>8</c:v>
                </c:pt>
                <c:pt idx="194">
                  <c:v>8.1999999999999993</c:v>
                </c:pt>
                <c:pt idx="195">
                  <c:v>8.1999999999999993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715-4A65-84F1-C36B43E0DBB5}"/>
            </c:ext>
          </c:extLst>
        </c:ser>
        <c:ser>
          <c:idx val="5"/>
          <c:order val="5"/>
          <c:tx>
            <c:strRef>
              <c:f>save1!$EZ$810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save1!$EZ$811:$EZ$1010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0.6</c:v>
                </c:pt>
                <c:pt idx="3">
                  <c:v>0.8</c:v>
                </c:pt>
                <c:pt idx="4">
                  <c:v>1.2</c:v>
                </c:pt>
                <c:pt idx="5">
                  <c:v>1.8</c:v>
                </c:pt>
                <c:pt idx="6">
                  <c:v>2.4</c:v>
                </c:pt>
                <c:pt idx="7">
                  <c:v>2.8</c:v>
                </c:pt>
                <c:pt idx="8">
                  <c:v>3</c:v>
                </c:pt>
                <c:pt idx="9">
                  <c:v>3.6</c:v>
                </c:pt>
                <c:pt idx="10">
                  <c:v>4</c:v>
                </c:pt>
                <c:pt idx="11">
                  <c:v>4.4000000000000004</c:v>
                </c:pt>
                <c:pt idx="12">
                  <c:v>4.5999999999999996</c:v>
                </c:pt>
                <c:pt idx="13">
                  <c:v>4.8</c:v>
                </c:pt>
                <c:pt idx="14">
                  <c:v>5</c:v>
                </c:pt>
                <c:pt idx="15">
                  <c:v>5.4</c:v>
                </c:pt>
                <c:pt idx="16">
                  <c:v>6</c:v>
                </c:pt>
                <c:pt idx="17">
                  <c:v>6.2</c:v>
                </c:pt>
                <c:pt idx="18">
                  <c:v>6.8</c:v>
                </c:pt>
                <c:pt idx="19">
                  <c:v>7</c:v>
                </c:pt>
                <c:pt idx="20">
                  <c:v>7.6</c:v>
                </c:pt>
                <c:pt idx="21">
                  <c:v>8.4</c:v>
                </c:pt>
                <c:pt idx="22">
                  <c:v>9</c:v>
                </c:pt>
                <c:pt idx="23">
                  <c:v>9.4</c:v>
                </c:pt>
                <c:pt idx="24">
                  <c:v>9.8000000000000007</c:v>
                </c:pt>
                <c:pt idx="25">
                  <c:v>10.199999999999999</c:v>
                </c:pt>
                <c:pt idx="26">
                  <c:v>10.8</c:v>
                </c:pt>
                <c:pt idx="27">
                  <c:v>11</c:v>
                </c:pt>
                <c:pt idx="28">
                  <c:v>11.2</c:v>
                </c:pt>
                <c:pt idx="29">
                  <c:v>11.4</c:v>
                </c:pt>
                <c:pt idx="30">
                  <c:v>11.6</c:v>
                </c:pt>
                <c:pt idx="31">
                  <c:v>11.6</c:v>
                </c:pt>
                <c:pt idx="32">
                  <c:v>12.4</c:v>
                </c:pt>
                <c:pt idx="33">
                  <c:v>13</c:v>
                </c:pt>
                <c:pt idx="34">
                  <c:v>13.4</c:v>
                </c:pt>
                <c:pt idx="35">
                  <c:v>13.8</c:v>
                </c:pt>
                <c:pt idx="36">
                  <c:v>14.2</c:v>
                </c:pt>
                <c:pt idx="37">
                  <c:v>14.6</c:v>
                </c:pt>
                <c:pt idx="38">
                  <c:v>14.8</c:v>
                </c:pt>
                <c:pt idx="39">
                  <c:v>15.2</c:v>
                </c:pt>
                <c:pt idx="40">
                  <c:v>15.4</c:v>
                </c:pt>
                <c:pt idx="41">
                  <c:v>15.8</c:v>
                </c:pt>
                <c:pt idx="42">
                  <c:v>16</c:v>
                </c:pt>
                <c:pt idx="43">
                  <c:v>16.2</c:v>
                </c:pt>
                <c:pt idx="44">
                  <c:v>16.399999999999999</c:v>
                </c:pt>
                <c:pt idx="45">
                  <c:v>17.2</c:v>
                </c:pt>
                <c:pt idx="46">
                  <c:v>17.2</c:v>
                </c:pt>
                <c:pt idx="47">
                  <c:v>17.399999999999999</c:v>
                </c:pt>
                <c:pt idx="48">
                  <c:v>17.8</c:v>
                </c:pt>
                <c:pt idx="49">
                  <c:v>17.8</c:v>
                </c:pt>
                <c:pt idx="50">
                  <c:v>17.8</c:v>
                </c:pt>
                <c:pt idx="51">
                  <c:v>18.2</c:v>
                </c:pt>
                <c:pt idx="52">
                  <c:v>18.399999999999999</c:v>
                </c:pt>
                <c:pt idx="53">
                  <c:v>18.600000000000001</c:v>
                </c:pt>
                <c:pt idx="54">
                  <c:v>19.2</c:v>
                </c:pt>
                <c:pt idx="55">
                  <c:v>19.8</c:v>
                </c:pt>
                <c:pt idx="56">
                  <c:v>20.2</c:v>
                </c:pt>
                <c:pt idx="57">
                  <c:v>21</c:v>
                </c:pt>
                <c:pt idx="58">
                  <c:v>21.4</c:v>
                </c:pt>
                <c:pt idx="59">
                  <c:v>21.8</c:v>
                </c:pt>
                <c:pt idx="60">
                  <c:v>22.2</c:v>
                </c:pt>
                <c:pt idx="61">
                  <c:v>22.6</c:v>
                </c:pt>
                <c:pt idx="62">
                  <c:v>22.6</c:v>
                </c:pt>
                <c:pt idx="63">
                  <c:v>23.2</c:v>
                </c:pt>
                <c:pt idx="64">
                  <c:v>23.6</c:v>
                </c:pt>
                <c:pt idx="65">
                  <c:v>23.6</c:v>
                </c:pt>
                <c:pt idx="66">
                  <c:v>23.8</c:v>
                </c:pt>
                <c:pt idx="67">
                  <c:v>24</c:v>
                </c:pt>
                <c:pt idx="68">
                  <c:v>24.2</c:v>
                </c:pt>
                <c:pt idx="69">
                  <c:v>24.2</c:v>
                </c:pt>
                <c:pt idx="70">
                  <c:v>24.2</c:v>
                </c:pt>
                <c:pt idx="71">
                  <c:v>24.6</c:v>
                </c:pt>
                <c:pt idx="72">
                  <c:v>25</c:v>
                </c:pt>
                <c:pt idx="73">
                  <c:v>25.4</c:v>
                </c:pt>
                <c:pt idx="74">
                  <c:v>25.6</c:v>
                </c:pt>
                <c:pt idx="75">
                  <c:v>26</c:v>
                </c:pt>
                <c:pt idx="76">
                  <c:v>26.4</c:v>
                </c:pt>
                <c:pt idx="77">
                  <c:v>26.8</c:v>
                </c:pt>
                <c:pt idx="78">
                  <c:v>27</c:v>
                </c:pt>
                <c:pt idx="79">
                  <c:v>27.4</c:v>
                </c:pt>
                <c:pt idx="80">
                  <c:v>27.4</c:v>
                </c:pt>
                <c:pt idx="81">
                  <c:v>27.8</c:v>
                </c:pt>
                <c:pt idx="82">
                  <c:v>28.4</c:v>
                </c:pt>
                <c:pt idx="83">
                  <c:v>29</c:v>
                </c:pt>
                <c:pt idx="84">
                  <c:v>29</c:v>
                </c:pt>
                <c:pt idx="85">
                  <c:v>29.6</c:v>
                </c:pt>
                <c:pt idx="86">
                  <c:v>30</c:v>
                </c:pt>
                <c:pt idx="87">
                  <c:v>30.2</c:v>
                </c:pt>
                <c:pt idx="88">
                  <c:v>30.4</c:v>
                </c:pt>
                <c:pt idx="89">
                  <c:v>30.4</c:v>
                </c:pt>
                <c:pt idx="90">
                  <c:v>31.2</c:v>
                </c:pt>
                <c:pt idx="91">
                  <c:v>31.6</c:v>
                </c:pt>
                <c:pt idx="92">
                  <c:v>32</c:v>
                </c:pt>
                <c:pt idx="93">
                  <c:v>32.4</c:v>
                </c:pt>
                <c:pt idx="94">
                  <c:v>32.799999999999997</c:v>
                </c:pt>
                <c:pt idx="95">
                  <c:v>33</c:v>
                </c:pt>
                <c:pt idx="96">
                  <c:v>33</c:v>
                </c:pt>
                <c:pt idx="97">
                  <c:v>33.200000000000003</c:v>
                </c:pt>
                <c:pt idx="98">
                  <c:v>33.4</c:v>
                </c:pt>
                <c:pt idx="99">
                  <c:v>33.799999999999997</c:v>
                </c:pt>
                <c:pt idx="100">
                  <c:v>34</c:v>
                </c:pt>
                <c:pt idx="101">
                  <c:v>34.200000000000003</c:v>
                </c:pt>
                <c:pt idx="102">
                  <c:v>34.4</c:v>
                </c:pt>
                <c:pt idx="103">
                  <c:v>34.799999999999997</c:v>
                </c:pt>
                <c:pt idx="104">
                  <c:v>35</c:v>
                </c:pt>
                <c:pt idx="105">
                  <c:v>35.200000000000003</c:v>
                </c:pt>
                <c:pt idx="106">
                  <c:v>35.6</c:v>
                </c:pt>
                <c:pt idx="107">
                  <c:v>36.200000000000003</c:v>
                </c:pt>
                <c:pt idx="108">
                  <c:v>36.4</c:v>
                </c:pt>
                <c:pt idx="109">
                  <c:v>36.799999999999997</c:v>
                </c:pt>
                <c:pt idx="110">
                  <c:v>37</c:v>
                </c:pt>
                <c:pt idx="111">
                  <c:v>37.799999999999997</c:v>
                </c:pt>
                <c:pt idx="112">
                  <c:v>38.6</c:v>
                </c:pt>
                <c:pt idx="113">
                  <c:v>38.799999999999997</c:v>
                </c:pt>
                <c:pt idx="114">
                  <c:v>39</c:v>
                </c:pt>
                <c:pt idx="115">
                  <c:v>39.4</c:v>
                </c:pt>
                <c:pt idx="116">
                  <c:v>39.4</c:v>
                </c:pt>
                <c:pt idx="117">
                  <c:v>39.799999999999997</c:v>
                </c:pt>
                <c:pt idx="118">
                  <c:v>39.799999999999997</c:v>
                </c:pt>
                <c:pt idx="119">
                  <c:v>40</c:v>
                </c:pt>
                <c:pt idx="120">
                  <c:v>40.4</c:v>
                </c:pt>
                <c:pt idx="121">
                  <c:v>41.2</c:v>
                </c:pt>
                <c:pt idx="122">
                  <c:v>41.4</c:v>
                </c:pt>
                <c:pt idx="123">
                  <c:v>41.8</c:v>
                </c:pt>
                <c:pt idx="124">
                  <c:v>41.8</c:v>
                </c:pt>
                <c:pt idx="125">
                  <c:v>42.2</c:v>
                </c:pt>
                <c:pt idx="126">
                  <c:v>42.4</c:v>
                </c:pt>
                <c:pt idx="127">
                  <c:v>42.8</c:v>
                </c:pt>
                <c:pt idx="128">
                  <c:v>43.2</c:v>
                </c:pt>
                <c:pt idx="129">
                  <c:v>43.4</c:v>
                </c:pt>
                <c:pt idx="130">
                  <c:v>43.6</c:v>
                </c:pt>
                <c:pt idx="131">
                  <c:v>43.8</c:v>
                </c:pt>
                <c:pt idx="132">
                  <c:v>44</c:v>
                </c:pt>
                <c:pt idx="133">
                  <c:v>44.4</c:v>
                </c:pt>
                <c:pt idx="134">
                  <c:v>44.6</c:v>
                </c:pt>
                <c:pt idx="135">
                  <c:v>44.6</c:v>
                </c:pt>
                <c:pt idx="136">
                  <c:v>45.2</c:v>
                </c:pt>
                <c:pt idx="137">
                  <c:v>45.6</c:v>
                </c:pt>
                <c:pt idx="138">
                  <c:v>46</c:v>
                </c:pt>
                <c:pt idx="139">
                  <c:v>46.2</c:v>
                </c:pt>
                <c:pt idx="140">
                  <c:v>46.4</c:v>
                </c:pt>
                <c:pt idx="141">
                  <c:v>47</c:v>
                </c:pt>
                <c:pt idx="142">
                  <c:v>47.8</c:v>
                </c:pt>
                <c:pt idx="143">
                  <c:v>48.2</c:v>
                </c:pt>
                <c:pt idx="144">
                  <c:v>48.2</c:v>
                </c:pt>
                <c:pt idx="145">
                  <c:v>48.4</c:v>
                </c:pt>
                <c:pt idx="146">
                  <c:v>49</c:v>
                </c:pt>
                <c:pt idx="147">
                  <c:v>49.2</c:v>
                </c:pt>
                <c:pt idx="148">
                  <c:v>49.4</c:v>
                </c:pt>
                <c:pt idx="149">
                  <c:v>49.4</c:v>
                </c:pt>
                <c:pt idx="150">
                  <c:v>49.6</c:v>
                </c:pt>
                <c:pt idx="151">
                  <c:v>49.8</c:v>
                </c:pt>
                <c:pt idx="152">
                  <c:v>49.8</c:v>
                </c:pt>
                <c:pt idx="153">
                  <c:v>50.4</c:v>
                </c:pt>
                <c:pt idx="154">
                  <c:v>50.8</c:v>
                </c:pt>
                <c:pt idx="155">
                  <c:v>51.2</c:v>
                </c:pt>
                <c:pt idx="156">
                  <c:v>51.6</c:v>
                </c:pt>
                <c:pt idx="157">
                  <c:v>52</c:v>
                </c:pt>
                <c:pt idx="158">
                  <c:v>52.2</c:v>
                </c:pt>
                <c:pt idx="159">
                  <c:v>52.8</c:v>
                </c:pt>
                <c:pt idx="160">
                  <c:v>53.2</c:v>
                </c:pt>
                <c:pt idx="161">
                  <c:v>53.4</c:v>
                </c:pt>
                <c:pt idx="162">
                  <c:v>53.8</c:v>
                </c:pt>
                <c:pt idx="163">
                  <c:v>54</c:v>
                </c:pt>
                <c:pt idx="164">
                  <c:v>54.6</c:v>
                </c:pt>
                <c:pt idx="165">
                  <c:v>55.4</c:v>
                </c:pt>
                <c:pt idx="166">
                  <c:v>55.8</c:v>
                </c:pt>
                <c:pt idx="167">
                  <c:v>55.8</c:v>
                </c:pt>
                <c:pt idx="168">
                  <c:v>55.8</c:v>
                </c:pt>
                <c:pt idx="169">
                  <c:v>56.4</c:v>
                </c:pt>
                <c:pt idx="170">
                  <c:v>56.8</c:v>
                </c:pt>
                <c:pt idx="171">
                  <c:v>57.2</c:v>
                </c:pt>
                <c:pt idx="172">
                  <c:v>57.4</c:v>
                </c:pt>
                <c:pt idx="173">
                  <c:v>57.8</c:v>
                </c:pt>
                <c:pt idx="174">
                  <c:v>58.4</c:v>
                </c:pt>
                <c:pt idx="175">
                  <c:v>58.8</c:v>
                </c:pt>
                <c:pt idx="176">
                  <c:v>59.4</c:v>
                </c:pt>
                <c:pt idx="177">
                  <c:v>60.2</c:v>
                </c:pt>
                <c:pt idx="178">
                  <c:v>60.2</c:v>
                </c:pt>
                <c:pt idx="179">
                  <c:v>60.6</c:v>
                </c:pt>
                <c:pt idx="180">
                  <c:v>60.8</c:v>
                </c:pt>
                <c:pt idx="181">
                  <c:v>61</c:v>
                </c:pt>
                <c:pt idx="182">
                  <c:v>61.2</c:v>
                </c:pt>
                <c:pt idx="183">
                  <c:v>61.4</c:v>
                </c:pt>
                <c:pt idx="184">
                  <c:v>61.6</c:v>
                </c:pt>
                <c:pt idx="185">
                  <c:v>61.6</c:v>
                </c:pt>
                <c:pt idx="186">
                  <c:v>62</c:v>
                </c:pt>
                <c:pt idx="187">
                  <c:v>62.2</c:v>
                </c:pt>
                <c:pt idx="188">
                  <c:v>62.6</c:v>
                </c:pt>
                <c:pt idx="189">
                  <c:v>63</c:v>
                </c:pt>
                <c:pt idx="190">
                  <c:v>63</c:v>
                </c:pt>
                <c:pt idx="191">
                  <c:v>63.8</c:v>
                </c:pt>
                <c:pt idx="192">
                  <c:v>64.2</c:v>
                </c:pt>
                <c:pt idx="193">
                  <c:v>64.400000000000006</c:v>
                </c:pt>
                <c:pt idx="194">
                  <c:v>64.8</c:v>
                </c:pt>
                <c:pt idx="195">
                  <c:v>65</c:v>
                </c:pt>
                <c:pt idx="196">
                  <c:v>65.400000000000006</c:v>
                </c:pt>
                <c:pt idx="197">
                  <c:v>65.599999999999994</c:v>
                </c:pt>
                <c:pt idx="198">
                  <c:v>66.2</c:v>
                </c:pt>
                <c:pt idx="199">
                  <c:v>66.2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715-4A65-84F1-C36B43E0DBB5}"/>
            </c:ext>
          </c:extLst>
        </c:ser>
        <c:ser>
          <c:idx val="6"/>
          <c:order val="6"/>
          <c:tx>
            <c:strRef>
              <c:f>save1!$FA$810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save1!$FA$811:$FA$1010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1.2</c:v>
                </c:pt>
                <c:pt idx="27">
                  <c:v>1.2</c:v>
                </c:pt>
                <c:pt idx="28">
                  <c:v>1.2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1.4</c:v>
                </c:pt>
                <c:pt idx="38">
                  <c:v>1.4</c:v>
                </c:pt>
                <c:pt idx="39">
                  <c:v>1.6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1.8</c:v>
                </c:pt>
                <c:pt idx="46">
                  <c:v>1.8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2.4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3.2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3.8</c:v>
                </c:pt>
                <c:pt idx="131">
                  <c:v>3.8</c:v>
                </c:pt>
                <c:pt idx="132">
                  <c:v>3.8</c:v>
                </c:pt>
                <c:pt idx="133">
                  <c:v>3.8</c:v>
                </c:pt>
                <c:pt idx="134">
                  <c:v>4</c:v>
                </c:pt>
                <c:pt idx="135">
                  <c:v>4</c:v>
                </c:pt>
                <c:pt idx="136">
                  <c:v>4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4.5999999999999996</c:v>
                </c:pt>
                <c:pt idx="157">
                  <c:v>4.5999999999999996</c:v>
                </c:pt>
                <c:pt idx="158">
                  <c:v>4.5999999999999996</c:v>
                </c:pt>
                <c:pt idx="159">
                  <c:v>4.5999999999999996</c:v>
                </c:pt>
                <c:pt idx="160">
                  <c:v>4.5999999999999996</c:v>
                </c:pt>
                <c:pt idx="161">
                  <c:v>4.5999999999999996</c:v>
                </c:pt>
                <c:pt idx="162">
                  <c:v>4.5999999999999996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4.8</c:v>
                </c:pt>
                <c:pt idx="166">
                  <c:v>4.8</c:v>
                </c:pt>
                <c:pt idx="167">
                  <c:v>4.8</c:v>
                </c:pt>
                <c:pt idx="168">
                  <c:v>4.8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4.8</c:v>
                </c:pt>
                <c:pt idx="178">
                  <c:v>4.8</c:v>
                </c:pt>
                <c:pt idx="179">
                  <c:v>4.8</c:v>
                </c:pt>
                <c:pt idx="180">
                  <c:v>4.8</c:v>
                </c:pt>
                <c:pt idx="181">
                  <c:v>4.8</c:v>
                </c:pt>
                <c:pt idx="182">
                  <c:v>4.8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4.8</c:v>
                </c:pt>
                <c:pt idx="192">
                  <c:v>4.8</c:v>
                </c:pt>
                <c:pt idx="193">
                  <c:v>4.8</c:v>
                </c:pt>
                <c:pt idx="194">
                  <c:v>4.8</c:v>
                </c:pt>
                <c:pt idx="195">
                  <c:v>4.8</c:v>
                </c:pt>
                <c:pt idx="196">
                  <c:v>5</c:v>
                </c:pt>
                <c:pt idx="197">
                  <c:v>5</c:v>
                </c:pt>
                <c:pt idx="198">
                  <c:v>5.2</c:v>
                </c:pt>
                <c:pt idx="199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3715-4A65-84F1-C36B43E0DBB5}"/>
            </c:ext>
          </c:extLst>
        </c:ser>
        <c:ser>
          <c:idx val="7"/>
          <c:order val="7"/>
          <c:tx>
            <c:strRef>
              <c:f>save1!$FB$810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save1!$FB$811:$FB$1010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1.2</c:v>
                </c:pt>
                <c:pt idx="93">
                  <c:v>1.4</c:v>
                </c:pt>
                <c:pt idx="94">
                  <c:v>1.4</c:v>
                </c:pt>
                <c:pt idx="95">
                  <c:v>1.4</c:v>
                </c:pt>
                <c:pt idx="96">
                  <c:v>1.4</c:v>
                </c:pt>
                <c:pt idx="97">
                  <c:v>1.4</c:v>
                </c:pt>
                <c:pt idx="98">
                  <c:v>1.4</c:v>
                </c:pt>
                <c:pt idx="99">
                  <c:v>1.4</c:v>
                </c:pt>
                <c:pt idx="100">
                  <c:v>1.4</c:v>
                </c:pt>
                <c:pt idx="101">
                  <c:v>1.4</c:v>
                </c:pt>
                <c:pt idx="102">
                  <c:v>1.4</c:v>
                </c:pt>
                <c:pt idx="103">
                  <c:v>1.4</c:v>
                </c:pt>
                <c:pt idx="104">
                  <c:v>1.4</c:v>
                </c:pt>
                <c:pt idx="105">
                  <c:v>1.4</c:v>
                </c:pt>
                <c:pt idx="106">
                  <c:v>1.4</c:v>
                </c:pt>
                <c:pt idx="107">
                  <c:v>1.4</c:v>
                </c:pt>
                <c:pt idx="108">
                  <c:v>1.4</c:v>
                </c:pt>
                <c:pt idx="109">
                  <c:v>1.4</c:v>
                </c:pt>
                <c:pt idx="110">
                  <c:v>1.4</c:v>
                </c:pt>
                <c:pt idx="111">
                  <c:v>1.4</c:v>
                </c:pt>
                <c:pt idx="112">
                  <c:v>1.4</c:v>
                </c:pt>
                <c:pt idx="113">
                  <c:v>1.4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1.6</c:v>
                </c:pt>
                <c:pt idx="125">
                  <c:v>1.6</c:v>
                </c:pt>
                <c:pt idx="126">
                  <c:v>1.6</c:v>
                </c:pt>
                <c:pt idx="127">
                  <c:v>1.6</c:v>
                </c:pt>
                <c:pt idx="128">
                  <c:v>1.6</c:v>
                </c:pt>
                <c:pt idx="129">
                  <c:v>1.6</c:v>
                </c:pt>
                <c:pt idx="130">
                  <c:v>1.6</c:v>
                </c:pt>
                <c:pt idx="131">
                  <c:v>1.6</c:v>
                </c:pt>
                <c:pt idx="132">
                  <c:v>1.6</c:v>
                </c:pt>
                <c:pt idx="133">
                  <c:v>1.6</c:v>
                </c:pt>
                <c:pt idx="134">
                  <c:v>1.6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1.6</c:v>
                </c:pt>
                <c:pt idx="140">
                  <c:v>1.6</c:v>
                </c:pt>
                <c:pt idx="141">
                  <c:v>1.6</c:v>
                </c:pt>
                <c:pt idx="142">
                  <c:v>1.6</c:v>
                </c:pt>
                <c:pt idx="143">
                  <c:v>1.6</c:v>
                </c:pt>
                <c:pt idx="144">
                  <c:v>1.6</c:v>
                </c:pt>
                <c:pt idx="145">
                  <c:v>1.6</c:v>
                </c:pt>
                <c:pt idx="146">
                  <c:v>1.6</c:v>
                </c:pt>
                <c:pt idx="147">
                  <c:v>1.6</c:v>
                </c:pt>
                <c:pt idx="148">
                  <c:v>1.6</c:v>
                </c:pt>
                <c:pt idx="149">
                  <c:v>1.6</c:v>
                </c:pt>
                <c:pt idx="150">
                  <c:v>1.6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1.6</c:v>
                </c:pt>
                <c:pt idx="191">
                  <c:v>1.6</c:v>
                </c:pt>
                <c:pt idx="192">
                  <c:v>1.6</c:v>
                </c:pt>
                <c:pt idx="193">
                  <c:v>1.6</c:v>
                </c:pt>
                <c:pt idx="194">
                  <c:v>1.6</c:v>
                </c:pt>
                <c:pt idx="195">
                  <c:v>1.6</c:v>
                </c:pt>
                <c:pt idx="196">
                  <c:v>1.6</c:v>
                </c:pt>
                <c:pt idx="197">
                  <c:v>1.6</c:v>
                </c:pt>
                <c:pt idx="198">
                  <c:v>1.6</c:v>
                </c:pt>
                <c:pt idx="199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3715-4A65-84F1-C36B43E0DBB5}"/>
            </c:ext>
          </c:extLst>
        </c:ser>
        <c:ser>
          <c:idx val="8"/>
          <c:order val="8"/>
          <c:tx>
            <c:strRef>
              <c:f>save1!$FC$810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save1!$FC$811:$FC$1010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0.2</c:v>
                </c:pt>
                <c:pt idx="178">
                  <c:v>0.2</c:v>
                </c:pt>
                <c:pt idx="179">
                  <c:v>0.2</c:v>
                </c:pt>
                <c:pt idx="180">
                  <c:v>0.2</c:v>
                </c:pt>
                <c:pt idx="181">
                  <c:v>0.2</c:v>
                </c:pt>
                <c:pt idx="182">
                  <c:v>0.2</c:v>
                </c:pt>
                <c:pt idx="183">
                  <c:v>0.2</c:v>
                </c:pt>
                <c:pt idx="184">
                  <c:v>0.2</c:v>
                </c:pt>
                <c:pt idx="185">
                  <c:v>0.2</c:v>
                </c:pt>
                <c:pt idx="186">
                  <c:v>0.2</c:v>
                </c:pt>
                <c:pt idx="187">
                  <c:v>0.2</c:v>
                </c:pt>
                <c:pt idx="188">
                  <c:v>0.2</c:v>
                </c:pt>
                <c:pt idx="189">
                  <c:v>0.2</c:v>
                </c:pt>
                <c:pt idx="190">
                  <c:v>0.2</c:v>
                </c:pt>
                <c:pt idx="191">
                  <c:v>0.2</c:v>
                </c:pt>
                <c:pt idx="192">
                  <c:v>0.2</c:v>
                </c:pt>
                <c:pt idx="193">
                  <c:v>0.2</c:v>
                </c:pt>
                <c:pt idx="194">
                  <c:v>0.2</c:v>
                </c:pt>
                <c:pt idx="195">
                  <c:v>0.2</c:v>
                </c:pt>
                <c:pt idx="196">
                  <c:v>0.2</c:v>
                </c:pt>
                <c:pt idx="197">
                  <c:v>0.2</c:v>
                </c:pt>
                <c:pt idx="198">
                  <c:v>0.2</c:v>
                </c:pt>
                <c:pt idx="199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3715-4A65-84F1-C36B43E0DBB5}"/>
            </c:ext>
          </c:extLst>
        </c:ser>
        <c:ser>
          <c:idx val="9"/>
          <c:order val="9"/>
          <c:tx>
            <c:strRef>
              <c:f>save1!$FD$810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save1!$FD$811:$FD$1010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1</c:v>
                </c:pt>
                <c:pt idx="33">
                  <c:v>1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1.6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2.4</c:v>
                </c:pt>
                <c:pt idx="76">
                  <c:v>2.4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2.6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3.2</c:v>
                </c:pt>
                <c:pt idx="92">
                  <c:v>3.2</c:v>
                </c:pt>
                <c:pt idx="93">
                  <c:v>3.4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3.8</c:v>
                </c:pt>
                <c:pt idx="98">
                  <c:v>3.8</c:v>
                </c:pt>
                <c:pt idx="99">
                  <c:v>3.8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4.4000000000000004</c:v>
                </c:pt>
                <c:pt idx="110">
                  <c:v>4.5999999999999996</c:v>
                </c:pt>
                <c:pt idx="111">
                  <c:v>4.5999999999999996</c:v>
                </c:pt>
                <c:pt idx="112">
                  <c:v>4.8</c:v>
                </c:pt>
                <c:pt idx="113">
                  <c:v>4.8</c:v>
                </c:pt>
                <c:pt idx="114">
                  <c:v>4.8</c:v>
                </c:pt>
                <c:pt idx="115">
                  <c:v>4.8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5.2</c:v>
                </c:pt>
                <c:pt idx="122">
                  <c:v>5.2</c:v>
                </c:pt>
                <c:pt idx="123">
                  <c:v>5.2</c:v>
                </c:pt>
                <c:pt idx="124">
                  <c:v>5.2</c:v>
                </c:pt>
                <c:pt idx="125">
                  <c:v>5.2</c:v>
                </c:pt>
                <c:pt idx="126">
                  <c:v>5.2</c:v>
                </c:pt>
                <c:pt idx="127">
                  <c:v>5.2</c:v>
                </c:pt>
                <c:pt idx="128">
                  <c:v>5.2</c:v>
                </c:pt>
                <c:pt idx="129">
                  <c:v>5.2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5.6</c:v>
                </c:pt>
                <c:pt idx="134">
                  <c:v>5.6</c:v>
                </c:pt>
                <c:pt idx="135">
                  <c:v>5.6</c:v>
                </c:pt>
                <c:pt idx="136">
                  <c:v>5.6</c:v>
                </c:pt>
                <c:pt idx="137">
                  <c:v>5.6</c:v>
                </c:pt>
                <c:pt idx="138">
                  <c:v>6</c:v>
                </c:pt>
                <c:pt idx="139">
                  <c:v>6</c:v>
                </c:pt>
                <c:pt idx="140">
                  <c:v>6</c:v>
                </c:pt>
                <c:pt idx="141">
                  <c:v>6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6.2</c:v>
                </c:pt>
                <c:pt idx="146">
                  <c:v>6.2</c:v>
                </c:pt>
                <c:pt idx="147">
                  <c:v>6.2</c:v>
                </c:pt>
                <c:pt idx="148">
                  <c:v>6.2</c:v>
                </c:pt>
                <c:pt idx="149">
                  <c:v>6.2</c:v>
                </c:pt>
                <c:pt idx="150">
                  <c:v>6.2</c:v>
                </c:pt>
                <c:pt idx="151">
                  <c:v>6.2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6.2</c:v>
                </c:pt>
                <c:pt idx="156">
                  <c:v>6.2</c:v>
                </c:pt>
                <c:pt idx="157">
                  <c:v>6.2</c:v>
                </c:pt>
                <c:pt idx="158">
                  <c:v>6.2</c:v>
                </c:pt>
                <c:pt idx="159">
                  <c:v>6.2</c:v>
                </c:pt>
                <c:pt idx="160">
                  <c:v>6.2</c:v>
                </c:pt>
                <c:pt idx="161">
                  <c:v>6.2</c:v>
                </c:pt>
                <c:pt idx="162">
                  <c:v>6.2</c:v>
                </c:pt>
                <c:pt idx="163">
                  <c:v>6.2</c:v>
                </c:pt>
                <c:pt idx="164">
                  <c:v>6.2</c:v>
                </c:pt>
                <c:pt idx="165">
                  <c:v>6.4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6.6</c:v>
                </c:pt>
                <c:pt idx="173">
                  <c:v>6.6</c:v>
                </c:pt>
                <c:pt idx="174">
                  <c:v>6.6</c:v>
                </c:pt>
                <c:pt idx="175">
                  <c:v>6.6</c:v>
                </c:pt>
                <c:pt idx="176">
                  <c:v>6.6</c:v>
                </c:pt>
                <c:pt idx="177">
                  <c:v>6.6</c:v>
                </c:pt>
                <c:pt idx="178">
                  <c:v>6.6</c:v>
                </c:pt>
                <c:pt idx="179">
                  <c:v>6.6</c:v>
                </c:pt>
                <c:pt idx="180">
                  <c:v>6.6</c:v>
                </c:pt>
                <c:pt idx="181">
                  <c:v>6.6</c:v>
                </c:pt>
                <c:pt idx="182">
                  <c:v>6.6</c:v>
                </c:pt>
                <c:pt idx="183">
                  <c:v>6.6</c:v>
                </c:pt>
                <c:pt idx="184">
                  <c:v>6.8</c:v>
                </c:pt>
                <c:pt idx="185">
                  <c:v>6.8</c:v>
                </c:pt>
                <c:pt idx="186">
                  <c:v>6.8</c:v>
                </c:pt>
                <c:pt idx="187">
                  <c:v>6.8</c:v>
                </c:pt>
                <c:pt idx="188">
                  <c:v>6.8</c:v>
                </c:pt>
                <c:pt idx="189">
                  <c:v>6.8</c:v>
                </c:pt>
                <c:pt idx="190">
                  <c:v>6.8</c:v>
                </c:pt>
                <c:pt idx="191">
                  <c:v>6.8</c:v>
                </c:pt>
                <c:pt idx="192">
                  <c:v>7</c:v>
                </c:pt>
                <c:pt idx="193">
                  <c:v>7</c:v>
                </c:pt>
                <c:pt idx="194">
                  <c:v>7</c:v>
                </c:pt>
                <c:pt idx="195">
                  <c:v>7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3715-4A65-84F1-C36B43E0DB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(Contract from Below,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save1!$EC$1012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save1!$EC$1013:$EC$1212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1.4</c:v>
                </c:pt>
                <c:pt idx="5">
                  <c:v>2.2000000000000002</c:v>
                </c:pt>
                <c:pt idx="6">
                  <c:v>2.6</c:v>
                </c:pt>
                <c:pt idx="7">
                  <c:v>3.6</c:v>
                </c:pt>
                <c:pt idx="8">
                  <c:v>4</c:v>
                </c:pt>
                <c:pt idx="9">
                  <c:v>4</c:v>
                </c:pt>
                <c:pt idx="10">
                  <c:v>4.4000000000000004</c:v>
                </c:pt>
                <c:pt idx="11">
                  <c:v>4.4000000000000004</c:v>
                </c:pt>
                <c:pt idx="12">
                  <c:v>4.8</c:v>
                </c:pt>
                <c:pt idx="13">
                  <c:v>5.6</c:v>
                </c:pt>
                <c:pt idx="14">
                  <c:v>6</c:v>
                </c:pt>
                <c:pt idx="15">
                  <c:v>6</c:v>
                </c:pt>
                <c:pt idx="16">
                  <c:v>6.4</c:v>
                </c:pt>
                <c:pt idx="17">
                  <c:v>6.4</c:v>
                </c:pt>
                <c:pt idx="18">
                  <c:v>6.4</c:v>
                </c:pt>
                <c:pt idx="19">
                  <c:v>6.4</c:v>
                </c:pt>
                <c:pt idx="20">
                  <c:v>6.8</c:v>
                </c:pt>
                <c:pt idx="21">
                  <c:v>7</c:v>
                </c:pt>
                <c:pt idx="22">
                  <c:v>7.4</c:v>
                </c:pt>
                <c:pt idx="23">
                  <c:v>7.4</c:v>
                </c:pt>
                <c:pt idx="24">
                  <c:v>7.4</c:v>
                </c:pt>
                <c:pt idx="25">
                  <c:v>7.4</c:v>
                </c:pt>
                <c:pt idx="26">
                  <c:v>7.4</c:v>
                </c:pt>
                <c:pt idx="27">
                  <c:v>7.4</c:v>
                </c:pt>
                <c:pt idx="28">
                  <c:v>7.4</c:v>
                </c:pt>
                <c:pt idx="29">
                  <c:v>7.4</c:v>
                </c:pt>
                <c:pt idx="30">
                  <c:v>7.8</c:v>
                </c:pt>
                <c:pt idx="31">
                  <c:v>8.6</c:v>
                </c:pt>
                <c:pt idx="32">
                  <c:v>8.6</c:v>
                </c:pt>
                <c:pt idx="33">
                  <c:v>8.6</c:v>
                </c:pt>
                <c:pt idx="34">
                  <c:v>9.4</c:v>
                </c:pt>
                <c:pt idx="35">
                  <c:v>9.4</c:v>
                </c:pt>
                <c:pt idx="36">
                  <c:v>9.4</c:v>
                </c:pt>
                <c:pt idx="37">
                  <c:v>9.8000000000000007</c:v>
                </c:pt>
                <c:pt idx="38">
                  <c:v>10.199999999999999</c:v>
                </c:pt>
                <c:pt idx="39">
                  <c:v>10.199999999999999</c:v>
                </c:pt>
                <c:pt idx="40">
                  <c:v>10.199999999999999</c:v>
                </c:pt>
                <c:pt idx="41">
                  <c:v>10.6</c:v>
                </c:pt>
                <c:pt idx="42">
                  <c:v>10.6</c:v>
                </c:pt>
                <c:pt idx="43">
                  <c:v>10.6</c:v>
                </c:pt>
                <c:pt idx="44">
                  <c:v>11</c:v>
                </c:pt>
                <c:pt idx="45">
                  <c:v>11.4</c:v>
                </c:pt>
                <c:pt idx="46">
                  <c:v>12.2</c:v>
                </c:pt>
                <c:pt idx="47">
                  <c:v>12.2</c:v>
                </c:pt>
                <c:pt idx="48">
                  <c:v>12.6</c:v>
                </c:pt>
                <c:pt idx="49">
                  <c:v>12.6</c:v>
                </c:pt>
                <c:pt idx="50">
                  <c:v>13</c:v>
                </c:pt>
                <c:pt idx="51">
                  <c:v>13</c:v>
                </c:pt>
                <c:pt idx="52">
                  <c:v>13</c:v>
                </c:pt>
                <c:pt idx="53">
                  <c:v>13</c:v>
                </c:pt>
                <c:pt idx="54">
                  <c:v>13</c:v>
                </c:pt>
                <c:pt idx="55">
                  <c:v>13.8</c:v>
                </c:pt>
                <c:pt idx="56">
                  <c:v>13.8</c:v>
                </c:pt>
                <c:pt idx="57">
                  <c:v>13.8</c:v>
                </c:pt>
                <c:pt idx="58">
                  <c:v>13.8</c:v>
                </c:pt>
                <c:pt idx="59">
                  <c:v>15</c:v>
                </c:pt>
                <c:pt idx="60">
                  <c:v>15.6</c:v>
                </c:pt>
                <c:pt idx="61">
                  <c:v>16</c:v>
                </c:pt>
                <c:pt idx="62">
                  <c:v>16</c:v>
                </c:pt>
                <c:pt idx="63">
                  <c:v>16.399999999999999</c:v>
                </c:pt>
                <c:pt idx="64">
                  <c:v>16.399999999999999</c:v>
                </c:pt>
                <c:pt idx="65">
                  <c:v>16.600000000000001</c:v>
                </c:pt>
                <c:pt idx="66">
                  <c:v>16.600000000000001</c:v>
                </c:pt>
                <c:pt idx="67">
                  <c:v>16.600000000000001</c:v>
                </c:pt>
                <c:pt idx="68">
                  <c:v>17</c:v>
                </c:pt>
                <c:pt idx="69">
                  <c:v>17.600000000000001</c:v>
                </c:pt>
                <c:pt idx="70">
                  <c:v>18</c:v>
                </c:pt>
                <c:pt idx="71">
                  <c:v>18</c:v>
                </c:pt>
                <c:pt idx="72">
                  <c:v>18.399999999999999</c:v>
                </c:pt>
                <c:pt idx="73">
                  <c:v>18.8</c:v>
                </c:pt>
                <c:pt idx="74">
                  <c:v>18.8</c:v>
                </c:pt>
                <c:pt idx="75">
                  <c:v>19.2</c:v>
                </c:pt>
                <c:pt idx="76">
                  <c:v>19.600000000000001</c:v>
                </c:pt>
                <c:pt idx="77">
                  <c:v>19.600000000000001</c:v>
                </c:pt>
                <c:pt idx="78">
                  <c:v>19.600000000000001</c:v>
                </c:pt>
                <c:pt idx="79">
                  <c:v>20.2</c:v>
                </c:pt>
                <c:pt idx="80">
                  <c:v>20.6</c:v>
                </c:pt>
                <c:pt idx="81">
                  <c:v>20.6</c:v>
                </c:pt>
                <c:pt idx="82">
                  <c:v>20.6</c:v>
                </c:pt>
                <c:pt idx="83">
                  <c:v>21</c:v>
                </c:pt>
                <c:pt idx="84">
                  <c:v>21</c:v>
                </c:pt>
                <c:pt idx="85">
                  <c:v>21</c:v>
                </c:pt>
                <c:pt idx="86">
                  <c:v>21</c:v>
                </c:pt>
                <c:pt idx="87">
                  <c:v>21</c:v>
                </c:pt>
                <c:pt idx="88">
                  <c:v>21</c:v>
                </c:pt>
                <c:pt idx="89">
                  <c:v>21.4</c:v>
                </c:pt>
                <c:pt idx="90">
                  <c:v>21.4</c:v>
                </c:pt>
                <c:pt idx="91">
                  <c:v>21.4</c:v>
                </c:pt>
                <c:pt idx="92">
                  <c:v>21.8</c:v>
                </c:pt>
                <c:pt idx="93">
                  <c:v>22.2</c:v>
                </c:pt>
                <c:pt idx="94">
                  <c:v>22.6</c:v>
                </c:pt>
                <c:pt idx="95">
                  <c:v>22.6</c:v>
                </c:pt>
                <c:pt idx="96">
                  <c:v>22.6</c:v>
                </c:pt>
                <c:pt idx="97">
                  <c:v>22.6</c:v>
                </c:pt>
                <c:pt idx="98">
                  <c:v>23</c:v>
                </c:pt>
                <c:pt idx="99">
                  <c:v>23.6</c:v>
                </c:pt>
                <c:pt idx="100">
                  <c:v>23.6</c:v>
                </c:pt>
                <c:pt idx="101">
                  <c:v>23.6</c:v>
                </c:pt>
                <c:pt idx="102">
                  <c:v>23.6</c:v>
                </c:pt>
                <c:pt idx="103">
                  <c:v>23.6</c:v>
                </c:pt>
                <c:pt idx="104">
                  <c:v>23.6</c:v>
                </c:pt>
                <c:pt idx="105">
                  <c:v>24.4</c:v>
                </c:pt>
                <c:pt idx="106">
                  <c:v>24.4</c:v>
                </c:pt>
                <c:pt idx="107">
                  <c:v>24.8</c:v>
                </c:pt>
                <c:pt idx="108">
                  <c:v>24.8</c:v>
                </c:pt>
                <c:pt idx="109">
                  <c:v>24.8</c:v>
                </c:pt>
                <c:pt idx="110">
                  <c:v>25.6</c:v>
                </c:pt>
                <c:pt idx="111">
                  <c:v>25.6</c:v>
                </c:pt>
                <c:pt idx="112">
                  <c:v>26.4</c:v>
                </c:pt>
                <c:pt idx="113">
                  <c:v>26.4</c:v>
                </c:pt>
                <c:pt idx="114">
                  <c:v>26.4</c:v>
                </c:pt>
                <c:pt idx="115">
                  <c:v>26.8</c:v>
                </c:pt>
                <c:pt idx="116">
                  <c:v>26.8</c:v>
                </c:pt>
                <c:pt idx="117">
                  <c:v>26.8</c:v>
                </c:pt>
                <c:pt idx="118">
                  <c:v>26.8</c:v>
                </c:pt>
                <c:pt idx="119">
                  <c:v>27.2</c:v>
                </c:pt>
                <c:pt idx="120">
                  <c:v>27.2</c:v>
                </c:pt>
                <c:pt idx="121">
                  <c:v>27.6</c:v>
                </c:pt>
                <c:pt idx="122">
                  <c:v>28</c:v>
                </c:pt>
                <c:pt idx="123">
                  <c:v>28</c:v>
                </c:pt>
                <c:pt idx="124">
                  <c:v>28.4</c:v>
                </c:pt>
                <c:pt idx="125">
                  <c:v>28.8</c:v>
                </c:pt>
                <c:pt idx="126">
                  <c:v>29.2</c:v>
                </c:pt>
                <c:pt idx="127">
                  <c:v>29.6</c:v>
                </c:pt>
                <c:pt idx="128">
                  <c:v>29.6</c:v>
                </c:pt>
                <c:pt idx="129">
                  <c:v>30.4</c:v>
                </c:pt>
                <c:pt idx="130">
                  <c:v>30.4</c:v>
                </c:pt>
                <c:pt idx="131">
                  <c:v>30.8</c:v>
                </c:pt>
                <c:pt idx="132">
                  <c:v>31.2</c:v>
                </c:pt>
                <c:pt idx="133">
                  <c:v>31.2</c:v>
                </c:pt>
                <c:pt idx="134">
                  <c:v>32.4</c:v>
                </c:pt>
                <c:pt idx="135">
                  <c:v>32.4</c:v>
                </c:pt>
                <c:pt idx="136">
                  <c:v>32.799999999999997</c:v>
                </c:pt>
                <c:pt idx="137">
                  <c:v>34</c:v>
                </c:pt>
                <c:pt idx="138">
                  <c:v>34.6</c:v>
                </c:pt>
                <c:pt idx="139">
                  <c:v>34.6</c:v>
                </c:pt>
                <c:pt idx="140">
                  <c:v>34.6</c:v>
                </c:pt>
                <c:pt idx="141">
                  <c:v>35.4</c:v>
                </c:pt>
                <c:pt idx="142">
                  <c:v>35.799999999999997</c:v>
                </c:pt>
                <c:pt idx="143">
                  <c:v>36.799999999999997</c:v>
                </c:pt>
                <c:pt idx="144">
                  <c:v>37.6</c:v>
                </c:pt>
                <c:pt idx="145">
                  <c:v>38.4</c:v>
                </c:pt>
                <c:pt idx="146">
                  <c:v>38.4</c:v>
                </c:pt>
                <c:pt idx="147">
                  <c:v>38.4</c:v>
                </c:pt>
                <c:pt idx="148">
                  <c:v>39.200000000000003</c:v>
                </c:pt>
                <c:pt idx="149">
                  <c:v>39.200000000000003</c:v>
                </c:pt>
                <c:pt idx="150">
                  <c:v>39.6</c:v>
                </c:pt>
                <c:pt idx="151">
                  <c:v>39.6</c:v>
                </c:pt>
                <c:pt idx="152">
                  <c:v>39.6</c:v>
                </c:pt>
                <c:pt idx="153">
                  <c:v>40</c:v>
                </c:pt>
                <c:pt idx="154">
                  <c:v>40.4</c:v>
                </c:pt>
                <c:pt idx="155">
                  <c:v>40.4</c:v>
                </c:pt>
                <c:pt idx="156">
                  <c:v>40.799999999999997</c:v>
                </c:pt>
                <c:pt idx="157">
                  <c:v>41.2</c:v>
                </c:pt>
                <c:pt idx="158">
                  <c:v>41.6</c:v>
                </c:pt>
                <c:pt idx="159">
                  <c:v>42.4</c:v>
                </c:pt>
                <c:pt idx="160">
                  <c:v>42.4</c:v>
                </c:pt>
                <c:pt idx="161">
                  <c:v>42.8</c:v>
                </c:pt>
                <c:pt idx="162">
                  <c:v>43.2</c:v>
                </c:pt>
                <c:pt idx="163">
                  <c:v>43.2</c:v>
                </c:pt>
                <c:pt idx="164">
                  <c:v>44.6</c:v>
                </c:pt>
                <c:pt idx="165">
                  <c:v>44.6</c:v>
                </c:pt>
                <c:pt idx="166">
                  <c:v>45.2</c:v>
                </c:pt>
                <c:pt idx="167">
                  <c:v>45.2</c:v>
                </c:pt>
                <c:pt idx="168">
                  <c:v>45.8</c:v>
                </c:pt>
                <c:pt idx="169">
                  <c:v>45.8</c:v>
                </c:pt>
                <c:pt idx="170">
                  <c:v>45.8</c:v>
                </c:pt>
                <c:pt idx="171">
                  <c:v>45.8</c:v>
                </c:pt>
                <c:pt idx="172">
                  <c:v>46.2</c:v>
                </c:pt>
                <c:pt idx="173">
                  <c:v>47.2</c:v>
                </c:pt>
                <c:pt idx="174">
                  <c:v>47.6</c:v>
                </c:pt>
                <c:pt idx="175">
                  <c:v>47.6</c:v>
                </c:pt>
                <c:pt idx="176">
                  <c:v>47.6</c:v>
                </c:pt>
                <c:pt idx="177">
                  <c:v>48.4</c:v>
                </c:pt>
                <c:pt idx="178">
                  <c:v>48.4</c:v>
                </c:pt>
                <c:pt idx="179">
                  <c:v>48.8</c:v>
                </c:pt>
                <c:pt idx="180">
                  <c:v>49.2</c:v>
                </c:pt>
                <c:pt idx="181">
                  <c:v>50</c:v>
                </c:pt>
                <c:pt idx="182">
                  <c:v>50.8</c:v>
                </c:pt>
                <c:pt idx="183">
                  <c:v>50.8</c:v>
                </c:pt>
                <c:pt idx="184">
                  <c:v>50.8</c:v>
                </c:pt>
                <c:pt idx="185">
                  <c:v>50.8</c:v>
                </c:pt>
                <c:pt idx="186">
                  <c:v>52.8</c:v>
                </c:pt>
                <c:pt idx="187">
                  <c:v>52.8</c:v>
                </c:pt>
                <c:pt idx="188">
                  <c:v>52.8</c:v>
                </c:pt>
                <c:pt idx="189">
                  <c:v>53.2</c:v>
                </c:pt>
                <c:pt idx="190">
                  <c:v>54</c:v>
                </c:pt>
                <c:pt idx="191">
                  <c:v>54</c:v>
                </c:pt>
                <c:pt idx="192">
                  <c:v>54.4</c:v>
                </c:pt>
                <c:pt idx="193">
                  <c:v>54.8</c:v>
                </c:pt>
                <c:pt idx="194">
                  <c:v>56.2</c:v>
                </c:pt>
                <c:pt idx="195">
                  <c:v>56.2</c:v>
                </c:pt>
                <c:pt idx="196">
                  <c:v>56.6</c:v>
                </c:pt>
                <c:pt idx="197">
                  <c:v>57</c:v>
                </c:pt>
                <c:pt idx="198">
                  <c:v>57.4</c:v>
                </c:pt>
                <c:pt idx="199">
                  <c:v>57.8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F-43FE-A7B5-3F66125F65E0}"/>
            </c:ext>
          </c:extLst>
        </c:ser>
        <c:ser>
          <c:idx val="1"/>
          <c:order val="1"/>
          <c:tx>
            <c:strRef>
              <c:f>save1!$ED$1012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save1!$ED$1013:$ED$1212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0.8</c:v>
                </c:pt>
                <c:pt idx="4">
                  <c:v>1.2</c:v>
                </c:pt>
                <c:pt idx="5">
                  <c:v>1.2</c:v>
                </c:pt>
                <c:pt idx="6">
                  <c:v>1.6</c:v>
                </c:pt>
                <c:pt idx="7">
                  <c:v>1.8</c:v>
                </c:pt>
                <c:pt idx="8">
                  <c:v>1.8</c:v>
                </c:pt>
                <c:pt idx="9">
                  <c:v>2.2000000000000002</c:v>
                </c:pt>
                <c:pt idx="10">
                  <c:v>2.2000000000000002</c:v>
                </c:pt>
                <c:pt idx="11">
                  <c:v>2.6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3.4</c:v>
                </c:pt>
                <c:pt idx="19">
                  <c:v>3.8</c:v>
                </c:pt>
                <c:pt idx="20">
                  <c:v>3.8</c:v>
                </c:pt>
                <c:pt idx="21">
                  <c:v>4</c:v>
                </c:pt>
                <c:pt idx="22">
                  <c:v>4.4000000000000004</c:v>
                </c:pt>
                <c:pt idx="23">
                  <c:v>4.8</c:v>
                </c:pt>
                <c:pt idx="24">
                  <c:v>4.8</c:v>
                </c:pt>
                <c:pt idx="25">
                  <c:v>5.2</c:v>
                </c:pt>
                <c:pt idx="26">
                  <c:v>5.2</c:v>
                </c:pt>
                <c:pt idx="27">
                  <c:v>5.4</c:v>
                </c:pt>
                <c:pt idx="28">
                  <c:v>5.4</c:v>
                </c:pt>
                <c:pt idx="29">
                  <c:v>6.2</c:v>
                </c:pt>
                <c:pt idx="30">
                  <c:v>6.2</c:v>
                </c:pt>
                <c:pt idx="31">
                  <c:v>6.2</c:v>
                </c:pt>
                <c:pt idx="32">
                  <c:v>6.6</c:v>
                </c:pt>
                <c:pt idx="33">
                  <c:v>7</c:v>
                </c:pt>
                <c:pt idx="34">
                  <c:v>7</c:v>
                </c:pt>
                <c:pt idx="35">
                  <c:v>7.2</c:v>
                </c:pt>
                <c:pt idx="36">
                  <c:v>8</c:v>
                </c:pt>
                <c:pt idx="37">
                  <c:v>8.1999999999999993</c:v>
                </c:pt>
                <c:pt idx="38">
                  <c:v>8.6</c:v>
                </c:pt>
                <c:pt idx="39">
                  <c:v>8.6</c:v>
                </c:pt>
                <c:pt idx="40">
                  <c:v>9</c:v>
                </c:pt>
                <c:pt idx="41">
                  <c:v>9.4</c:v>
                </c:pt>
                <c:pt idx="42">
                  <c:v>9.8000000000000007</c:v>
                </c:pt>
                <c:pt idx="43">
                  <c:v>10.199999999999999</c:v>
                </c:pt>
                <c:pt idx="44">
                  <c:v>10.199999999999999</c:v>
                </c:pt>
                <c:pt idx="45">
                  <c:v>10.199999999999999</c:v>
                </c:pt>
                <c:pt idx="46">
                  <c:v>10.199999999999999</c:v>
                </c:pt>
                <c:pt idx="47">
                  <c:v>10.6</c:v>
                </c:pt>
                <c:pt idx="48">
                  <c:v>10.6</c:v>
                </c:pt>
                <c:pt idx="49">
                  <c:v>10.6</c:v>
                </c:pt>
                <c:pt idx="50">
                  <c:v>10.6</c:v>
                </c:pt>
                <c:pt idx="51">
                  <c:v>11.4</c:v>
                </c:pt>
                <c:pt idx="52">
                  <c:v>11.8</c:v>
                </c:pt>
                <c:pt idx="53">
                  <c:v>12.6</c:v>
                </c:pt>
                <c:pt idx="54">
                  <c:v>12.6</c:v>
                </c:pt>
                <c:pt idx="55">
                  <c:v>12.6</c:v>
                </c:pt>
                <c:pt idx="56">
                  <c:v>12.6</c:v>
                </c:pt>
                <c:pt idx="57">
                  <c:v>12.6</c:v>
                </c:pt>
                <c:pt idx="58">
                  <c:v>12.6</c:v>
                </c:pt>
                <c:pt idx="59">
                  <c:v>12.8</c:v>
                </c:pt>
                <c:pt idx="60">
                  <c:v>12.8</c:v>
                </c:pt>
                <c:pt idx="61">
                  <c:v>13.2</c:v>
                </c:pt>
                <c:pt idx="62">
                  <c:v>13.6</c:v>
                </c:pt>
                <c:pt idx="63">
                  <c:v>13.6</c:v>
                </c:pt>
                <c:pt idx="64">
                  <c:v>13.6</c:v>
                </c:pt>
                <c:pt idx="65">
                  <c:v>14</c:v>
                </c:pt>
                <c:pt idx="66">
                  <c:v>14.4</c:v>
                </c:pt>
                <c:pt idx="67">
                  <c:v>14.4</c:v>
                </c:pt>
                <c:pt idx="68">
                  <c:v>15</c:v>
                </c:pt>
                <c:pt idx="69">
                  <c:v>15</c:v>
                </c:pt>
                <c:pt idx="70">
                  <c:v>15.4</c:v>
                </c:pt>
                <c:pt idx="71">
                  <c:v>15.4</c:v>
                </c:pt>
                <c:pt idx="72">
                  <c:v>15.8</c:v>
                </c:pt>
                <c:pt idx="73">
                  <c:v>16.2</c:v>
                </c:pt>
                <c:pt idx="74">
                  <c:v>16.2</c:v>
                </c:pt>
                <c:pt idx="75">
                  <c:v>16.2</c:v>
                </c:pt>
                <c:pt idx="76">
                  <c:v>16.2</c:v>
                </c:pt>
                <c:pt idx="77">
                  <c:v>16.2</c:v>
                </c:pt>
                <c:pt idx="78">
                  <c:v>16.2</c:v>
                </c:pt>
                <c:pt idx="79">
                  <c:v>16.399999999999999</c:v>
                </c:pt>
                <c:pt idx="80">
                  <c:v>17.2</c:v>
                </c:pt>
                <c:pt idx="81">
                  <c:v>17.2</c:v>
                </c:pt>
                <c:pt idx="82">
                  <c:v>17.600000000000001</c:v>
                </c:pt>
                <c:pt idx="83">
                  <c:v>18</c:v>
                </c:pt>
                <c:pt idx="84">
                  <c:v>18</c:v>
                </c:pt>
                <c:pt idx="85">
                  <c:v>18</c:v>
                </c:pt>
                <c:pt idx="86">
                  <c:v>18.399999999999999</c:v>
                </c:pt>
                <c:pt idx="87">
                  <c:v>18.399999999999999</c:v>
                </c:pt>
                <c:pt idx="88">
                  <c:v>19</c:v>
                </c:pt>
                <c:pt idx="89">
                  <c:v>19</c:v>
                </c:pt>
                <c:pt idx="90">
                  <c:v>19.399999999999999</c:v>
                </c:pt>
                <c:pt idx="91">
                  <c:v>19.8</c:v>
                </c:pt>
                <c:pt idx="92">
                  <c:v>19.8</c:v>
                </c:pt>
                <c:pt idx="93">
                  <c:v>20.2</c:v>
                </c:pt>
                <c:pt idx="94">
                  <c:v>21</c:v>
                </c:pt>
                <c:pt idx="95">
                  <c:v>21</c:v>
                </c:pt>
                <c:pt idx="96">
                  <c:v>21</c:v>
                </c:pt>
                <c:pt idx="97">
                  <c:v>21</c:v>
                </c:pt>
                <c:pt idx="98">
                  <c:v>21.8</c:v>
                </c:pt>
                <c:pt idx="99">
                  <c:v>21.8</c:v>
                </c:pt>
                <c:pt idx="100">
                  <c:v>21.8</c:v>
                </c:pt>
                <c:pt idx="101">
                  <c:v>22.2</c:v>
                </c:pt>
                <c:pt idx="102">
                  <c:v>22.2</c:v>
                </c:pt>
                <c:pt idx="103">
                  <c:v>22.2</c:v>
                </c:pt>
                <c:pt idx="104">
                  <c:v>22.6</c:v>
                </c:pt>
                <c:pt idx="105">
                  <c:v>22.6</c:v>
                </c:pt>
                <c:pt idx="106">
                  <c:v>23</c:v>
                </c:pt>
                <c:pt idx="107">
                  <c:v>23.4</c:v>
                </c:pt>
                <c:pt idx="108">
                  <c:v>23.4</c:v>
                </c:pt>
                <c:pt idx="109">
                  <c:v>23.4</c:v>
                </c:pt>
                <c:pt idx="110">
                  <c:v>23.4</c:v>
                </c:pt>
                <c:pt idx="111">
                  <c:v>23.8</c:v>
                </c:pt>
                <c:pt idx="112">
                  <c:v>23.8</c:v>
                </c:pt>
                <c:pt idx="113">
                  <c:v>24.2</c:v>
                </c:pt>
                <c:pt idx="114">
                  <c:v>24.6</c:v>
                </c:pt>
                <c:pt idx="115">
                  <c:v>24.6</c:v>
                </c:pt>
                <c:pt idx="116">
                  <c:v>24.6</c:v>
                </c:pt>
                <c:pt idx="117">
                  <c:v>25.4</c:v>
                </c:pt>
                <c:pt idx="118">
                  <c:v>25.8</c:v>
                </c:pt>
                <c:pt idx="119">
                  <c:v>26.6</c:v>
                </c:pt>
                <c:pt idx="120">
                  <c:v>26.6</c:v>
                </c:pt>
                <c:pt idx="121">
                  <c:v>26.6</c:v>
                </c:pt>
                <c:pt idx="122">
                  <c:v>26.6</c:v>
                </c:pt>
                <c:pt idx="123">
                  <c:v>26.6</c:v>
                </c:pt>
                <c:pt idx="124">
                  <c:v>26.6</c:v>
                </c:pt>
                <c:pt idx="125">
                  <c:v>27</c:v>
                </c:pt>
                <c:pt idx="126">
                  <c:v>27.4</c:v>
                </c:pt>
                <c:pt idx="127">
                  <c:v>27.4</c:v>
                </c:pt>
                <c:pt idx="128">
                  <c:v>27.4</c:v>
                </c:pt>
                <c:pt idx="129">
                  <c:v>27.4</c:v>
                </c:pt>
                <c:pt idx="130">
                  <c:v>28.6</c:v>
                </c:pt>
                <c:pt idx="131">
                  <c:v>28.6</c:v>
                </c:pt>
                <c:pt idx="132">
                  <c:v>28.6</c:v>
                </c:pt>
                <c:pt idx="133">
                  <c:v>29</c:v>
                </c:pt>
                <c:pt idx="134">
                  <c:v>29</c:v>
                </c:pt>
                <c:pt idx="135">
                  <c:v>29.4</c:v>
                </c:pt>
                <c:pt idx="136">
                  <c:v>29.4</c:v>
                </c:pt>
                <c:pt idx="137">
                  <c:v>29.4</c:v>
                </c:pt>
                <c:pt idx="138">
                  <c:v>30</c:v>
                </c:pt>
                <c:pt idx="139">
                  <c:v>30</c:v>
                </c:pt>
                <c:pt idx="140">
                  <c:v>30.4</c:v>
                </c:pt>
                <c:pt idx="141">
                  <c:v>30.4</c:v>
                </c:pt>
                <c:pt idx="142">
                  <c:v>30.4</c:v>
                </c:pt>
                <c:pt idx="143">
                  <c:v>31.2</c:v>
                </c:pt>
                <c:pt idx="144">
                  <c:v>31.6</c:v>
                </c:pt>
                <c:pt idx="145">
                  <c:v>31.6</c:v>
                </c:pt>
                <c:pt idx="146">
                  <c:v>32.4</c:v>
                </c:pt>
                <c:pt idx="147">
                  <c:v>32.799999999999997</c:v>
                </c:pt>
                <c:pt idx="148">
                  <c:v>32.799999999999997</c:v>
                </c:pt>
                <c:pt idx="149">
                  <c:v>32.799999999999997</c:v>
                </c:pt>
                <c:pt idx="150">
                  <c:v>33.200000000000003</c:v>
                </c:pt>
                <c:pt idx="151">
                  <c:v>33.200000000000003</c:v>
                </c:pt>
                <c:pt idx="152">
                  <c:v>33.200000000000003</c:v>
                </c:pt>
                <c:pt idx="153">
                  <c:v>33.200000000000003</c:v>
                </c:pt>
                <c:pt idx="154">
                  <c:v>33.200000000000003</c:v>
                </c:pt>
                <c:pt idx="155">
                  <c:v>33.200000000000003</c:v>
                </c:pt>
                <c:pt idx="156">
                  <c:v>33.4</c:v>
                </c:pt>
                <c:pt idx="157">
                  <c:v>33.4</c:v>
                </c:pt>
                <c:pt idx="158">
                  <c:v>33.799999999999997</c:v>
                </c:pt>
                <c:pt idx="159">
                  <c:v>34.200000000000003</c:v>
                </c:pt>
                <c:pt idx="160">
                  <c:v>35</c:v>
                </c:pt>
                <c:pt idx="161">
                  <c:v>35.799999999999997</c:v>
                </c:pt>
                <c:pt idx="162">
                  <c:v>36.200000000000003</c:v>
                </c:pt>
                <c:pt idx="163">
                  <c:v>37</c:v>
                </c:pt>
                <c:pt idx="164">
                  <c:v>37</c:v>
                </c:pt>
                <c:pt idx="165">
                  <c:v>37</c:v>
                </c:pt>
                <c:pt idx="166">
                  <c:v>38</c:v>
                </c:pt>
                <c:pt idx="167">
                  <c:v>38.4</c:v>
                </c:pt>
                <c:pt idx="168">
                  <c:v>39.4</c:v>
                </c:pt>
                <c:pt idx="169">
                  <c:v>40.6</c:v>
                </c:pt>
                <c:pt idx="170">
                  <c:v>40.6</c:v>
                </c:pt>
                <c:pt idx="171">
                  <c:v>41</c:v>
                </c:pt>
                <c:pt idx="172">
                  <c:v>41</c:v>
                </c:pt>
                <c:pt idx="173">
                  <c:v>42</c:v>
                </c:pt>
                <c:pt idx="174">
                  <c:v>42</c:v>
                </c:pt>
                <c:pt idx="175">
                  <c:v>42.4</c:v>
                </c:pt>
                <c:pt idx="176">
                  <c:v>42.8</c:v>
                </c:pt>
                <c:pt idx="177">
                  <c:v>42.8</c:v>
                </c:pt>
                <c:pt idx="178">
                  <c:v>43.2</c:v>
                </c:pt>
                <c:pt idx="179">
                  <c:v>43.2</c:v>
                </c:pt>
                <c:pt idx="180">
                  <c:v>43.2</c:v>
                </c:pt>
                <c:pt idx="181">
                  <c:v>43.2</c:v>
                </c:pt>
                <c:pt idx="182">
                  <c:v>43.6</c:v>
                </c:pt>
                <c:pt idx="183">
                  <c:v>43.6</c:v>
                </c:pt>
                <c:pt idx="184">
                  <c:v>43.6</c:v>
                </c:pt>
                <c:pt idx="185">
                  <c:v>44.4</c:v>
                </c:pt>
                <c:pt idx="186">
                  <c:v>44.4</c:v>
                </c:pt>
                <c:pt idx="187">
                  <c:v>44.8</c:v>
                </c:pt>
                <c:pt idx="188">
                  <c:v>44.8</c:v>
                </c:pt>
                <c:pt idx="189">
                  <c:v>45.2</c:v>
                </c:pt>
                <c:pt idx="190">
                  <c:v>45.2</c:v>
                </c:pt>
                <c:pt idx="191">
                  <c:v>45.6</c:v>
                </c:pt>
                <c:pt idx="192">
                  <c:v>45.6</c:v>
                </c:pt>
                <c:pt idx="193">
                  <c:v>45.6</c:v>
                </c:pt>
                <c:pt idx="194">
                  <c:v>45.6</c:v>
                </c:pt>
                <c:pt idx="195">
                  <c:v>46</c:v>
                </c:pt>
                <c:pt idx="196">
                  <c:v>46.4</c:v>
                </c:pt>
                <c:pt idx="197">
                  <c:v>46.4</c:v>
                </c:pt>
                <c:pt idx="198">
                  <c:v>46.4</c:v>
                </c:pt>
                <c:pt idx="199">
                  <c:v>46.8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FF-43FE-A7B5-3F66125F65E0}"/>
            </c:ext>
          </c:extLst>
        </c:ser>
        <c:ser>
          <c:idx val="2"/>
          <c:order val="2"/>
          <c:tx>
            <c:strRef>
              <c:f>save1!$EE$1012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save1!$EE$1013:$EE$1212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0.8</c:v>
                </c:pt>
                <c:pt idx="4">
                  <c:v>1.2</c:v>
                </c:pt>
                <c:pt idx="5">
                  <c:v>1.6</c:v>
                </c:pt>
                <c:pt idx="6">
                  <c:v>1.6</c:v>
                </c:pt>
                <c:pt idx="7">
                  <c:v>2.2000000000000002</c:v>
                </c:pt>
                <c:pt idx="8">
                  <c:v>2.6</c:v>
                </c:pt>
                <c:pt idx="9">
                  <c:v>2.6</c:v>
                </c:pt>
                <c:pt idx="10">
                  <c:v>3</c:v>
                </c:pt>
                <c:pt idx="11">
                  <c:v>3.4</c:v>
                </c:pt>
                <c:pt idx="12">
                  <c:v>3.8</c:v>
                </c:pt>
                <c:pt idx="13">
                  <c:v>3.8</c:v>
                </c:pt>
                <c:pt idx="14">
                  <c:v>3.8</c:v>
                </c:pt>
                <c:pt idx="15">
                  <c:v>4.2</c:v>
                </c:pt>
                <c:pt idx="16">
                  <c:v>4.5999999999999996</c:v>
                </c:pt>
                <c:pt idx="17">
                  <c:v>5.4</c:v>
                </c:pt>
                <c:pt idx="18">
                  <c:v>6.2</c:v>
                </c:pt>
                <c:pt idx="19">
                  <c:v>6.2</c:v>
                </c:pt>
                <c:pt idx="20">
                  <c:v>6.2</c:v>
                </c:pt>
                <c:pt idx="21">
                  <c:v>7</c:v>
                </c:pt>
                <c:pt idx="22">
                  <c:v>7.4</c:v>
                </c:pt>
                <c:pt idx="23">
                  <c:v>7.4</c:v>
                </c:pt>
                <c:pt idx="24">
                  <c:v>7.4</c:v>
                </c:pt>
                <c:pt idx="25">
                  <c:v>7.4</c:v>
                </c:pt>
                <c:pt idx="26">
                  <c:v>7.8</c:v>
                </c:pt>
                <c:pt idx="27">
                  <c:v>8</c:v>
                </c:pt>
                <c:pt idx="28">
                  <c:v>8.4</c:v>
                </c:pt>
                <c:pt idx="29">
                  <c:v>8.8000000000000007</c:v>
                </c:pt>
                <c:pt idx="30">
                  <c:v>8.8000000000000007</c:v>
                </c:pt>
                <c:pt idx="31">
                  <c:v>9.1999999999999993</c:v>
                </c:pt>
                <c:pt idx="32">
                  <c:v>9.6</c:v>
                </c:pt>
                <c:pt idx="33">
                  <c:v>9.6</c:v>
                </c:pt>
                <c:pt idx="34">
                  <c:v>9.6</c:v>
                </c:pt>
                <c:pt idx="35">
                  <c:v>10</c:v>
                </c:pt>
                <c:pt idx="36">
                  <c:v>10</c:v>
                </c:pt>
                <c:pt idx="37">
                  <c:v>11.2</c:v>
                </c:pt>
                <c:pt idx="38">
                  <c:v>11.4</c:v>
                </c:pt>
                <c:pt idx="39">
                  <c:v>11.4</c:v>
                </c:pt>
                <c:pt idx="40">
                  <c:v>11.4</c:v>
                </c:pt>
                <c:pt idx="41">
                  <c:v>11.4</c:v>
                </c:pt>
                <c:pt idx="42">
                  <c:v>11.4</c:v>
                </c:pt>
                <c:pt idx="43">
                  <c:v>11.8</c:v>
                </c:pt>
                <c:pt idx="44">
                  <c:v>12.2</c:v>
                </c:pt>
                <c:pt idx="45">
                  <c:v>12.2</c:v>
                </c:pt>
                <c:pt idx="46">
                  <c:v>12.6</c:v>
                </c:pt>
                <c:pt idx="47">
                  <c:v>12.6</c:v>
                </c:pt>
                <c:pt idx="48">
                  <c:v>13.4</c:v>
                </c:pt>
                <c:pt idx="49">
                  <c:v>13.4</c:v>
                </c:pt>
                <c:pt idx="50">
                  <c:v>13.8</c:v>
                </c:pt>
                <c:pt idx="51">
                  <c:v>13.8</c:v>
                </c:pt>
                <c:pt idx="52">
                  <c:v>14.2</c:v>
                </c:pt>
                <c:pt idx="53">
                  <c:v>14.6</c:v>
                </c:pt>
                <c:pt idx="54">
                  <c:v>14.6</c:v>
                </c:pt>
                <c:pt idx="55">
                  <c:v>15</c:v>
                </c:pt>
                <c:pt idx="56">
                  <c:v>15</c:v>
                </c:pt>
                <c:pt idx="57">
                  <c:v>15</c:v>
                </c:pt>
                <c:pt idx="58">
                  <c:v>15.8</c:v>
                </c:pt>
                <c:pt idx="59">
                  <c:v>16.600000000000001</c:v>
                </c:pt>
                <c:pt idx="60">
                  <c:v>18.2</c:v>
                </c:pt>
                <c:pt idx="61">
                  <c:v>19</c:v>
                </c:pt>
                <c:pt idx="62">
                  <c:v>19</c:v>
                </c:pt>
                <c:pt idx="63">
                  <c:v>19.8</c:v>
                </c:pt>
                <c:pt idx="64">
                  <c:v>19.8</c:v>
                </c:pt>
                <c:pt idx="65">
                  <c:v>20</c:v>
                </c:pt>
                <c:pt idx="66">
                  <c:v>20</c:v>
                </c:pt>
                <c:pt idx="67">
                  <c:v>20</c:v>
                </c:pt>
                <c:pt idx="68">
                  <c:v>20.2</c:v>
                </c:pt>
                <c:pt idx="69">
                  <c:v>20.8</c:v>
                </c:pt>
                <c:pt idx="70">
                  <c:v>20.8</c:v>
                </c:pt>
                <c:pt idx="71">
                  <c:v>21.2</c:v>
                </c:pt>
                <c:pt idx="72">
                  <c:v>21.6</c:v>
                </c:pt>
                <c:pt idx="73">
                  <c:v>22.4</c:v>
                </c:pt>
                <c:pt idx="74">
                  <c:v>22.8</c:v>
                </c:pt>
                <c:pt idx="75">
                  <c:v>22.8</c:v>
                </c:pt>
                <c:pt idx="76">
                  <c:v>23.6</c:v>
                </c:pt>
                <c:pt idx="77">
                  <c:v>24</c:v>
                </c:pt>
                <c:pt idx="78">
                  <c:v>24.4</c:v>
                </c:pt>
                <c:pt idx="79">
                  <c:v>24.4</c:v>
                </c:pt>
                <c:pt idx="80">
                  <c:v>24.4</c:v>
                </c:pt>
                <c:pt idx="81">
                  <c:v>24.4</c:v>
                </c:pt>
                <c:pt idx="82">
                  <c:v>24.4</c:v>
                </c:pt>
                <c:pt idx="83">
                  <c:v>24.4</c:v>
                </c:pt>
                <c:pt idx="84">
                  <c:v>24.8</c:v>
                </c:pt>
                <c:pt idx="85">
                  <c:v>25.2</c:v>
                </c:pt>
                <c:pt idx="86">
                  <c:v>25.2</c:v>
                </c:pt>
                <c:pt idx="87">
                  <c:v>25.2</c:v>
                </c:pt>
                <c:pt idx="88">
                  <c:v>25.6</c:v>
                </c:pt>
                <c:pt idx="89">
                  <c:v>25.6</c:v>
                </c:pt>
                <c:pt idx="90">
                  <c:v>25.6</c:v>
                </c:pt>
                <c:pt idx="91">
                  <c:v>26</c:v>
                </c:pt>
                <c:pt idx="92">
                  <c:v>26</c:v>
                </c:pt>
                <c:pt idx="93">
                  <c:v>26</c:v>
                </c:pt>
                <c:pt idx="94">
                  <c:v>26.8</c:v>
                </c:pt>
                <c:pt idx="95">
                  <c:v>27.6</c:v>
                </c:pt>
                <c:pt idx="96">
                  <c:v>28</c:v>
                </c:pt>
                <c:pt idx="97">
                  <c:v>28</c:v>
                </c:pt>
                <c:pt idx="98">
                  <c:v>28</c:v>
                </c:pt>
                <c:pt idx="99">
                  <c:v>28.6</c:v>
                </c:pt>
                <c:pt idx="100">
                  <c:v>29</c:v>
                </c:pt>
                <c:pt idx="101">
                  <c:v>29.4</c:v>
                </c:pt>
                <c:pt idx="102">
                  <c:v>30.2</c:v>
                </c:pt>
                <c:pt idx="103">
                  <c:v>30.6</c:v>
                </c:pt>
                <c:pt idx="104">
                  <c:v>30.6</c:v>
                </c:pt>
                <c:pt idx="105">
                  <c:v>30.6</c:v>
                </c:pt>
                <c:pt idx="106">
                  <c:v>31</c:v>
                </c:pt>
                <c:pt idx="107">
                  <c:v>31</c:v>
                </c:pt>
                <c:pt idx="108">
                  <c:v>31.4</c:v>
                </c:pt>
                <c:pt idx="109">
                  <c:v>31.8</c:v>
                </c:pt>
                <c:pt idx="110">
                  <c:v>31.8</c:v>
                </c:pt>
                <c:pt idx="111">
                  <c:v>31.8</c:v>
                </c:pt>
                <c:pt idx="112">
                  <c:v>31.8</c:v>
                </c:pt>
                <c:pt idx="113">
                  <c:v>32.200000000000003</c:v>
                </c:pt>
                <c:pt idx="114">
                  <c:v>32.200000000000003</c:v>
                </c:pt>
                <c:pt idx="115">
                  <c:v>33</c:v>
                </c:pt>
                <c:pt idx="116">
                  <c:v>33.4</c:v>
                </c:pt>
                <c:pt idx="117">
                  <c:v>33.4</c:v>
                </c:pt>
                <c:pt idx="118">
                  <c:v>33.4</c:v>
                </c:pt>
                <c:pt idx="119">
                  <c:v>33.799999999999997</c:v>
                </c:pt>
                <c:pt idx="120">
                  <c:v>34.200000000000003</c:v>
                </c:pt>
                <c:pt idx="121">
                  <c:v>34.200000000000003</c:v>
                </c:pt>
                <c:pt idx="122">
                  <c:v>34.200000000000003</c:v>
                </c:pt>
                <c:pt idx="123">
                  <c:v>35</c:v>
                </c:pt>
                <c:pt idx="124">
                  <c:v>35</c:v>
                </c:pt>
                <c:pt idx="125">
                  <c:v>35.4</c:v>
                </c:pt>
                <c:pt idx="126">
                  <c:v>35.799999999999997</c:v>
                </c:pt>
                <c:pt idx="127">
                  <c:v>36.6</c:v>
                </c:pt>
                <c:pt idx="128">
                  <c:v>37.4</c:v>
                </c:pt>
                <c:pt idx="129">
                  <c:v>38.4</c:v>
                </c:pt>
                <c:pt idx="130">
                  <c:v>38.799999999999997</c:v>
                </c:pt>
                <c:pt idx="131">
                  <c:v>38.799999999999997</c:v>
                </c:pt>
                <c:pt idx="132">
                  <c:v>40</c:v>
                </c:pt>
                <c:pt idx="133">
                  <c:v>40</c:v>
                </c:pt>
                <c:pt idx="134">
                  <c:v>40</c:v>
                </c:pt>
                <c:pt idx="135">
                  <c:v>40</c:v>
                </c:pt>
                <c:pt idx="136">
                  <c:v>40.4</c:v>
                </c:pt>
                <c:pt idx="137">
                  <c:v>40.4</c:v>
                </c:pt>
                <c:pt idx="138">
                  <c:v>40.4</c:v>
                </c:pt>
                <c:pt idx="139">
                  <c:v>40.4</c:v>
                </c:pt>
                <c:pt idx="140">
                  <c:v>40.4</c:v>
                </c:pt>
                <c:pt idx="141">
                  <c:v>40.4</c:v>
                </c:pt>
                <c:pt idx="142">
                  <c:v>40.799999999999997</c:v>
                </c:pt>
                <c:pt idx="143">
                  <c:v>41.4</c:v>
                </c:pt>
                <c:pt idx="144">
                  <c:v>41.4</c:v>
                </c:pt>
                <c:pt idx="145">
                  <c:v>41.8</c:v>
                </c:pt>
                <c:pt idx="146">
                  <c:v>42.2</c:v>
                </c:pt>
                <c:pt idx="147">
                  <c:v>42.2</c:v>
                </c:pt>
                <c:pt idx="148">
                  <c:v>42.2</c:v>
                </c:pt>
                <c:pt idx="149">
                  <c:v>43</c:v>
                </c:pt>
                <c:pt idx="150">
                  <c:v>43</c:v>
                </c:pt>
                <c:pt idx="151">
                  <c:v>43.4</c:v>
                </c:pt>
                <c:pt idx="152">
                  <c:v>43.8</c:v>
                </c:pt>
                <c:pt idx="153">
                  <c:v>44.2</c:v>
                </c:pt>
                <c:pt idx="154">
                  <c:v>44.6</c:v>
                </c:pt>
                <c:pt idx="155">
                  <c:v>46.2</c:v>
                </c:pt>
                <c:pt idx="156">
                  <c:v>46.4</c:v>
                </c:pt>
                <c:pt idx="157">
                  <c:v>46.8</c:v>
                </c:pt>
                <c:pt idx="158">
                  <c:v>46.8</c:v>
                </c:pt>
                <c:pt idx="159">
                  <c:v>46.8</c:v>
                </c:pt>
                <c:pt idx="160">
                  <c:v>46.8</c:v>
                </c:pt>
                <c:pt idx="161">
                  <c:v>46.8</c:v>
                </c:pt>
                <c:pt idx="162">
                  <c:v>46.8</c:v>
                </c:pt>
                <c:pt idx="163">
                  <c:v>46.8</c:v>
                </c:pt>
                <c:pt idx="164">
                  <c:v>46.8</c:v>
                </c:pt>
                <c:pt idx="165">
                  <c:v>47.2</c:v>
                </c:pt>
                <c:pt idx="166">
                  <c:v>47.2</c:v>
                </c:pt>
                <c:pt idx="167">
                  <c:v>47.6</c:v>
                </c:pt>
                <c:pt idx="168">
                  <c:v>47.6</c:v>
                </c:pt>
                <c:pt idx="169">
                  <c:v>47.6</c:v>
                </c:pt>
                <c:pt idx="170">
                  <c:v>47.6</c:v>
                </c:pt>
                <c:pt idx="171">
                  <c:v>47.6</c:v>
                </c:pt>
                <c:pt idx="172">
                  <c:v>47.6</c:v>
                </c:pt>
                <c:pt idx="173">
                  <c:v>47.6</c:v>
                </c:pt>
                <c:pt idx="174">
                  <c:v>47.6</c:v>
                </c:pt>
                <c:pt idx="175">
                  <c:v>47.6</c:v>
                </c:pt>
                <c:pt idx="176">
                  <c:v>48.4</c:v>
                </c:pt>
                <c:pt idx="177">
                  <c:v>48.4</c:v>
                </c:pt>
                <c:pt idx="178">
                  <c:v>48.8</c:v>
                </c:pt>
                <c:pt idx="179">
                  <c:v>48.8</c:v>
                </c:pt>
                <c:pt idx="180">
                  <c:v>49.6</c:v>
                </c:pt>
                <c:pt idx="181">
                  <c:v>50</c:v>
                </c:pt>
                <c:pt idx="182">
                  <c:v>50.2</c:v>
                </c:pt>
                <c:pt idx="183">
                  <c:v>51</c:v>
                </c:pt>
                <c:pt idx="184">
                  <c:v>51.8</c:v>
                </c:pt>
                <c:pt idx="185">
                  <c:v>52.4</c:v>
                </c:pt>
                <c:pt idx="186">
                  <c:v>52.4</c:v>
                </c:pt>
                <c:pt idx="187">
                  <c:v>52.4</c:v>
                </c:pt>
                <c:pt idx="188">
                  <c:v>52.8</c:v>
                </c:pt>
                <c:pt idx="189">
                  <c:v>53.2</c:v>
                </c:pt>
                <c:pt idx="190">
                  <c:v>53.2</c:v>
                </c:pt>
                <c:pt idx="191">
                  <c:v>53.2</c:v>
                </c:pt>
                <c:pt idx="192">
                  <c:v>53.2</c:v>
                </c:pt>
                <c:pt idx="193">
                  <c:v>53.6</c:v>
                </c:pt>
                <c:pt idx="194">
                  <c:v>54</c:v>
                </c:pt>
                <c:pt idx="195">
                  <c:v>54.4</c:v>
                </c:pt>
                <c:pt idx="196">
                  <c:v>55.2</c:v>
                </c:pt>
                <c:pt idx="197">
                  <c:v>55.2</c:v>
                </c:pt>
                <c:pt idx="198">
                  <c:v>56</c:v>
                </c:pt>
                <c:pt idx="199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FF-43FE-A7B5-3F66125F65E0}"/>
            </c:ext>
          </c:extLst>
        </c:ser>
        <c:ser>
          <c:idx val="3"/>
          <c:order val="3"/>
          <c:tx>
            <c:strRef>
              <c:f>save1!$EF$1012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save1!$EF$1013:$EF$1212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0.8</c:v>
                </c:pt>
                <c:pt idx="4">
                  <c:v>1.2</c:v>
                </c:pt>
                <c:pt idx="5">
                  <c:v>1.6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2.4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  <c:pt idx="15">
                  <c:v>3.6</c:v>
                </c:pt>
                <c:pt idx="16">
                  <c:v>3.6</c:v>
                </c:pt>
                <c:pt idx="17">
                  <c:v>4</c:v>
                </c:pt>
                <c:pt idx="18">
                  <c:v>4.4000000000000004</c:v>
                </c:pt>
                <c:pt idx="19">
                  <c:v>4.4000000000000004</c:v>
                </c:pt>
                <c:pt idx="20">
                  <c:v>4.4000000000000004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5.4</c:v>
                </c:pt>
                <c:pt idx="25">
                  <c:v>5.8</c:v>
                </c:pt>
                <c:pt idx="26">
                  <c:v>6.2</c:v>
                </c:pt>
                <c:pt idx="27">
                  <c:v>6.8</c:v>
                </c:pt>
                <c:pt idx="28">
                  <c:v>6.8</c:v>
                </c:pt>
                <c:pt idx="29">
                  <c:v>6.8</c:v>
                </c:pt>
                <c:pt idx="30">
                  <c:v>7.2</c:v>
                </c:pt>
                <c:pt idx="31">
                  <c:v>7.2</c:v>
                </c:pt>
                <c:pt idx="32">
                  <c:v>8</c:v>
                </c:pt>
                <c:pt idx="33">
                  <c:v>8</c:v>
                </c:pt>
                <c:pt idx="34">
                  <c:v>8.4</c:v>
                </c:pt>
                <c:pt idx="35">
                  <c:v>8.6</c:v>
                </c:pt>
                <c:pt idx="36">
                  <c:v>9.4</c:v>
                </c:pt>
                <c:pt idx="37">
                  <c:v>9.8000000000000007</c:v>
                </c:pt>
                <c:pt idx="38">
                  <c:v>10.4</c:v>
                </c:pt>
                <c:pt idx="39">
                  <c:v>10.8</c:v>
                </c:pt>
                <c:pt idx="40">
                  <c:v>11.2</c:v>
                </c:pt>
                <c:pt idx="41">
                  <c:v>11.2</c:v>
                </c:pt>
                <c:pt idx="42">
                  <c:v>12</c:v>
                </c:pt>
                <c:pt idx="43">
                  <c:v>12.4</c:v>
                </c:pt>
                <c:pt idx="44">
                  <c:v>12.8</c:v>
                </c:pt>
                <c:pt idx="45">
                  <c:v>12.8</c:v>
                </c:pt>
                <c:pt idx="46">
                  <c:v>13.2</c:v>
                </c:pt>
                <c:pt idx="47">
                  <c:v>13.6</c:v>
                </c:pt>
                <c:pt idx="48">
                  <c:v>13.6</c:v>
                </c:pt>
                <c:pt idx="49">
                  <c:v>13.6</c:v>
                </c:pt>
                <c:pt idx="50">
                  <c:v>13.6</c:v>
                </c:pt>
                <c:pt idx="51">
                  <c:v>13.6</c:v>
                </c:pt>
                <c:pt idx="52">
                  <c:v>13.6</c:v>
                </c:pt>
                <c:pt idx="53">
                  <c:v>13.6</c:v>
                </c:pt>
                <c:pt idx="54">
                  <c:v>13.6</c:v>
                </c:pt>
                <c:pt idx="55">
                  <c:v>14</c:v>
                </c:pt>
                <c:pt idx="56">
                  <c:v>14.4</c:v>
                </c:pt>
                <c:pt idx="57">
                  <c:v>14.4</c:v>
                </c:pt>
                <c:pt idx="58">
                  <c:v>14.8</c:v>
                </c:pt>
                <c:pt idx="59">
                  <c:v>15</c:v>
                </c:pt>
                <c:pt idx="60">
                  <c:v>15.2</c:v>
                </c:pt>
                <c:pt idx="61">
                  <c:v>15.2</c:v>
                </c:pt>
                <c:pt idx="62">
                  <c:v>15.6</c:v>
                </c:pt>
                <c:pt idx="63">
                  <c:v>15.6</c:v>
                </c:pt>
                <c:pt idx="64">
                  <c:v>16.399999999999999</c:v>
                </c:pt>
                <c:pt idx="65">
                  <c:v>16.8</c:v>
                </c:pt>
                <c:pt idx="66">
                  <c:v>16.8</c:v>
                </c:pt>
                <c:pt idx="67">
                  <c:v>16.8</c:v>
                </c:pt>
                <c:pt idx="68">
                  <c:v>17.399999999999999</c:v>
                </c:pt>
                <c:pt idx="69">
                  <c:v>17.399999999999999</c:v>
                </c:pt>
                <c:pt idx="70">
                  <c:v>17.399999999999999</c:v>
                </c:pt>
                <c:pt idx="71">
                  <c:v>17.399999999999999</c:v>
                </c:pt>
                <c:pt idx="72">
                  <c:v>17.399999999999999</c:v>
                </c:pt>
                <c:pt idx="73">
                  <c:v>17.399999999999999</c:v>
                </c:pt>
                <c:pt idx="74">
                  <c:v>17.399999999999999</c:v>
                </c:pt>
                <c:pt idx="75">
                  <c:v>17.399999999999999</c:v>
                </c:pt>
                <c:pt idx="76">
                  <c:v>17.399999999999999</c:v>
                </c:pt>
                <c:pt idx="77">
                  <c:v>17.8</c:v>
                </c:pt>
                <c:pt idx="78">
                  <c:v>18.2</c:v>
                </c:pt>
                <c:pt idx="79">
                  <c:v>18.8</c:v>
                </c:pt>
                <c:pt idx="80">
                  <c:v>19.600000000000001</c:v>
                </c:pt>
                <c:pt idx="81">
                  <c:v>20.399999999999999</c:v>
                </c:pt>
                <c:pt idx="82">
                  <c:v>20.8</c:v>
                </c:pt>
                <c:pt idx="83">
                  <c:v>20.8</c:v>
                </c:pt>
                <c:pt idx="84">
                  <c:v>20.8</c:v>
                </c:pt>
                <c:pt idx="85">
                  <c:v>20.8</c:v>
                </c:pt>
                <c:pt idx="86">
                  <c:v>21.6</c:v>
                </c:pt>
                <c:pt idx="87">
                  <c:v>22.8</c:v>
                </c:pt>
                <c:pt idx="88">
                  <c:v>23.8</c:v>
                </c:pt>
                <c:pt idx="89">
                  <c:v>24.6</c:v>
                </c:pt>
                <c:pt idx="90">
                  <c:v>24.6</c:v>
                </c:pt>
                <c:pt idx="91">
                  <c:v>25</c:v>
                </c:pt>
                <c:pt idx="92">
                  <c:v>25</c:v>
                </c:pt>
                <c:pt idx="93">
                  <c:v>25</c:v>
                </c:pt>
                <c:pt idx="94">
                  <c:v>25.2</c:v>
                </c:pt>
                <c:pt idx="95">
                  <c:v>25.6</c:v>
                </c:pt>
                <c:pt idx="96">
                  <c:v>26</c:v>
                </c:pt>
                <c:pt idx="97">
                  <c:v>26</c:v>
                </c:pt>
                <c:pt idx="98">
                  <c:v>26.4</c:v>
                </c:pt>
                <c:pt idx="99">
                  <c:v>27.2</c:v>
                </c:pt>
                <c:pt idx="100">
                  <c:v>27.2</c:v>
                </c:pt>
                <c:pt idx="101">
                  <c:v>27.6</c:v>
                </c:pt>
                <c:pt idx="102">
                  <c:v>27.6</c:v>
                </c:pt>
                <c:pt idx="103">
                  <c:v>27.6</c:v>
                </c:pt>
                <c:pt idx="104">
                  <c:v>27.6</c:v>
                </c:pt>
                <c:pt idx="105">
                  <c:v>28</c:v>
                </c:pt>
                <c:pt idx="106">
                  <c:v>28</c:v>
                </c:pt>
                <c:pt idx="107">
                  <c:v>28</c:v>
                </c:pt>
                <c:pt idx="108">
                  <c:v>28</c:v>
                </c:pt>
                <c:pt idx="109">
                  <c:v>28.4</c:v>
                </c:pt>
                <c:pt idx="110">
                  <c:v>28.4</c:v>
                </c:pt>
                <c:pt idx="111">
                  <c:v>28.4</c:v>
                </c:pt>
                <c:pt idx="112">
                  <c:v>28.8</c:v>
                </c:pt>
                <c:pt idx="113">
                  <c:v>28.8</c:v>
                </c:pt>
                <c:pt idx="114">
                  <c:v>29.2</c:v>
                </c:pt>
                <c:pt idx="115">
                  <c:v>29.2</c:v>
                </c:pt>
                <c:pt idx="116">
                  <c:v>29.6</c:v>
                </c:pt>
                <c:pt idx="117">
                  <c:v>29.6</c:v>
                </c:pt>
                <c:pt idx="118">
                  <c:v>30</c:v>
                </c:pt>
                <c:pt idx="119">
                  <c:v>30</c:v>
                </c:pt>
                <c:pt idx="120">
                  <c:v>30.4</c:v>
                </c:pt>
                <c:pt idx="121">
                  <c:v>30.4</c:v>
                </c:pt>
                <c:pt idx="122">
                  <c:v>30.8</c:v>
                </c:pt>
                <c:pt idx="123">
                  <c:v>31.2</c:v>
                </c:pt>
                <c:pt idx="124">
                  <c:v>31.6</c:v>
                </c:pt>
                <c:pt idx="125">
                  <c:v>31.6</c:v>
                </c:pt>
                <c:pt idx="126">
                  <c:v>32</c:v>
                </c:pt>
                <c:pt idx="127">
                  <c:v>32</c:v>
                </c:pt>
                <c:pt idx="128">
                  <c:v>32</c:v>
                </c:pt>
                <c:pt idx="129">
                  <c:v>32</c:v>
                </c:pt>
                <c:pt idx="130">
                  <c:v>32.799999999999997</c:v>
                </c:pt>
                <c:pt idx="131">
                  <c:v>33.200000000000003</c:v>
                </c:pt>
                <c:pt idx="132">
                  <c:v>33.200000000000003</c:v>
                </c:pt>
                <c:pt idx="133">
                  <c:v>33.200000000000003</c:v>
                </c:pt>
                <c:pt idx="134">
                  <c:v>34</c:v>
                </c:pt>
                <c:pt idx="135">
                  <c:v>34</c:v>
                </c:pt>
                <c:pt idx="136">
                  <c:v>34</c:v>
                </c:pt>
                <c:pt idx="137">
                  <c:v>34.4</c:v>
                </c:pt>
                <c:pt idx="138">
                  <c:v>34.4</c:v>
                </c:pt>
                <c:pt idx="139">
                  <c:v>34.4</c:v>
                </c:pt>
                <c:pt idx="140">
                  <c:v>34.799999999999997</c:v>
                </c:pt>
                <c:pt idx="141">
                  <c:v>35.6</c:v>
                </c:pt>
                <c:pt idx="142">
                  <c:v>36</c:v>
                </c:pt>
                <c:pt idx="143">
                  <c:v>36.6</c:v>
                </c:pt>
                <c:pt idx="144">
                  <c:v>36.6</c:v>
                </c:pt>
                <c:pt idx="145">
                  <c:v>36.6</c:v>
                </c:pt>
                <c:pt idx="146">
                  <c:v>36.6</c:v>
                </c:pt>
                <c:pt idx="147">
                  <c:v>37.4</c:v>
                </c:pt>
                <c:pt idx="148">
                  <c:v>37.799999999999997</c:v>
                </c:pt>
                <c:pt idx="149">
                  <c:v>37.799999999999997</c:v>
                </c:pt>
                <c:pt idx="150">
                  <c:v>37.799999999999997</c:v>
                </c:pt>
                <c:pt idx="151">
                  <c:v>37.799999999999997</c:v>
                </c:pt>
                <c:pt idx="152">
                  <c:v>38.200000000000003</c:v>
                </c:pt>
                <c:pt idx="153">
                  <c:v>38.200000000000003</c:v>
                </c:pt>
                <c:pt idx="154">
                  <c:v>38.6</c:v>
                </c:pt>
                <c:pt idx="155">
                  <c:v>38.6</c:v>
                </c:pt>
                <c:pt idx="156">
                  <c:v>38.6</c:v>
                </c:pt>
                <c:pt idx="157">
                  <c:v>38.6</c:v>
                </c:pt>
                <c:pt idx="158">
                  <c:v>38.6</c:v>
                </c:pt>
                <c:pt idx="159">
                  <c:v>39</c:v>
                </c:pt>
                <c:pt idx="160">
                  <c:v>39</c:v>
                </c:pt>
                <c:pt idx="161">
                  <c:v>39</c:v>
                </c:pt>
                <c:pt idx="162">
                  <c:v>39.4</c:v>
                </c:pt>
                <c:pt idx="163">
                  <c:v>39.4</c:v>
                </c:pt>
                <c:pt idx="164">
                  <c:v>39.4</c:v>
                </c:pt>
                <c:pt idx="165">
                  <c:v>39.4</c:v>
                </c:pt>
                <c:pt idx="166">
                  <c:v>39.799999999999997</c:v>
                </c:pt>
                <c:pt idx="167">
                  <c:v>39.799999999999997</c:v>
                </c:pt>
                <c:pt idx="168">
                  <c:v>40</c:v>
                </c:pt>
                <c:pt idx="169">
                  <c:v>40</c:v>
                </c:pt>
                <c:pt idx="170">
                  <c:v>40.4</c:v>
                </c:pt>
                <c:pt idx="171">
                  <c:v>41.2</c:v>
                </c:pt>
                <c:pt idx="172">
                  <c:v>41.6</c:v>
                </c:pt>
                <c:pt idx="173">
                  <c:v>42</c:v>
                </c:pt>
                <c:pt idx="174">
                  <c:v>42</c:v>
                </c:pt>
                <c:pt idx="175">
                  <c:v>42.4</c:v>
                </c:pt>
                <c:pt idx="176">
                  <c:v>42.4</c:v>
                </c:pt>
                <c:pt idx="177">
                  <c:v>42.4</c:v>
                </c:pt>
                <c:pt idx="178">
                  <c:v>42.8</c:v>
                </c:pt>
                <c:pt idx="179">
                  <c:v>43.2</c:v>
                </c:pt>
                <c:pt idx="180">
                  <c:v>43.4</c:v>
                </c:pt>
                <c:pt idx="181">
                  <c:v>43.4</c:v>
                </c:pt>
                <c:pt idx="182">
                  <c:v>43.8</c:v>
                </c:pt>
                <c:pt idx="183">
                  <c:v>43.8</c:v>
                </c:pt>
                <c:pt idx="184">
                  <c:v>43.8</c:v>
                </c:pt>
                <c:pt idx="185">
                  <c:v>43.8</c:v>
                </c:pt>
                <c:pt idx="186">
                  <c:v>44</c:v>
                </c:pt>
                <c:pt idx="187">
                  <c:v>44.4</c:v>
                </c:pt>
                <c:pt idx="188">
                  <c:v>44.4</c:v>
                </c:pt>
                <c:pt idx="189">
                  <c:v>44.4</c:v>
                </c:pt>
                <c:pt idx="190">
                  <c:v>44.4</c:v>
                </c:pt>
                <c:pt idx="191">
                  <c:v>44.8</c:v>
                </c:pt>
                <c:pt idx="192">
                  <c:v>45.2</c:v>
                </c:pt>
                <c:pt idx="193">
                  <c:v>45.6</c:v>
                </c:pt>
                <c:pt idx="194">
                  <c:v>46</c:v>
                </c:pt>
                <c:pt idx="195">
                  <c:v>46.4</c:v>
                </c:pt>
                <c:pt idx="196">
                  <c:v>46.4</c:v>
                </c:pt>
                <c:pt idx="197">
                  <c:v>46.4</c:v>
                </c:pt>
                <c:pt idx="198">
                  <c:v>46.4</c:v>
                </c:pt>
                <c:pt idx="199">
                  <c:v>46.4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FF-43FE-A7B5-3F66125F65E0}"/>
            </c:ext>
          </c:extLst>
        </c:ser>
        <c:ser>
          <c:idx val="4"/>
          <c:order val="4"/>
          <c:tx>
            <c:strRef>
              <c:f>save1!$EG$1012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save1!$EG$1013:$EG$1212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0.6</c:v>
                </c:pt>
                <c:pt idx="20">
                  <c:v>0.6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1.2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2.2000000000000002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2.2000000000000002</c:v>
                </c:pt>
                <c:pt idx="78">
                  <c:v>2.2000000000000002</c:v>
                </c:pt>
                <c:pt idx="79">
                  <c:v>2.2000000000000002</c:v>
                </c:pt>
                <c:pt idx="80">
                  <c:v>2.2000000000000002</c:v>
                </c:pt>
                <c:pt idx="81">
                  <c:v>2.2000000000000002</c:v>
                </c:pt>
                <c:pt idx="82">
                  <c:v>2.2000000000000002</c:v>
                </c:pt>
                <c:pt idx="83">
                  <c:v>2.4</c:v>
                </c:pt>
                <c:pt idx="84">
                  <c:v>2.4</c:v>
                </c:pt>
                <c:pt idx="85">
                  <c:v>2.6</c:v>
                </c:pt>
                <c:pt idx="86">
                  <c:v>2.6</c:v>
                </c:pt>
                <c:pt idx="87">
                  <c:v>2.6</c:v>
                </c:pt>
                <c:pt idx="88">
                  <c:v>2.8</c:v>
                </c:pt>
                <c:pt idx="89">
                  <c:v>2.8</c:v>
                </c:pt>
                <c:pt idx="90">
                  <c:v>2.8</c:v>
                </c:pt>
                <c:pt idx="91">
                  <c:v>2.8</c:v>
                </c:pt>
                <c:pt idx="92">
                  <c:v>2.8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3.2</c:v>
                </c:pt>
                <c:pt idx="115">
                  <c:v>3.2</c:v>
                </c:pt>
                <c:pt idx="116">
                  <c:v>3.2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3.4</c:v>
                </c:pt>
                <c:pt idx="121">
                  <c:v>3.4</c:v>
                </c:pt>
                <c:pt idx="122">
                  <c:v>3.4</c:v>
                </c:pt>
                <c:pt idx="123">
                  <c:v>3.4</c:v>
                </c:pt>
                <c:pt idx="124">
                  <c:v>3.4</c:v>
                </c:pt>
                <c:pt idx="125">
                  <c:v>3.4</c:v>
                </c:pt>
                <c:pt idx="126">
                  <c:v>3.4</c:v>
                </c:pt>
                <c:pt idx="127">
                  <c:v>3.4</c:v>
                </c:pt>
                <c:pt idx="128">
                  <c:v>3.4</c:v>
                </c:pt>
                <c:pt idx="129">
                  <c:v>3.4</c:v>
                </c:pt>
                <c:pt idx="130">
                  <c:v>3.4</c:v>
                </c:pt>
                <c:pt idx="131">
                  <c:v>3.4</c:v>
                </c:pt>
                <c:pt idx="132">
                  <c:v>3.4</c:v>
                </c:pt>
                <c:pt idx="133">
                  <c:v>3.6</c:v>
                </c:pt>
                <c:pt idx="134">
                  <c:v>3.6</c:v>
                </c:pt>
                <c:pt idx="135">
                  <c:v>3.6</c:v>
                </c:pt>
                <c:pt idx="136">
                  <c:v>3.6</c:v>
                </c:pt>
                <c:pt idx="137">
                  <c:v>3.8</c:v>
                </c:pt>
                <c:pt idx="138">
                  <c:v>3.8</c:v>
                </c:pt>
                <c:pt idx="139">
                  <c:v>3.8</c:v>
                </c:pt>
                <c:pt idx="140">
                  <c:v>4</c:v>
                </c:pt>
                <c:pt idx="141">
                  <c:v>4</c:v>
                </c:pt>
                <c:pt idx="142">
                  <c:v>4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4.5999999999999996</c:v>
                </c:pt>
                <c:pt idx="163">
                  <c:v>4.8</c:v>
                </c:pt>
                <c:pt idx="164">
                  <c:v>4.8</c:v>
                </c:pt>
                <c:pt idx="165">
                  <c:v>4.8</c:v>
                </c:pt>
                <c:pt idx="166">
                  <c:v>4.8</c:v>
                </c:pt>
                <c:pt idx="167">
                  <c:v>4.8</c:v>
                </c:pt>
                <c:pt idx="168">
                  <c:v>5</c:v>
                </c:pt>
                <c:pt idx="169">
                  <c:v>5</c:v>
                </c:pt>
                <c:pt idx="170">
                  <c:v>5.2</c:v>
                </c:pt>
                <c:pt idx="171">
                  <c:v>5.2</c:v>
                </c:pt>
                <c:pt idx="172">
                  <c:v>5.2</c:v>
                </c:pt>
                <c:pt idx="173">
                  <c:v>5.2</c:v>
                </c:pt>
                <c:pt idx="174">
                  <c:v>5.2</c:v>
                </c:pt>
                <c:pt idx="175">
                  <c:v>5.2</c:v>
                </c:pt>
                <c:pt idx="176">
                  <c:v>5.2</c:v>
                </c:pt>
                <c:pt idx="177">
                  <c:v>5.2</c:v>
                </c:pt>
                <c:pt idx="178">
                  <c:v>5.2</c:v>
                </c:pt>
                <c:pt idx="179">
                  <c:v>5.2</c:v>
                </c:pt>
                <c:pt idx="180">
                  <c:v>5.2</c:v>
                </c:pt>
                <c:pt idx="181">
                  <c:v>5.2</c:v>
                </c:pt>
                <c:pt idx="182">
                  <c:v>5.2</c:v>
                </c:pt>
                <c:pt idx="183">
                  <c:v>5.2</c:v>
                </c:pt>
                <c:pt idx="184">
                  <c:v>5.2</c:v>
                </c:pt>
                <c:pt idx="185">
                  <c:v>5.2</c:v>
                </c:pt>
                <c:pt idx="186">
                  <c:v>5.2</c:v>
                </c:pt>
                <c:pt idx="187">
                  <c:v>5.2</c:v>
                </c:pt>
                <c:pt idx="188">
                  <c:v>5.2</c:v>
                </c:pt>
                <c:pt idx="189">
                  <c:v>5.2</c:v>
                </c:pt>
                <c:pt idx="190">
                  <c:v>5.2</c:v>
                </c:pt>
                <c:pt idx="191">
                  <c:v>5.2</c:v>
                </c:pt>
                <c:pt idx="192">
                  <c:v>5.2</c:v>
                </c:pt>
                <c:pt idx="193">
                  <c:v>5.2</c:v>
                </c:pt>
                <c:pt idx="194">
                  <c:v>5.4</c:v>
                </c:pt>
                <c:pt idx="195">
                  <c:v>5.4</c:v>
                </c:pt>
                <c:pt idx="196">
                  <c:v>5.4</c:v>
                </c:pt>
                <c:pt idx="197">
                  <c:v>5.6</c:v>
                </c:pt>
                <c:pt idx="198">
                  <c:v>5.6</c:v>
                </c:pt>
                <c:pt idx="199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8FF-43FE-A7B5-3F66125F65E0}"/>
            </c:ext>
          </c:extLst>
        </c:ser>
        <c:ser>
          <c:idx val="5"/>
          <c:order val="5"/>
          <c:tx>
            <c:strRef>
              <c:f>save1!$EH$1012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save1!$EH$1013:$EH$1212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0.8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1.6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2.4</c:v>
                </c:pt>
                <c:pt idx="33">
                  <c:v>2.4</c:v>
                </c:pt>
                <c:pt idx="34">
                  <c:v>2.4</c:v>
                </c:pt>
                <c:pt idx="35">
                  <c:v>2.8</c:v>
                </c:pt>
                <c:pt idx="36">
                  <c:v>2.8</c:v>
                </c:pt>
                <c:pt idx="37">
                  <c:v>3.6</c:v>
                </c:pt>
                <c:pt idx="38">
                  <c:v>3.6</c:v>
                </c:pt>
                <c:pt idx="39">
                  <c:v>3.6</c:v>
                </c:pt>
                <c:pt idx="40">
                  <c:v>3.6</c:v>
                </c:pt>
                <c:pt idx="41">
                  <c:v>3.6</c:v>
                </c:pt>
                <c:pt idx="42">
                  <c:v>3.6</c:v>
                </c:pt>
                <c:pt idx="43">
                  <c:v>3.6</c:v>
                </c:pt>
                <c:pt idx="44">
                  <c:v>3.6</c:v>
                </c:pt>
                <c:pt idx="45">
                  <c:v>3.6</c:v>
                </c:pt>
                <c:pt idx="46">
                  <c:v>3.6</c:v>
                </c:pt>
                <c:pt idx="47">
                  <c:v>3.6</c:v>
                </c:pt>
                <c:pt idx="48">
                  <c:v>3.6</c:v>
                </c:pt>
                <c:pt idx="49">
                  <c:v>3.6</c:v>
                </c:pt>
                <c:pt idx="50">
                  <c:v>3.6</c:v>
                </c:pt>
                <c:pt idx="51">
                  <c:v>3.6</c:v>
                </c:pt>
                <c:pt idx="52">
                  <c:v>3.6</c:v>
                </c:pt>
                <c:pt idx="53">
                  <c:v>3.6</c:v>
                </c:pt>
                <c:pt idx="54">
                  <c:v>3.6</c:v>
                </c:pt>
                <c:pt idx="55">
                  <c:v>3.6</c:v>
                </c:pt>
                <c:pt idx="56">
                  <c:v>3.6</c:v>
                </c:pt>
                <c:pt idx="57">
                  <c:v>3.6</c:v>
                </c:pt>
                <c:pt idx="58">
                  <c:v>3.6</c:v>
                </c:pt>
                <c:pt idx="59">
                  <c:v>4</c:v>
                </c:pt>
                <c:pt idx="60">
                  <c:v>4.4000000000000004</c:v>
                </c:pt>
                <c:pt idx="61">
                  <c:v>4.4000000000000004</c:v>
                </c:pt>
                <c:pt idx="62">
                  <c:v>4.4000000000000004</c:v>
                </c:pt>
                <c:pt idx="63">
                  <c:v>4.4000000000000004</c:v>
                </c:pt>
                <c:pt idx="64">
                  <c:v>4.4000000000000004</c:v>
                </c:pt>
                <c:pt idx="65">
                  <c:v>4.8</c:v>
                </c:pt>
                <c:pt idx="66">
                  <c:v>4.8</c:v>
                </c:pt>
                <c:pt idx="67">
                  <c:v>4.8</c:v>
                </c:pt>
                <c:pt idx="68">
                  <c:v>5.2</c:v>
                </c:pt>
                <c:pt idx="69">
                  <c:v>5.6</c:v>
                </c:pt>
                <c:pt idx="70">
                  <c:v>5.6</c:v>
                </c:pt>
                <c:pt idx="71">
                  <c:v>5.6</c:v>
                </c:pt>
                <c:pt idx="72">
                  <c:v>5.6</c:v>
                </c:pt>
                <c:pt idx="73">
                  <c:v>5.6</c:v>
                </c:pt>
                <c:pt idx="74">
                  <c:v>5.6</c:v>
                </c:pt>
                <c:pt idx="75">
                  <c:v>5.6</c:v>
                </c:pt>
                <c:pt idx="76">
                  <c:v>5.6</c:v>
                </c:pt>
                <c:pt idx="77">
                  <c:v>5.6</c:v>
                </c:pt>
                <c:pt idx="78">
                  <c:v>5.6</c:v>
                </c:pt>
                <c:pt idx="79">
                  <c:v>6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6.4</c:v>
                </c:pt>
                <c:pt idx="89">
                  <c:v>6.4</c:v>
                </c:pt>
                <c:pt idx="90">
                  <c:v>6.4</c:v>
                </c:pt>
                <c:pt idx="91">
                  <c:v>6.4</c:v>
                </c:pt>
                <c:pt idx="92">
                  <c:v>6.4</c:v>
                </c:pt>
                <c:pt idx="93">
                  <c:v>6.4</c:v>
                </c:pt>
                <c:pt idx="94">
                  <c:v>6.8</c:v>
                </c:pt>
                <c:pt idx="95">
                  <c:v>6.8</c:v>
                </c:pt>
                <c:pt idx="96">
                  <c:v>6.8</c:v>
                </c:pt>
                <c:pt idx="97">
                  <c:v>6.8</c:v>
                </c:pt>
                <c:pt idx="98">
                  <c:v>6.8</c:v>
                </c:pt>
                <c:pt idx="99">
                  <c:v>7.2</c:v>
                </c:pt>
                <c:pt idx="100">
                  <c:v>7.2</c:v>
                </c:pt>
                <c:pt idx="101">
                  <c:v>7.2</c:v>
                </c:pt>
                <c:pt idx="102">
                  <c:v>7.2</c:v>
                </c:pt>
                <c:pt idx="103">
                  <c:v>7.2</c:v>
                </c:pt>
                <c:pt idx="104">
                  <c:v>7.2</c:v>
                </c:pt>
                <c:pt idx="105">
                  <c:v>7.6</c:v>
                </c:pt>
                <c:pt idx="106">
                  <c:v>7.6</c:v>
                </c:pt>
                <c:pt idx="107">
                  <c:v>7.6</c:v>
                </c:pt>
                <c:pt idx="108">
                  <c:v>7.6</c:v>
                </c:pt>
                <c:pt idx="109">
                  <c:v>7.6</c:v>
                </c:pt>
                <c:pt idx="110">
                  <c:v>7.6</c:v>
                </c:pt>
                <c:pt idx="111">
                  <c:v>7.6</c:v>
                </c:pt>
                <c:pt idx="112">
                  <c:v>7.6</c:v>
                </c:pt>
                <c:pt idx="113">
                  <c:v>7.6</c:v>
                </c:pt>
                <c:pt idx="114">
                  <c:v>7.6</c:v>
                </c:pt>
                <c:pt idx="115">
                  <c:v>7.6</c:v>
                </c:pt>
                <c:pt idx="116">
                  <c:v>7.6</c:v>
                </c:pt>
                <c:pt idx="117">
                  <c:v>7.6</c:v>
                </c:pt>
                <c:pt idx="118">
                  <c:v>7.6</c:v>
                </c:pt>
                <c:pt idx="119">
                  <c:v>7.6</c:v>
                </c:pt>
                <c:pt idx="120">
                  <c:v>7.6</c:v>
                </c:pt>
                <c:pt idx="121">
                  <c:v>7.6</c:v>
                </c:pt>
                <c:pt idx="122">
                  <c:v>7.6</c:v>
                </c:pt>
                <c:pt idx="123">
                  <c:v>7.6</c:v>
                </c:pt>
                <c:pt idx="124">
                  <c:v>7.6</c:v>
                </c:pt>
                <c:pt idx="125">
                  <c:v>7.6</c:v>
                </c:pt>
                <c:pt idx="126">
                  <c:v>7.6</c:v>
                </c:pt>
                <c:pt idx="127">
                  <c:v>7.6</c:v>
                </c:pt>
                <c:pt idx="128">
                  <c:v>7.6</c:v>
                </c:pt>
                <c:pt idx="129">
                  <c:v>7.6</c:v>
                </c:pt>
                <c:pt idx="130">
                  <c:v>8</c:v>
                </c:pt>
                <c:pt idx="131">
                  <c:v>8</c:v>
                </c:pt>
                <c:pt idx="132">
                  <c:v>8</c:v>
                </c:pt>
                <c:pt idx="133">
                  <c:v>8</c:v>
                </c:pt>
                <c:pt idx="134">
                  <c:v>8</c:v>
                </c:pt>
                <c:pt idx="135">
                  <c:v>8</c:v>
                </c:pt>
                <c:pt idx="136">
                  <c:v>8</c:v>
                </c:pt>
                <c:pt idx="137">
                  <c:v>8</c:v>
                </c:pt>
                <c:pt idx="138">
                  <c:v>8.6</c:v>
                </c:pt>
                <c:pt idx="139">
                  <c:v>8.6</c:v>
                </c:pt>
                <c:pt idx="140">
                  <c:v>8.6</c:v>
                </c:pt>
                <c:pt idx="141">
                  <c:v>9</c:v>
                </c:pt>
                <c:pt idx="142">
                  <c:v>9</c:v>
                </c:pt>
                <c:pt idx="143">
                  <c:v>9.8000000000000007</c:v>
                </c:pt>
                <c:pt idx="144">
                  <c:v>9.8000000000000007</c:v>
                </c:pt>
                <c:pt idx="145">
                  <c:v>9.8000000000000007</c:v>
                </c:pt>
                <c:pt idx="146">
                  <c:v>9.8000000000000007</c:v>
                </c:pt>
                <c:pt idx="147">
                  <c:v>9.8000000000000007</c:v>
                </c:pt>
                <c:pt idx="148">
                  <c:v>9.8000000000000007</c:v>
                </c:pt>
                <c:pt idx="149">
                  <c:v>9.8000000000000007</c:v>
                </c:pt>
                <c:pt idx="150">
                  <c:v>9.8000000000000007</c:v>
                </c:pt>
                <c:pt idx="151">
                  <c:v>9.8000000000000007</c:v>
                </c:pt>
                <c:pt idx="152">
                  <c:v>9.8000000000000007</c:v>
                </c:pt>
                <c:pt idx="153">
                  <c:v>9.8000000000000007</c:v>
                </c:pt>
                <c:pt idx="154">
                  <c:v>9.8000000000000007</c:v>
                </c:pt>
                <c:pt idx="155">
                  <c:v>9.8000000000000007</c:v>
                </c:pt>
                <c:pt idx="156">
                  <c:v>10.199999999999999</c:v>
                </c:pt>
                <c:pt idx="157">
                  <c:v>10.199999999999999</c:v>
                </c:pt>
                <c:pt idx="158">
                  <c:v>10.199999999999999</c:v>
                </c:pt>
                <c:pt idx="159">
                  <c:v>10.199999999999999</c:v>
                </c:pt>
                <c:pt idx="160">
                  <c:v>10.199999999999999</c:v>
                </c:pt>
                <c:pt idx="161">
                  <c:v>10.199999999999999</c:v>
                </c:pt>
                <c:pt idx="162">
                  <c:v>10.199999999999999</c:v>
                </c:pt>
                <c:pt idx="163">
                  <c:v>10.199999999999999</c:v>
                </c:pt>
                <c:pt idx="164">
                  <c:v>10.6</c:v>
                </c:pt>
                <c:pt idx="165">
                  <c:v>10.6</c:v>
                </c:pt>
                <c:pt idx="166">
                  <c:v>11</c:v>
                </c:pt>
                <c:pt idx="167">
                  <c:v>11</c:v>
                </c:pt>
                <c:pt idx="168">
                  <c:v>11.4</c:v>
                </c:pt>
                <c:pt idx="169">
                  <c:v>11.4</c:v>
                </c:pt>
                <c:pt idx="170">
                  <c:v>11.4</c:v>
                </c:pt>
                <c:pt idx="171">
                  <c:v>11.4</c:v>
                </c:pt>
                <c:pt idx="172">
                  <c:v>11.4</c:v>
                </c:pt>
                <c:pt idx="173">
                  <c:v>11.8</c:v>
                </c:pt>
                <c:pt idx="174">
                  <c:v>11.8</c:v>
                </c:pt>
                <c:pt idx="175">
                  <c:v>11.8</c:v>
                </c:pt>
                <c:pt idx="176">
                  <c:v>11.8</c:v>
                </c:pt>
                <c:pt idx="177">
                  <c:v>11.8</c:v>
                </c:pt>
                <c:pt idx="178">
                  <c:v>11.8</c:v>
                </c:pt>
                <c:pt idx="179">
                  <c:v>11.8</c:v>
                </c:pt>
                <c:pt idx="180">
                  <c:v>11.8</c:v>
                </c:pt>
                <c:pt idx="181">
                  <c:v>12.2</c:v>
                </c:pt>
                <c:pt idx="182">
                  <c:v>12.6</c:v>
                </c:pt>
                <c:pt idx="183">
                  <c:v>12.6</c:v>
                </c:pt>
                <c:pt idx="184">
                  <c:v>12.6</c:v>
                </c:pt>
                <c:pt idx="185">
                  <c:v>12.6</c:v>
                </c:pt>
                <c:pt idx="186">
                  <c:v>13</c:v>
                </c:pt>
                <c:pt idx="187">
                  <c:v>13</c:v>
                </c:pt>
                <c:pt idx="188">
                  <c:v>13</c:v>
                </c:pt>
                <c:pt idx="189">
                  <c:v>13</c:v>
                </c:pt>
                <c:pt idx="190">
                  <c:v>13</c:v>
                </c:pt>
                <c:pt idx="191">
                  <c:v>13</c:v>
                </c:pt>
                <c:pt idx="192">
                  <c:v>13</c:v>
                </c:pt>
                <c:pt idx="193">
                  <c:v>13</c:v>
                </c:pt>
                <c:pt idx="194">
                  <c:v>13.4</c:v>
                </c:pt>
                <c:pt idx="195">
                  <c:v>13.4</c:v>
                </c:pt>
                <c:pt idx="196">
                  <c:v>13.4</c:v>
                </c:pt>
                <c:pt idx="197">
                  <c:v>13.4</c:v>
                </c:pt>
                <c:pt idx="198">
                  <c:v>13.4</c:v>
                </c:pt>
                <c:pt idx="199">
                  <c:v>13.4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8FF-43FE-A7B5-3F66125F65E0}"/>
            </c:ext>
          </c:extLst>
        </c:ser>
        <c:ser>
          <c:idx val="6"/>
          <c:order val="6"/>
          <c:tx>
            <c:strRef>
              <c:f>save1!$EI$1012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save1!$EI$1013:$EI$1212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1.4</c:v>
                </c:pt>
                <c:pt idx="36">
                  <c:v>1.4</c:v>
                </c:pt>
                <c:pt idx="37">
                  <c:v>1.6</c:v>
                </c:pt>
                <c:pt idx="38">
                  <c:v>1.6</c:v>
                </c:pt>
                <c:pt idx="39">
                  <c:v>1.6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2.4</c:v>
                </c:pt>
                <c:pt idx="79">
                  <c:v>2.4</c:v>
                </c:pt>
                <c:pt idx="80">
                  <c:v>2.4</c:v>
                </c:pt>
                <c:pt idx="81">
                  <c:v>2.4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2.4</c:v>
                </c:pt>
                <c:pt idx="90">
                  <c:v>2.8</c:v>
                </c:pt>
                <c:pt idx="91">
                  <c:v>2.8</c:v>
                </c:pt>
                <c:pt idx="92">
                  <c:v>2.8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2.8</c:v>
                </c:pt>
                <c:pt idx="106">
                  <c:v>3.2</c:v>
                </c:pt>
                <c:pt idx="107">
                  <c:v>3.2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3.6</c:v>
                </c:pt>
                <c:pt idx="127">
                  <c:v>3.6</c:v>
                </c:pt>
                <c:pt idx="128">
                  <c:v>3.6</c:v>
                </c:pt>
                <c:pt idx="129">
                  <c:v>3.6</c:v>
                </c:pt>
                <c:pt idx="130">
                  <c:v>3.6</c:v>
                </c:pt>
                <c:pt idx="131">
                  <c:v>3.6</c:v>
                </c:pt>
                <c:pt idx="132">
                  <c:v>4</c:v>
                </c:pt>
                <c:pt idx="133">
                  <c:v>4</c:v>
                </c:pt>
                <c:pt idx="134">
                  <c:v>4</c:v>
                </c:pt>
                <c:pt idx="135">
                  <c:v>4</c:v>
                </c:pt>
                <c:pt idx="136">
                  <c:v>4</c:v>
                </c:pt>
                <c:pt idx="137">
                  <c:v>4</c:v>
                </c:pt>
                <c:pt idx="138">
                  <c:v>4.2</c:v>
                </c:pt>
                <c:pt idx="139">
                  <c:v>4.2</c:v>
                </c:pt>
                <c:pt idx="140">
                  <c:v>4.5999999999999996</c:v>
                </c:pt>
                <c:pt idx="141">
                  <c:v>4.5999999999999996</c:v>
                </c:pt>
                <c:pt idx="142">
                  <c:v>4.5999999999999996</c:v>
                </c:pt>
                <c:pt idx="143">
                  <c:v>5</c:v>
                </c:pt>
                <c:pt idx="144">
                  <c:v>5</c:v>
                </c:pt>
                <c:pt idx="145">
                  <c:v>5</c:v>
                </c:pt>
                <c:pt idx="146">
                  <c:v>5</c:v>
                </c:pt>
                <c:pt idx="147">
                  <c:v>5</c:v>
                </c:pt>
                <c:pt idx="148">
                  <c:v>5</c:v>
                </c:pt>
                <c:pt idx="149">
                  <c:v>5</c:v>
                </c:pt>
                <c:pt idx="150">
                  <c:v>5</c:v>
                </c:pt>
                <c:pt idx="151">
                  <c:v>5</c:v>
                </c:pt>
                <c:pt idx="152">
                  <c:v>5</c:v>
                </c:pt>
                <c:pt idx="153">
                  <c:v>5</c:v>
                </c:pt>
                <c:pt idx="154">
                  <c:v>5</c:v>
                </c:pt>
                <c:pt idx="155">
                  <c:v>5</c:v>
                </c:pt>
                <c:pt idx="156">
                  <c:v>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5.4</c:v>
                </c:pt>
                <c:pt idx="161">
                  <c:v>5.8</c:v>
                </c:pt>
                <c:pt idx="162">
                  <c:v>5.8</c:v>
                </c:pt>
                <c:pt idx="163">
                  <c:v>5.8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5.8</c:v>
                </c:pt>
                <c:pt idx="169">
                  <c:v>5.8</c:v>
                </c:pt>
                <c:pt idx="170">
                  <c:v>5.8</c:v>
                </c:pt>
                <c:pt idx="171">
                  <c:v>5.8</c:v>
                </c:pt>
                <c:pt idx="172">
                  <c:v>5.8</c:v>
                </c:pt>
                <c:pt idx="173">
                  <c:v>5.8</c:v>
                </c:pt>
                <c:pt idx="174">
                  <c:v>5.8</c:v>
                </c:pt>
                <c:pt idx="175">
                  <c:v>5.8</c:v>
                </c:pt>
                <c:pt idx="176">
                  <c:v>5.8</c:v>
                </c:pt>
                <c:pt idx="177">
                  <c:v>6.2</c:v>
                </c:pt>
                <c:pt idx="178">
                  <c:v>6.2</c:v>
                </c:pt>
                <c:pt idx="179">
                  <c:v>6.2</c:v>
                </c:pt>
                <c:pt idx="180">
                  <c:v>6.2</c:v>
                </c:pt>
                <c:pt idx="181">
                  <c:v>6.6</c:v>
                </c:pt>
                <c:pt idx="182">
                  <c:v>6.6</c:v>
                </c:pt>
                <c:pt idx="183">
                  <c:v>6.6</c:v>
                </c:pt>
                <c:pt idx="184">
                  <c:v>6.6</c:v>
                </c:pt>
                <c:pt idx="185">
                  <c:v>6.6</c:v>
                </c:pt>
                <c:pt idx="186">
                  <c:v>6.6</c:v>
                </c:pt>
                <c:pt idx="187">
                  <c:v>6.6</c:v>
                </c:pt>
                <c:pt idx="188">
                  <c:v>6.6</c:v>
                </c:pt>
                <c:pt idx="189">
                  <c:v>6.6</c:v>
                </c:pt>
                <c:pt idx="190">
                  <c:v>6.6</c:v>
                </c:pt>
                <c:pt idx="191">
                  <c:v>6.6</c:v>
                </c:pt>
                <c:pt idx="192">
                  <c:v>6.6</c:v>
                </c:pt>
                <c:pt idx="193">
                  <c:v>6.6</c:v>
                </c:pt>
                <c:pt idx="194">
                  <c:v>6.6</c:v>
                </c:pt>
                <c:pt idx="195">
                  <c:v>6.6</c:v>
                </c:pt>
                <c:pt idx="196">
                  <c:v>7</c:v>
                </c:pt>
                <c:pt idx="197">
                  <c:v>7</c:v>
                </c:pt>
                <c:pt idx="198">
                  <c:v>7</c:v>
                </c:pt>
                <c:pt idx="19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8FF-43FE-A7B5-3F66125F65E0}"/>
            </c:ext>
          </c:extLst>
        </c:ser>
        <c:ser>
          <c:idx val="7"/>
          <c:order val="7"/>
          <c:tx>
            <c:strRef>
              <c:f>save1!$EJ$1012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save1!$EJ$1013:$EJ$1212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0.8</c:v>
                </c:pt>
                <c:pt idx="39">
                  <c:v>0.8</c:v>
                </c:pt>
                <c:pt idx="40">
                  <c:v>0.8</c:v>
                </c:pt>
                <c:pt idx="41">
                  <c:v>0.8</c:v>
                </c:pt>
                <c:pt idx="42">
                  <c:v>0.8</c:v>
                </c:pt>
                <c:pt idx="43">
                  <c:v>0.8</c:v>
                </c:pt>
                <c:pt idx="44">
                  <c:v>0.8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0.8</c:v>
                </c:pt>
                <c:pt idx="88">
                  <c:v>0.8</c:v>
                </c:pt>
                <c:pt idx="89">
                  <c:v>0.8</c:v>
                </c:pt>
                <c:pt idx="90">
                  <c:v>0.8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0.8</c:v>
                </c:pt>
                <c:pt idx="99">
                  <c:v>0.8</c:v>
                </c:pt>
                <c:pt idx="100">
                  <c:v>0.8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0.8</c:v>
                </c:pt>
                <c:pt idx="122">
                  <c:v>0.8</c:v>
                </c:pt>
                <c:pt idx="123">
                  <c:v>0.8</c:v>
                </c:pt>
                <c:pt idx="124">
                  <c:v>0.8</c:v>
                </c:pt>
                <c:pt idx="125">
                  <c:v>0.8</c:v>
                </c:pt>
                <c:pt idx="126">
                  <c:v>0.8</c:v>
                </c:pt>
                <c:pt idx="127">
                  <c:v>0.8</c:v>
                </c:pt>
                <c:pt idx="128">
                  <c:v>0.8</c:v>
                </c:pt>
                <c:pt idx="129">
                  <c:v>1.2</c:v>
                </c:pt>
                <c:pt idx="130">
                  <c:v>1.2</c:v>
                </c:pt>
                <c:pt idx="131">
                  <c:v>1.2</c:v>
                </c:pt>
                <c:pt idx="132">
                  <c:v>1.2</c:v>
                </c:pt>
                <c:pt idx="133">
                  <c:v>1.2</c:v>
                </c:pt>
                <c:pt idx="134">
                  <c:v>1.2</c:v>
                </c:pt>
                <c:pt idx="135">
                  <c:v>1.2</c:v>
                </c:pt>
                <c:pt idx="136">
                  <c:v>1.2</c:v>
                </c:pt>
                <c:pt idx="137">
                  <c:v>1.2</c:v>
                </c:pt>
                <c:pt idx="138">
                  <c:v>1.2</c:v>
                </c:pt>
                <c:pt idx="139">
                  <c:v>1.2</c:v>
                </c:pt>
                <c:pt idx="140">
                  <c:v>1.2</c:v>
                </c:pt>
                <c:pt idx="141">
                  <c:v>1.2</c:v>
                </c:pt>
                <c:pt idx="142">
                  <c:v>1.2</c:v>
                </c:pt>
                <c:pt idx="143">
                  <c:v>1.2</c:v>
                </c:pt>
                <c:pt idx="144">
                  <c:v>1.2</c:v>
                </c:pt>
                <c:pt idx="145">
                  <c:v>1.2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1.2</c:v>
                </c:pt>
                <c:pt idx="153">
                  <c:v>1.2</c:v>
                </c:pt>
                <c:pt idx="154">
                  <c:v>1.2</c:v>
                </c:pt>
                <c:pt idx="155">
                  <c:v>1.2</c:v>
                </c:pt>
                <c:pt idx="156">
                  <c:v>1.2</c:v>
                </c:pt>
                <c:pt idx="157">
                  <c:v>1.2</c:v>
                </c:pt>
                <c:pt idx="158">
                  <c:v>1.2</c:v>
                </c:pt>
                <c:pt idx="159">
                  <c:v>1.2</c:v>
                </c:pt>
                <c:pt idx="160">
                  <c:v>1.2</c:v>
                </c:pt>
                <c:pt idx="161">
                  <c:v>1.2</c:v>
                </c:pt>
                <c:pt idx="162">
                  <c:v>1.2</c:v>
                </c:pt>
                <c:pt idx="163">
                  <c:v>1.2</c:v>
                </c:pt>
                <c:pt idx="164">
                  <c:v>1.2</c:v>
                </c:pt>
                <c:pt idx="165">
                  <c:v>1.2</c:v>
                </c:pt>
                <c:pt idx="166">
                  <c:v>1.2</c:v>
                </c:pt>
                <c:pt idx="167">
                  <c:v>1.2</c:v>
                </c:pt>
                <c:pt idx="168">
                  <c:v>1.2</c:v>
                </c:pt>
                <c:pt idx="169">
                  <c:v>1.2</c:v>
                </c:pt>
                <c:pt idx="170">
                  <c:v>1.2</c:v>
                </c:pt>
                <c:pt idx="171">
                  <c:v>1.2</c:v>
                </c:pt>
                <c:pt idx="172">
                  <c:v>1.2</c:v>
                </c:pt>
                <c:pt idx="173">
                  <c:v>1.2</c:v>
                </c:pt>
                <c:pt idx="174">
                  <c:v>1.2</c:v>
                </c:pt>
                <c:pt idx="175">
                  <c:v>1.2</c:v>
                </c:pt>
                <c:pt idx="176">
                  <c:v>1.2</c:v>
                </c:pt>
                <c:pt idx="177">
                  <c:v>1.2</c:v>
                </c:pt>
                <c:pt idx="178">
                  <c:v>1.2</c:v>
                </c:pt>
                <c:pt idx="179">
                  <c:v>1.2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2</c:v>
                </c:pt>
                <c:pt idx="186">
                  <c:v>2</c:v>
                </c:pt>
                <c:pt idx="187">
                  <c:v>2</c:v>
                </c:pt>
                <c:pt idx="188">
                  <c:v>2</c:v>
                </c:pt>
                <c:pt idx="189">
                  <c:v>2</c:v>
                </c:pt>
                <c:pt idx="190">
                  <c:v>2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8FF-43FE-A7B5-3F66125F65E0}"/>
            </c:ext>
          </c:extLst>
        </c:ser>
        <c:ser>
          <c:idx val="8"/>
          <c:order val="8"/>
          <c:tx>
            <c:strRef>
              <c:f>save1!$EK$1012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save1!$EK$1013:$EK$1212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0.2</c:v>
                </c:pt>
                <c:pt idx="178">
                  <c:v>0.2</c:v>
                </c:pt>
                <c:pt idx="179">
                  <c:v>0.2</c:v>
                </c:pt>
                <c:pt idx="180">
                  <c:v>0.2</c:v>
                </c:pt>
                <c:pt idx="181">
                  <c:v>0.2</c:v>
                </c:pt>
                <c:pt idx="182">
                  <c:v>0.2</c:v>
                </c:pt>
                <c:pt idx="183">
                  <c:v>0.2</c:v>
                </c:pt>
                <c:pt idx="184">
                  <c:v>0.2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8FF-43FE-A7B5-3F66125F65E0}"/>
            </c:ext>
          </c:extLst>
        </c:ser>
        <c:ser>
          <c:idx val="9"/>
          <c:order val="9"/>
          <c:tx>
            <c:strRef>
              <c:f>save1!$EL$1012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save1!$EL$1013:$EL$1212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8FF-43FE-A7B5-3F66125F6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(Contract from Below,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save1!$EU$1012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save1!$EU$1013:$EU$1212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2</c:v>
                </c:pt>
                <c:pt idx="8">
                  <c:v>4.2</c:v>
                </c:pt>
                <c:pt idx="9">
                  <c:v>4.5999999999999996</c:v>
                </c:pt>
                <c:pt idx="10">
                  <c:v>6</c:v>
                </c:pt>
                <c:pt idx="11">
                  <c:v>6.6</c:v>
                </c:pt>
                <c:pt idx="12">
                  <c:v>7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9.8000000000000007</c:v>
                </c:pt>
                <c:pt idx="17">
                  <c:v>10.199999999999999</c:v>
                </c:pt>
                <c:pt idx="18">
                  <c:v>10.199999999999999</c:v>
                </c:pt>
                <c:pt idx="19">
                  <c:v>11.4</c:v>
                </c:pt>
                <c:pt idx="20">
                  <c:v>12.6</c:v>
                </c:pt>
                <c:pt idx="21">
                  <c:v>12.6</c:v>
                </c:pt>
                <c:pt idx="22">
                  <c:v>12.6</c:v>
                </c:pt>
                <c:pt idx="23">
                  <c:v>13.4</c:v>
                </c:pt>
                <c:pt idx="24">
                  <c:v>15.8</c:v>
                </c:pt>
                <c:pt idx="25">
                  <c:v>16.399999999999999</c:v>
                </c:pt>
                <c:pt idx="26">
                  <c:v>18.600000000000001</c:v>
                </c:pt>
                <c:pt idx="27">
                  <c:v>18.600000000000001</c:v>
                </c:pt>
                <c:pt idx="28">
                  <c:v>19.600000000000001</c:v>
                </c:pt>
                <c:pt idx="29">
                  <c:v>20</c:v>
                </c:pt>
                <c:pt idx="30">
                  <c:v>20</c:v>
                </c:pt>
                <c:pt idx="31">
                  <c:v>20.6</c:v>
                </c:pt>
                <c:pt idx="32">
                  <c:v>21.8</c:v>
                </c:pt>
                <c:pt idx="33">
                  <c:v>22.6</c:v>
                </c:pt>
                <c:pt idx="34">
                  <c:v>25</c:v>
                </c:pt>
                <c:pt idx="35">
                  <c:v>26</c:v>
                </c:pt>
                <c:pt idx="36">
                  <c:v>26.4</c:v>
                </c:pt>
                <c:pt idx="37">
                  <c:v>27.8</c:v>
                </c:pt>
                <c:pt idx="38">
                  <c:v>28.4</c:v>
                </c:pt>
                <c:pt idx="39">
                  <c:v>29.8</c:v>
                </c:pt>
                <c:pt idx="40">
                  <c:v>31.8</c:v>
                </c:pt>
                <c:pt idx="41">
                  <c:v>31.8</c:v>
                </c:pt>
                <c:pt idx="42">
                  <c:v>31.8</c:v>
                </c:pt>
                <c:pt idx="43">
                  <c:v>33</c:v>
                </c:pt>
                <c:pt idx="44">
                  <c:v>33.4</c:v>
                </c:pt>
                <c:pt idx="45">
                  <c:v>34.200000000000003</c:v>
                </c:pt>
                <c:pt idx="46">
                  <c:v>34.799999999999997</c:v>
                </c:pt>
                <c:pt idx="47">
                  <c:v>35</c:v>
                </c:pt>
                <c:pt idx="48">
                  <c:v>35.200000000000003</c:v>
                </c:pt>
                <c:pt idx="49">
                  <c:v>35.200000000000003</c:v>
                </c:pt>
                <c:pt idx="50">
                  <c:v>36.6</c:v>
                </c:pt>
                <c:pt idx="51">
                  <c:v>36.6</c:v>
                </c:pt>
                <c:pt idx="52">
                  <c:v>38</c:v>
                </c:pt>
                <c:pt idx="53">
                  <c:v>38</c:v>
                </c:pt>
                <c:pt idx="54">
                  <c:v>39.200000000000003</c:v>
                </c:pt>
                <c:pt idx="55">
                  <c:v>40.6</c:v>
                </c:pt>
                <c:pt idx="56">
                  <c:v>40.6</c:v>
                </c:pt>
                <c:pt idx="57">
                  <c:v>43.6</c:v>
                </c:pt>
                <c:pt idx="58">
                  <c:v>43.6</c:v>
                </c:pt>
                <c:pt idx="59">
                  <c:v>44.4</c:v>
                </c:pt>
                <c:pt idx="60">
                  <c:v>44.4</c:v>
                </c:pt>
                <c:pt idx="61">
                  <c:v>44.4</c:v>
                </c:pt>
                <c:pt idx="62">
                  <c:v>44.4</c:v>
                </c:pt>
                <c:pt idx="63">
                  <c:v>45.8</c:v>
                </c:pt>
                <c:pt idx="64">
                  <c:v>47.4</c:v>
                </c:pt>
                <c:pt idx="65">
                  <c:v>47.4</c:v>
                </c:pt>
                <c:pt idx="66">
                  <c:v>47.4</c:v>
                </c:pt>
                <c:pt idx="67">
                  <c:v>49</c:v>
                </c:pt>
                <c:pt idx="68">
                  <c:v>49.4</c:v>
                </c:pt>
                <c:pt idx="69">
                  <c:v>54</c:v>
                </c:pt>
                <c:pt idx="70">
                  <c:v>54.8</c:v>
                </c:pt>
                <c:pt idx="71">
                  <c:v>57.4</c:v>
                </c:pt>
                <c:pt idx="72">
                  <c:v>57.8</c:v>
                </c:pt>
                <c:pt idx="73">
                  <c:v>57.8</c:v>
                </c:pt>
                <c:pt idx="74">
                  <c:v>58</c:v>
                </c:pt>
                <c:pt idx="75">
                  <c:v>60.8</c:v>
                </c:pt>
                <c:pt idx="76">
                  <c:v>62.8</c:v>
                </c:pt>
                <c:pt idx="77">
                  <c:v>62.8</c:v>
                </c:pt>
                <c:pt idx="78">
                  <c:v>62.8</c:v>
                </c:pt>
                <c:pt idx="79">
                  <c:v>62.8</c:v>
                </c:pt>
                <c:pt idx="80">
                  <c:v>64</c:v>
                </c:pt>
                <c:pt idx="81">
                  <c:v>64</c:v>
                </c:pt>
                <c:pt idx="82">
                  <c:v>66</c:v>
                </c:pt>
                <c:pt idx="83">
                  <c:v>66.2</c:v>
                </c:pt>
                <c:pt idx="84">
                  <c:v>66.2</c:v>
                </c:pt>
                <c:pt idx="85">
                  <c:v>66.2</c:v>
                </c:pt>
                <c:pt idx="86">
                  <c:v>67</c:v>
                </c:pt>
                <c:pt idx="87">
                  <c:v>67</c:v>
                </c:pt>
                <c:pt idx="88">
                  <c:v>67</c:v>
                </c:pt>
                <c:pt idx="89">
                  <c:v>67.400000000000006</c:v>
                </c:pt>
                <c:pt idx="90">
                  <c:v>69.400000000000006</c:v>
                </c:pt>
                <c:pt idx="91">
                  <c:v>70.2</c:v>
                </c:pt>
                <c:pt idx="92">
                  <c:v>70.2</c:v>
                </c:pt>
                <c:pt idx="93">
                  <c:v>71.2</c:v>
                </c:pt>
                <c:pt idx="94">
                  <c:v>71.2</c:v>
                </c:pt>
                <c:pt idx="95">
                  <c:v>71.2</c:v>
                </c:pt>
                <c:pt idx="96">
                  <c:v>71.599999999999994</c:v>
                </c:pt>
                <c:pt idx="97">
                  <c:v>71.599999999999994</c:v>
                </c:pt>
                <c:pt idx="98">
                  <c:v>73.8</c:v>
                </c:pt>
                <c:pt idx="99">
                  <c:v>75.400000000000006</c:v>
                </c:pt>
                <c:pt idx="100">
                  <c:v>75.8</c:v>
                </c:pt>
                <c:pt idx="101">
                  <c:v>77.2</c:v>
                </c:pt>
                <c:pt idx="102">
                  <c:v>77.2</c:v>
                </c:pt>
                <c:pt idx="103">
                  <c:v>77.2</c:v>
                </c:pt>
                <c:pt idx="104">
                  <c:v>77.2</c:v>
                </c:pt>
                <c:pt idx="105">
                  <c:v>77.2</c:v>
                </c:pt>
                <c:pt idx="106">
                  <c:v>79.2</c:v>
                </c:pt>
                <c:pt idx="107">
                  <c:v>80.599999999999994</c:v>
                </c:pt>
                <c:pt idx="108">
                  <c:v>80.599999999999994</c:v>
                </c:pt>
                <c:pt idx="109">
                  <c:v>81.2</c:v>
                </c:pt>
                <c:pt idx="110">
                  <c:v>82.4</c:v>
                </c:pt>
                <c:pt idx="111">
                  <c:v>83.4</c:v>
                </c:pt>
                <c:pt idx="112">
                  <c:v>84</c:v>
                </c:pt>
                <c:pt idx="113">
                  <c:v>84.4</c:v>
                </c:pt>
                <c:pt idx="114">
                  <c:v>84.4</c:v>
                </c:pt>
                <c:pt idx="115">
                  <c:v>84.4</c:v>
                </c:pt>
                <c:pt idx="116">
                  <c:v>84.6</c:v>
                </c:pt>
                <c:pt idx="117">
                  <c:v>85.2</c:v>
                </c:pt>
                <c:pt idx="118">
                  <c:v>85.2</c:v>
                </c:pt>
                <c:pt idx="119">
                  <c:v>87.2</c:v>
                </c:pt>
                <c:pt idx="120">
                  <c:v>90.6</c:v>
                </c:pt>
                <c:pt idx="121">
                  <c:v>91.8</c:v>
                </c:pt>
                <c:pt idx="122">
                  <c:v>92.8</c:v>
                </c:pt>
                <c:pt idx="123">
                  <c:v>92.8</c:v>
                </c:pt>
                <c:pt idx="124">
                  <c:v>92.8</c:v>
                </c:pt>
                <c:pt idx="125">
                  <c:v>96.2</c:v>
                </c:pt>
                <c:pt idx="126">
                  <c:v>98.4</c:v>
                </c:pt>
                <c:pt idx="127">
                  <c:v>99.8</c:v>
                </c:pt>
                <c:pt idx="128">
                  <c:v>99.8</c:v>
                </c:pt>
                <c:pt idx="129">
                  <c:v>99.8</c:v>
                </c:pt>
                <c:pt idx="130">
                  <c:v>100.2</c:v>
                </c:pt>
                <c:pt idx="131">
                  <c:v>100.2</c:v>
                </c:pt>
                <c:pt idx="132">
                  <c:v>100.2</c:v>
                </c:pt>
                <c:pt idx="133">
                  <c:v>100.2</c:v>
                </c:pt>
                <c:pt idx="134">
                  <c:v>100.2</c:v>
                </c:pt>
                <c:pt idx="135">
                  <c:v>101.6</c:v>
                </c:pt>
                <c:pt idx="136">
                  <c:v>101.6</c:v>
                </c:pt>
                <c:pt idx="137">
                  <c:v>101.6</c:v>
                </c:pt>
                <c:pt idx="138">
                  <c:v>101.6</c:v>
                </c:pt>
                <c:pt idx="139">
                  <c:v>102.4</c:v>
                </c:pt>
                <c:pt idx="140">
                  <c:v>102.4</c:v>
                </c:pt>
                <c:pt idx="141">
                  <c:v>103.6</c:v>
                </c:pt>
                <c:pt idx="142">
                  <c:v>106.2</c:v>
                </c:pt>
                <c:pt idx="143">
                  <c:v>106.4</c:v>
                </c:pt>
                <c:pt idx="144">
                  <c:v>107</c:v>
                </c:pt>
                <c:pt idx="145">
                  <c:v>108.2</c:v>
                </c:pt>
                <c:pt idx="146">
                  <c:v>109</c:v>
                </c:pt>
                <c:pt idx="147">
                  <c:v>109</c:v>
                </c:pt>
                <c:pt idx="148">
                  <c:v>109.4</c:v>
                </c:pt>
                <c:pt idx="149">
                  <c:v>111.2</c:v>
                </c:pt>
                <c:pt idx="150">
                  <c:v>111.6</c:v>
                </c:pt>
                <c:pt idx="151">
                  <c:v>112.8</c:v>
                </c:pt>
                <c:pt idx="152">
                  <c:v>113.4</c:v>
                </c:pt>
                <c:pt idx="153">
                  <c:v>113.4</c:v>
                </c:pt>
                <c:pt idx="154">
                  <c:v>114</c:v>
                </c:pt>
                <c:pt idx="155">
                  <c:v>116.8</c:v>
                </c:pt>
                <c:pt idx="156">
                  <c:v>117</c:v>
                </c:pt>
                <c:pt idx="157">
                  <c:v>117</c:v>
                </c:pt>
                <c:pt idx="158">
                  <c:v>117.4</c:v>
                </c:pt>
                <c:pt idx="159">
                  <c:v>117.4</c:v>
                </c:pt>
                <c:pt idx="160">
                  <c:v>118.4</c:v>
                </c:pt>
                <c:pt idx="161">
                  <c:v>119.4</c:v>
                </c:pt>
                <c:pt idx="162">
                  <c:v>119.8</c:v>
                </c:pt>
                <c:pt idx="163">
                  <c:v>122.2</c:v>
                </c:pt>
                <c:pt idx="164">
                  <c:v>122.2</c:v>
                </c:pt>
                <c:pt idx="165">
                  <c:v>122.8</c:v>
                </c:pt>
                <c:pt idx="166">
                  <c:v>124.6</c:v>
                </c:pt>
                <c:pt idx="167">
                  <c:v>126</c:v>
                </c:pt>
                <c:pt idx="168">
                  <c:v>127.6</c:v>
                </c:pt>
                <c:pt idx="169">
                  <c:v>129.6</c:v>
                </c:pt>
                <c:pt idx="170">
                  <c:v>129.80000000000001</c:v>
                </c:pt>
                <c:pt idx="171">
                  <c:v>129.80000000000001</c:v>
                </c:pt>
                <c:pt idx="172">
                  <c:v>130.6</c:v>
                </c:pt>
                <c:pt idx="173">
                  <c:v>130.6</c:v>
                </c:pt>
                <c:pt idx="174">
                  <c:v>131.80000000000001</c:v>
                </c:pt>
                <c:pt idx="175">
                  <c:v>132.80000000000001</c:v>
                </c:pt>
                <c:pt idx="176">
                  <c:v>133</c:v>
                </c:pt>
                <c:pt idx="177">
                  <c:v>134.19999999999999</c:v>
                </c:pt>
                <c:pt idx="178">
                  <c:v>134.6</c:v>
                </c:pt>
                <c:pt idx="179">
                  <c:v>135.19999999999999</c:v>
                </c:pt>
                <c:pt idx="180">
                  <c:v>135.6</c:v>
                </c:pt>
                <c:pt idx="181">
                  <c:v>135.6</c:v>
                </c:pt>
                <c:pt idx="182">
                  <c:v>135.6</c:v>
                </c:pt>
                <c:pt idx="183">
                  <c:v>138.6</c:v>
                </c:pt>
                <c:pt idx="184">
                  <c:v>138.6</c:v>
                </c:pt>
                <c:pt idx="185">
                  <c:v>139.4</c:v>
                </c:pt>
                <c:pt idx="186">
                  <c:v>139.80000000000001</c:v>
                </c:pt>
                <c:pt idx="187">
                  <c:v>140.80000000000001</c:v>
                </c:pt>
                <c:pt idx="188">
                  <c:v>142</c:v>
                </c:pt>
                <c:pt idx="189">
                  <c:v>142.6</c:v>
                </c:pt>
                <c:pt idx="190">
                  <c:v>142.6</c:v>
                </c:pt>
                <c:pt idx="191">
                  <c:v>143.19999999999999</c:v>
                </c:pt>
                <c:pt idx="192">
                  <c:v>144.80000000000001</c:v>
                </c:pt>
                <c:pt idx="193">
                  <c:v>146.6</c:v>
                </c:pt>
                <c:pt idx="194">
                  <c:v>146.6</c:v>
                </c:pt>
                <c:pt idx="195">
                  <c:v>146.6</c:v>
                </c:pt>
                <c:pt idx="196">
                  <c:v>146.80000000000001</c:v>
                </c:pt>
                <c:pt idx="197">
                  <c:v>146.80000000000001</c:v>
                </c:pt>
                <c:pt idx="198">
                  <c:v>147.19999999999999</c:v>
                </c:pt>
                <c:pt idx="199">
                  <c:v>148.4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E4-44C1-814C-004B5AB389A3}"/>
            </c:ext>
          </c:extLst>
        </c:ser>
        <c:ser>
          <c:idx val="1"/>
          <c:order val="1"/>
          <c:tx>
            <c:strRef>
              <c:f>save1!$EV$1012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save1!$EV$1013:$EV$1212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2.2000000000000002</c:v>
                </c:pt>
                <c:pt idx="12">
                  <c:v>2.6</c:v>
                </c:pt>
                <c:pt idx="13">
                  <c:v>2.8</c:v>
                </c:pt>
                <c:pt idx="14">
                  <c:v>2.8</c:v>
                </c:pt>
                <c:pt idx="15">
                  <c:v>2.8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3.6</c:v>
                </c:pt>
                <c:pt idx="23">
                  <c:v>4.2</c:v>
                </c:pt>
                <c:pt idx="24">
                  <c:v>4.2</c:v>
                </c:pt>
                <c:pt idx="25">
                  <c:v>4.5999999999999996</c:v>
                </c:pt>
                <c:pt idx="26">
                  <c:v>4.8</c:v>
                </c:pt>
                <c:pt idx="27">
                  <c:v>5.8</c:v>
                </c:pt>
                <c:pt idx="28">
                  <c:v>6.6</c:v>
                </c:pt>
                <c:pt idx="29">
                  <c:v>6.8</c:v>
                </c:pt>
                <c:pt idx="30">
                  <c:v>7</c:v>
                </c:pt>
                <c:pt idx="31">
                  <c:v>7</c:v>
                </c:pt>
                <c:pt idx="32">
                  <c:v>7</c:v>
                </c:pt>
                <c:pt idx="33">
                  <c:v>7</c:v>
                </c:pt>
                <c:pt idx="34">
                  <c:v>7.2</c:v>
                </c:pt>
                <c:pt idx="35">
                  <c:v>7.2</c:v>
                </c:pt>
                <c:pt idx="36">
                  <c:v>7.4</c:v>
                </c:pt>
                <c:pt idx="37">
                  <c:v>7.4</c:v>
                </c:pt>
                <c:pt idx="38">
                  <c:v>7.4</c:v>
                </c:pt>
                <c:pt idx="39">
                  <c:v>7.8</c:v>
                </c:pt>
                <c:pt idx="40">
                  <c:v>8.4</c:v>
                </c:pt>
                <c:pt idx="41">
                  <c:v>8.4</c:v>
                </c:pt>
                <c:pt idx="42">
                  <c:v>8.4</c:v>
                </c:pt>
                <c:pt idx="43">
                  <c:v>9.1999999999999993</c:v>
                </c:pt>
                <c:pt idx="44">
                  <c:v>9.1999999999999993</c:v>
                </c:pt>
                <c:pt idx="45">
                  <c:v>9.4</c:v>
                </c:pt>
                <c:pt idx="46">
                  <c:v>10.4</c:v>
                </c:pt>
                <c:pt idx="47">
                  <c:v>10.6</c:v>
                </c:pt>
                <c:pt idx="48">
                  <c:v>10.8</c:v>
                </c:pt>
                <c:pt idx="49">
                  <c:v>10.8</c:v>
                </c:pt>
                <c:pt idx="50">
                  <c:v>11.2</c:v>
                </c:pt>
                <c:pt idx="51">
                  <c:v>11.2</c:v>
                </c:pt>
                <c:pt idx="52">
                  <c:v>11.4</c:v>
                </c:pt>
                <c:pt idx="53">
                  <c:v>11.8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12.6</c:v>
                </c:pt>
                <c:pt idx="58">
                  <c:v>12.6</c:v>
                </c:pt>
                <c:pt idx="59">
                  <c:v>12.8</c:v>
                </c:pt>
                <c:pt idx="60">
                  <c:v>12.8</c:v>
                </c:pt>
                <c:pt idx="61">
                  <c:v>13.2</c:v>
                </c:pt>
                <c:pt idx="62">
                  <c:v>13.6</c:v>
                </c:pt>
                <c:pt idx="63">
                  <c:v>14</c:v>
                </c:pt>
                <c:pt idx="64">
                  <c:v>14</c:v>
                </c:pt>
                <c:pt idx="65">
                  <c:v>14</c:v>
                </c:pt>
                <c:pt idx="66">
                  <c:v>14</c:v>
                </c:pt>
                <c:pt idx="67">
                  <c:v>14</c:v>
                </c:pt>
                <c:pt idx="68">
                  <c:v>14</c:v>
                </c:pt>
                <c:pt idx="69">
                  <c:v>14.4</c:v>
                </c:pt>
                <c:pt idx="70">
                  <c:v>14.8</c:v>
                </c:pt>
                <c:pt idx="71">
                  <c:v>15.2</c:v>
                </c:pt>
                <c:pt idx="72">
                  <c:v>15.2</c:v>
                </c:pt>
                <c:pt idx="73">
                  <c:v>15.2</c:v>
                </c:pt>
                <c:pt idx="74">
                  <c:v>15.6</c:v>
                </c:pt>
                <c:pt idx="75">
                  <c:v>16.399999999999999</c:v>
                </c:pt>
                <c:pt idx="76">
                  <c:v>16.8</c:v>
                </c:pt>
                <c:pt idx="77">
                  <c:v>17.2</c:v>
                </c:pt>
                <c:pt idx="78">
                  <c:v>18.600000000000001</c:v>
                </c:pt>
                <c:pt idx="79">
                  <c:v>18.600000000000001</c:v>
                </c:pt>
                <c:pt idx="80">
                  <c:v>19.399999999999999</c:v>
                </c:pt>
                <c:pt idx="81">
                  <c:v>19.8</c:v>
                </c:pt>
                <c:pt idx="82">
                  <c:v>19.8</c:v>
                </c:pt>
                <c:pt idx="83">
                  <c:v>20.399999999999999</c:v>
                </c:pt>
                <c:pt idx="84">
                  <c:v>20.8</c:v>
                </c:pt>
                <c:pt idx="85">
                  <c:v>20.8</c:v>
                </c:pt>
                <c:pt idx="86">
                  <c:v>21.2</c:v>
                </c:pt>
                <c:pt idx="87">
                  <c:v>21.2</c:v>
                </c:pt>
                <c:pt idx="88">
                  <c:v>21.2</c:v>
                </c:pt>
                <c:pt idx="89">
                  <c:v>21.8</c:v>
                </c:pt>
                <c:pt idx="90">
                  <c:v>22.2</c:v>
                </c:pt>
                <c:pt idx="91">
                  <c:v>22.6</c:v>
                </c:pt>
                <c:pt idx="92">
                  <c:v>22.8</c:v>
                </c:pt>
                <c:pt idx="93">
                  <c:v>23.6</c:v>
                </c:pt>
                <c:pt idx="94">
                  <c:v>24</c:v>
                </c:pt>
                <c:pt idx="95">
                  <c:v>24</c:v>
                </c:pt>
                <c:pt idx="96">
                  <c:v>24.2</c:v>
                </c:pt>
                <c:pt idx="97">
                  <c:v>24.6</c:v>
                </c:pt>
                <c:pt idx="98">
                  <c:v>24.8</c:v>
                </c:pt>
                <c:pt idx="99">
                  <c:v>25</c:v>
                </c:pt>
                <c:pt idx="100">
                  <c:v>25</c:v>
                </c:pt>
                <c:pt idx="101">
                  <c:v>25.6</c:v>
                </c:pt>
                <c:pt idx="102">
                  <c:v>26</c:v>
                </c:pt>
                <c:pt idx="103">
                  <c:v>26.4</c:v>
                </c:pt>
                <c:pt idx="104">
                  <c:v>26.8</c:v>
                </c:pt>
                <c:pt idx="105">
                  <c:v>26.8</c:v>
                </c:pt>
                <c:pt idx="106">
                  <c:v>27.4</c:v>
                </c:pt>
                <c:pt idx="107">
                  <c:v>28</c:v>
                </c:pt>
                <c:pt idx="108">
                  <c:v>28.8</c:v>
                </c:pt>
                <c:pt idx="109">
                  <c:v>28.8</c:v>
                </c:pt>
                <c:pt idx="110">
                  <c:v>29.2</c:v>
                </c:pt>
                <c:pt idx="111">
                  <c:v>30</c:v>
                </c:pt>
                <c:pt idx="112">
                  <c:v>30</c:v>
                </c:pt>
                <c:pt idx="113">
                  <c:v>30.4</c:v>
                </c:pt>
                <c:pt idx="114">
                  <c:v>30.8</c:v>
                </c:pt>
                <c:pt idx="115">
                  <c:v>30.8</c:v>
                </c:pt>
                <c:pt idx="116">
                  <c:v>30.8</c:v>
                </c:pt>
                <c:pt idx="117">
                  <c:v>31</c:v>
                </c:pt>
                <c:pt idx="118">
                  <c:v>31</c:v>
                </c:pt>
                <c:pt idx="119">
                  <c:v>31.4</c:v>
                </c:pt>
                <c:pt idx="120">
                  <c:v>32</c:v>
                </c:pt>
                <c:pt idx="121">
                  <c:v>32</c:v>
                </c:pt>
                <c:pt idx="122">
                  <c:v>32</c:v>
                </c:pt>
                <c:pt idx="123">
                  <c:v>32</c:v>
                </c:pt>
                <c:pt idx="124">
                  <c:v>32.799999999999997</c:v>
                </c:pt>
                <c:pt idx="125">
                  <c:v>33.6</c:v>
                </c:pt>
                <c:pt idx="126">
                  <c:v>34</c:v>
                </c:pt>
                <c:pt idx="127">
                  <c:v>34.4</c:v>
                </c:pt>
                <c:pt idx="128">
                  <c:v>34.4</c:v>
                </c:pt>
                <c:pt idx="129">
                  <c:v>34.4</c:v>
                </c:pt>
                <c:pt idx="130">
                  <c:v>34.4</c:v>
                </c:pt>
                <c:pt idx="131">
                  <c:v>35.4</c:v>
                </c:pt>
                <c:pt idx="132">
                  <c:v>35.4</c:v>
                </c:pt>
                <c:pt idx="133">
                  <c:v>35.4</c:v>
                </c:pt>
                <c:pt idx="134">
                  <c:v>35.4</c:v>
                </c:pt>
                <c:pt idx="135">
                  <c:v>36.4</c:v>
                </c:pt>
                <c:pt idx="136">
                  <c:v>36.799999999999997</c:v>
                </c:pt>
                <c:pt idx="137">
                  <c:v>36.799999999999997</c:v>
                </c:pt>
                <c:pt idx="138">
                  <c:v>36.799999999999997</c:v>
                </c:pt>
                <c:pt idx="139">
                  <c:v>37</c:v>
                </c:pt>
                <c:pt idx="140">
                  <c:v>38</c:v>
                </c:pt>
                <c:pt idx="141">
                  <c:v>39</c:v>
                </c:pt>
                <c:pt idx="142">
                  <c:v>39.200000000000003</c:v>
                </c:pt>
                <c:pt idx="143">
                  <c:v>39.200000000000003</c:v>
                </c:pt>
                <c:pt idx="144">
                  <c:v>39.4</c:v>
                </c:pt>
                <c:pt idx="145">
                  <c:v>39.6</c:v>
                </c:pt>
                <c:pt idx="146">
                  <c:v>40</c:v>
                </c:pt>
                <c:pt idx="147">
                  <c:v>40.4</c:v>
                </c:pt>
                <c:pt idx="148">
                  <c:v>40.799999999999997</c:v>
                </c:pt>
                <c:pt idx="149">
                  <c:v>41</c:v>
                </c:pt>
                <c:pt idx="150">
                  <c:v>41</c:v>
                </c:pt>
                <c:pt idx="151">
                  <c:v>41.2</c:v>
                </c:pt>
                <c:pt idx="152">
                  <c:v>41.6</c:v>
                </c:pt>
                <c:pt idx="153">
                  <c:v>41.6</c:v>
                </c:pt>
                <c:pt idx="154">
                  <c:v>41.8</c:v>
                </c:pt>
                <c:pt idx="155">
                  <c:v>41.8</c:v>
                </c:pt>
                <c:pt idx="156">
                  <c:v>41.8</c:v>
                </c:pt>
                <c:pt idx="157">
                  <c:v>41.8</c:v>
                </c:pt>
                <c:pt idx="158">
                  <c:v>42.4</c:v>
                </c:pt>
                <c:pt idx="159">
                  <c:v>42.4</c:v>
                </c:pt>
                <c:pt idx="160">
                  <c:v>42.8</c:v>
                </c:pt>
                <c:pt idx="161">
                  <c:v>42.8</c:v>
                </c:pt>
                <c:pt idx="162">
                  <c:v>42.8</c:v>
                </c:pt>
                <c:pt idx="163">
                  <c:v>43.2</c:v>
                </c:pt>
                <c:pt idx="164">
                  <c:v>43.2</c:v>
                </c:pt>
                <c:pt idx="165">
                  <c:v>44</c:v>
                </c:pt>
                <c:pt idx="166">
                  <c:v>44.2</c:v>
                </c:pt>
                <c:pt idx="167">
                  <c:v>44.6</c:v>
                </c:pt>
                <c:pt idx="168">
                  <c:v>45.2</c:v>
                </c:pt>
                <c:pt idx="169">
                  <c:v>45.4</c:v>
                </c:pt>
                <c:pt idx="170">
                  <c:v>45.4</c:v>
                </c:pt>
                <c:pt idx="171">
                  <c:v>45.4</c:v>
                </c:pt>
                <c:pt idx="172">
                  <c:v>45.8</c:v>
                </c:pt>
                <c:pt idx="173">
                  <c:v>45.8</c:v>
                </c:pt>
                <c:pt idx="174">
                  <c:v>46</c:v>
                </c:pt>
                <c:pt idx="175">
                  <c:v>46</c:v>
                </c:pt>
                <c:pt idx="176">
                  <c:v>47</c:v>
                </c:pt>
                <c:pt idx="177">
                  <c:v>47.2</c:v>
                </c:pt>
                <c:pt idx="178">
                  <c:v>47.4</c:v>
                </c:pt>
                <c:pt idx="179">
                  <c:v>48</c:v>
                </c:pt>
                <c:pt idx="180">
                  <c:v>48</c:v>
                </c:pt>
                <c:pt idx="181">
                  <c:v>48.4</c:v>
                </c:pt>
                <c:pt idx="182">
                  <c:v>48.8</c:v>
                </c:pt>
                <c:pt idx="183">
                  <c:v>49</c:v>
                </c:pt>
                <c:pt idx="184">
                  <c:v>49.4</c:v>
                </c:pt>
                <c:pt idx="185">
                  <c:v>49.8</c:v>
                </c:pt>
                <c:pt idx="186">
                  <c:v>49.8</c:v>
                </c:pt>
                <c:pt idx="187">
                  <c:v>50</c:v>
                </c:pt>
                <c:pt idx="188">
                  <c:v>50</c:v>
                </c:pt>
                <c:pt idx="189">
                  <c:v>50.4</c:v>
                </c:pt>
                <c:pt idx="190">
                  <c:v>50.4</c:v>
                </c:pt>
                <c:pt idx="191">
                  <c:v>51</c:v>
                </c:pt>
                <c:pt idx="192">
                  <c:v>51.4</c:v>
                </c:pt>
                <c:pt idx="193">
                  <c:v>51.6</c:v>
                </c:pt>
                <c:pt idx="194">
                  <c:v>51.6</c:v>
                </c:pt>
                <c:pt idx="195">
                  <c:v>51.6</c:v>
                </c:pt>
                <c:pt idx="196">
                  <c:v>52.4</c:v>
                </c:pt>
                <c:pt idx="197">
                  <c:v>52.4</c:v>
                </c:pt>
                <c:pt idx="198">
                  <c:v>52.8</c:v>
                </c:pt>
                <c:pt idx="199">
                  <c:v>52.8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E4-44C1-814C-004B5AB389A3}"/>
            </c:ext>
          </c:extLst>
        </c:ser>
        <c:ser>
          <c:idx val="2"/>
          <c:order val="2"/>
          <c:tx>
            <c:strRef>
              <c:f>save1!$EW$1012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save1!$EW$1013:$EW$1212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0.6</c:v>
                </c:pt>
                <c:pt idx="29">
                  <c:v>1</c:v>
                </c:pt>
                <c:pt idx="30">
                  <c:v>1</c:v>
                </c:pt>
                <c:pt idx="31">
                  <c:v>1.2</c:v>
                </c:pt>
                <c:pt idx="32">
                  <c:v>1.2</c:v>
                </c:pt>
                <c:pt idx="33">
                  <c:v>1.4</c:v>
                </c:pt>
                <c:pt idx="34">
                  <c:v>2.2000000000000002</c:v>
                </c:pt>
                <c:pt idx="35">
                  <c:v>2.6</c:v>
                </c:pt>
                <c:pt idx="36">
                  <c:v>2.6</c:v>
                </c:pt>
                <c:pt idx="37">
                  <c:v>2.4</c:v>
                </c:pt>
                <c:pt idx="38">
                  <c:v>2.4</c:v>
                </c:pt>
                <c:pt idx="39">
                  <c:v>2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1.8</c:v>
                </c:pt>
                <c:pt idx="44">
                  <c:v>1.8</c:v>
                </c:pt>
                <c:pt idx="45">
                  <c:v>1.4</c:v>
                </c:pt>
                <c:pt idx="46">
                  <c:v>1.4</c:v>
                </c:pt>
                <c:pt idx="47">
                  <c:v>1.6</c:v>
                </c:pt>
                <c:pt idx="48">
                  <c:v>1.4</c:v>
                </c:pt>
                <c:pt idx="49">
                  <c:v>1.8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1.6</c:v>
                </c:pt>
                <c:pt idx="55">
                  <c:v>1.6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2.4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1.8</c:v>
                </c:pt>
                <c:pt idx="68">
                  <c:v>1.8</c:v>
                </c:pt>
                <c:pt idx="69">
                  <c:v>2.2000000000000002</c:v>
                </c:pt>
                <c:pt idx="70">
                  <c:v>1.8</c:v>
                </c:pt>
                <c:pt idx="71">
                  <c:v>1.8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1.8</c:v>
                </c:pt>
                <c:pt idx="78">
                  <c:v>1.4</c:v>
                </c:pt>
                <c:pt idx="79">
                  <c:v>1.4</c:v>
                </c:pt>
                <c:pt idx="80">
                  <c:v>1.2</c:v>
                </c:pt>
                <c:pt idx="81">
                  <c:v>1.2</c:v>
                </c:pt>
                <c:pt idx="82">
                  <c:v>1.4</c:v>
                </c:pt>
                <c:pt idx="83">
                  <c:v>1.2</c:v>
                </c:pt>
                <c:pt idx="84">
                  <c:v>1.6</c:v>
                </c:pt>
                <c:pt idx="85">
                  <c:v>1.6</c:v>
                </c:pt>
                <c:pt idx="86">
                  <c:v>1.8</c:v>
                </c:pt>
                <c:pt idx="87">
                  <c:v>2.2000000000000002</c:v>
                </c:pt>
                <c:pt idx="88">
                  <c:v>2.6</c:v>
                </c:pt>
                <c:pt idx="89">
                  <c:v>2.8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3.6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3.8</c:v>
                </c:pt>
                <c:pt idx="99">
                  <c:v>4.2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3.6</c:v>
                </c:pt>
                <c:pt idx="107">
                  <c:v>3.6</c:v>
                </c:pt>
                <c:pt idx="108">
                  <c:v>3.8</c:v>
                </c:pt>
                <c:pt idx="109">
                  <c:v>3.8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4.4000000000000004</c:v>
                </c:pt>
                <c:pt idx="116">
                  <c:v>4.5999999999999996</c:v>
                </c:pt>
                <c:pt idx="117">
                  <c:v>4.8</c:v>
                </c:pt>
                <c:pt idx="118">
                  <c:v>4.8</c:v>
                </c:pt>
                <c:pt idx="119">
                  <c:v>4.2</c:v>
                </c:pt>
                <c:pt idx="120">
                  <c:v>4</c:v>
                </c:pt>
                <c:pt idx="121">
                  <c:v>3.8</c:v>
                </c:pt>
                <c:pt idx="122">
                  <c:v>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4.5999999999999996</c:v>
                </c:pt>
                <c:pt idx="126">
                  <c:v>4.4000000000000004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5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5.4</c:v>
                </c:pt>
                <c:pt idx="134">
                  <c:v>5.4</c:v>
                </c:pt>
                <c:pt idx="135">
                  <c:v>5.4</c:v>
                </c:pt>
                <c:pt idx="136">
                  <c:v>5.4</c:v>
                </c:pt>
                <c:pt idx="137">
                  <c:v>5.4</c:v>
                </c:pt>
                <c:pt idx="138">
                  <c:v>5.4</c:v>
                </c:pt>
                <c:pt idx="139">
                  <c:v>5.8</c:v>
                </c:pt>
                <c:pt idx="140">
                  <c:v>5.8</c:v>
                </c:pt>
                <c:pt idx="141">
                  <c:v>5.6</c:v>
                </c:pt>
                <c:pt idx="142">
                  <c:v>5.6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4.8</c:v>
                </c:pt>
                <c:pt idx="147">
                  <c:v>4.8</c:v>
                </c:pt>
                <c:pt idx="148">
                  <c:v>4.8</c:v>
                </c:pt>
                <c:pt idx="149">
                  <c:v>5</c:v>
                </c:pt>
                <c:pt idx="150">
                  <c:v>5.4</c:v>
                </c:pt>
                <c:pt idx="151">
                  <c:v>5.6</c:v>
                </c:pt>
                <c:pt idx="152">
                  <c:v>6.4</c:v>
                </c:pt>
                <c:pt idx="153">
                  <c:v>6.4</c:v>
                </c:pt>
                <c:pt idx="154">
                  <c:v>6</c:v>
                </c:pt>
                <c:pt idx="155">
                  <c:v>5.6</c:v>
                </c:pt>
                <c:pt idx="156">
                  <c:v>6.2</c:v>
                </c:pt>
                <c:pt idx="157">
                  <c:v>6.2</c:v>
                </c:pt>
                <c:pt idx="158">
                  <c:v>6</c:v>
                </c:pt>
                <c:pt idx="159">
                  <c:v>6.4</c:v>
                </c:pt>
                <c:pt idx="160">
                  <c:v>6</c:v>
                </c:pt>
                <c:pt idx="161">
                  <c:v>6</c:v>
                </c:pt>
                <c:pt idx="162">
                  <c:v>6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6.8</c:v>
                </c:pt>
                <c:pt idx="167">
                  <c:v>5.8</c:v>
                </c:pt>
                <c:pt idx="168">
                  <c:v>5</c:v>
                </c:pt>
                <c:pt idx="169">
                  <c:v>5</c:v>
                </c:pt>
                <c:pt idx="170">
                  <c:v>4.5999999999999996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4.5999999999999996</c:v>
                </c:pt>
                <c:pt idx="175">
                  <c:v>4.5999999999999996</c:v>
                </c:pt>
                <c:pt idx="176">
                  <c:v>4.5999999999999996</c:v>
                </c:pt>
                <c:pt idx="177">
                  <c:v>4.8</c:v>
                </c:pt>
                <c:pt idx="178">
                  <c:v>4.5999999999999996</c:v>
                </c:pt>
                <c:pt idx="179">
                  <c:v>3.8</c:v>
                </c:pt>
                <c:pt idx="180">
                  <c:v>3.8</c:v>
                </c:pt>
                <c:pt idx="181">
                  <c:v>4.2</c:v>
                </c:pt>
                <c:pt idx="182">
                  <c:v>4.2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4.4000000000000004</c:v>
                </c:pt>
                <c:pt idx="187">
                  <c:v>4.4000000000000004</c:v>
                </c:pt>
                <c:pt idx="188">
                  <c:v>4</c:v>
                </c:pt>
                <c:pt idx="189">
                  <c:v>3.6</c:v>
                </c:pt>
                <c:pt idx="190">
                  <c:v>3.6</c:v>
                </c:pt>
                <c:pt idx="191">
                  <c:v>3.8</c:v>
                </c:pt>
                <c:pt idx="192">
                  <c:v>3.6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3.8</c:v>
                </c:pt>
                <c:pt idx="197">
                  <c:v>4.2</c:v>
                </c:pt>
                <c:pt idx="198">
                  <c:v>4.4000000000000004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7E4-44C1-814C-004B5AB389A3}"/>
            </c:ext>
          </c:extLst>
        </c:ser>
        <c:ser>
          <c:idx val="3"/>
          <c:order val="3"/>
          <c:tx>
            <c:strRef>
              <c:f>save1!$EX$1012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save1!$EX$1013:$EX$1212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0.8</c:v>
                </c:pt>
                <c:pt idx="3">
                  <c:v>0.8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1.6</c:v>
                </c:pt>
                <c:pt idx="8">
                  <c:v>2.2000000000000002</c:v>
                </c:pt>
                <c:pt idx="9">
                  <c:v>2.6</c:v>
                </c:pt>
                <c:pt idx="10">
                  <c:v>2.8</c:v>
                </c:pt>
                <c:pt idx="11">
                  <c:v>3</c:v>
                </c:pt>
                <c:pt idx="12">
                  <c:v>3</c:v>
                </c:pt>
                <c:pt idx="13">
                  <c:v>3.4</c:v>
                </c:pt>
                <c:pt idx="14">
                  <c:v>3.4</c:v>
                </c:pt>
                <c:pt idx="15">
                  <c:v>3.4</c:v>
                </c:pt>
                <c:pt idx="16">
                  <c:v>4.4000000000000004</c:v>
                </c:pt>
                <c:pt idx="17">
                  <c:v>4.4000000000000004</c:v>
                </c:pt>
                <c:pt idx="18">
                  <c:v>4.4000000000000004</c:v>
                </c:pt>
                <c:pt idx="19">
                  <c:v>4.5999999999999996</c:v>
                </c:pt>
                <c:pt idx="20">
                  <c:v>6</c:v>
                </c:pt>
                <c:pt idx="21">
                  <c:v>6.4</c:v>
                </c:pt>
                <c:pt idx="22">
                  <c:v>6.8</c:v>
                </c:pt>
                <c:pt idx="23">
                  <c:v>7.2</c:v>
                </c:pt>
                <c:pt idx="24">
                  <c:v>7.4</c:v>
                </c:pt>
                <c:pt idx="25">
                  <c:v>7.6</c:v>
                </c:pt>
                <c:pt idx="26">
                  <c:v>8</c:v>
                </c:pt>
                <c:pt idx="27">
                  <c:v>8.1999999999999993</c:v>
                </c:pt>
                <c:pt idx="28">
                  <c:v>8.1999999999999993</c:v>
                </c:pt>
                <c:pt idx="29">
                  <c:v>8.4</c:v>
                </c:pt>
                <c:pt idx="30">
                  <c:v>8.6</c:v>
                </c:pt>
                <c:pt idx="31">
                  <c:v>9</c:v>
                </c:pt>
                <c:pt idx="32">
                  <c:v>9.8000000000000007</c:v>
                </c:pt>
                <c:pt idx="33">
                  <c:v>10</c:v>
                </c:pt>
                <c:pt idx="34">
                  <c:v>10.199999999999999</c:v>
                </c:pt>
                <c:pt idx="35">
                  <c:v>11.2</c:v>
                </c:pt>
                <c:pt idx="36">
                  <c:v>11.6</c:v>
                </c:pt>
                <c:pt idx="37">
                  <c:v>12</c:v>
                </c:pt>
                <c:pt idx="38">
                  <c:v>12</c:v>
                </c:pt>
                <c:pt idx="39">
                  <c:v>12.6</c:v>
                </c:pt>
                <c:pt idx="40">
                  <c:v>13</c:v>
                </c:pt>
                <c:pt idx="41">
                  <c:v>13</c:v>
                </c:pt>
                <c:pt idx="42">
                  <c:v>13</c:v>
                </c:pt>
                <c:pt idx="43">
                  <c:v>13.4</c:v>
                </c:pt>
                <c:pt idx="44">
                  <c:v>13.4</c:v>
                </c:pt>
                <c:pt idx="45">
                  <c:v>14.4</c:v>
                </c:pt>
                <c:pt idx="46">
                  <c:v>14.8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15.8</c:v>
                </c:pt>
                <c:pt idx="51">
                  <c:v>15.8</c:v>
                </c:pt>
                <c:pt idx="52">
                  <c:v>16.2</c:v>
                </c:pt>
                <c:pt idx="53">
                  <c:v>16.600000000000001</c:v>
                </c:pt>
                <c:pt idx="54">
                  <c:v>17.8</c:v>
                </c:pt>
                <c:pt idx="55">
                  <c:v>18</c:v>
                </c:pt>
                <c:pt idx="56">
                  <c:v>18.399999999999999</c:v>
                </c:pt>
                <c:pt idx="57">
                  <c:v>19</c:v>
                </c:pt>
                <c:pt idx="58">
                  <c:v>19</c:v>
                </c:pt>
                <c:pt idx="59">
                  <c:v>20</c:v>
                </c:pt>
                <c:pt idx="60">
                  <c:v>20.399999999999999</c:v>
                </c:pt>
                <c:pt idx="61">
                  <c:v>20.6</c:v>
                </c:pt>
                <c:pt idx="62">
                  <c:v>21</c:v>
                </c:pt>
                <c:pt idx="63">
                  <c:v>21.4</c:v>
                </c:pt>
                <c:pt idx="64">
                  <c:v>22</c:v>
                </c:pt>
                <c:pt idx="65">
                  <c:v>22</c:v>
                </c:pt>
                <c:pt idx="66">
                  <c:v>22.8</c:v>
                </c:pt>
                <c:pt idx="67">
                  <c:v>24.2</c:v>
                </c:pt>
                <c:pt idx="68">
                  <c:v>24.2</c:v>
                </c:pt>
                <c:pt idx="69">
                  <c:v>25.2</c:v>
                </c:pt>
                <c:pt idx="70">
                  <c:v>25.2</c:v>
                </c:pt>
                <c:pt idx="71">
                  <c:v>25.2</c:v>
                </c:pt>
                <c:pt idx="72">
                  <c:v>25.2</c:v>
                </c:pt>
                <c:pt idx="73">
                  <c:v>25.2</c:v>
                </c:pt>
                <c:pt idx="74">
                  <c:v>25.6</c:v>
                </c:pt>
                <c:pt idx="75">
                  <c:v>27</c:v>
                </c:pt>
                <c:pt idx="76">
                  <c:v>27.4</c:v>
                </c:pt>
                <c:pt idx="77">
                  <c:v>28</c:v>
                </c:pt>
                <c:pt idx="78">
                  <c:v>29.6</c:v>
                </c:pt>
                <c:pt idx="79">
                  <c:v>29.6</c:v>
                </c:pt>
                <c:pt idx="80">
                  <c:v>29.8</c:v>
                </c:pt>
                <c:pt idx="81">
                  <c:v>30.2</c:v>
                </c:pt>
                <c:pt idx="82">
                  <c:v>30.8</c:v>
                </c:pt>
                <c:pt idx="83">
                  <c:v>31</c:v>
                </c:pt>
                <c:pt idx="84">
                  <c:v>31</c:v>
                </c:pt>
                <c:pt idx="85">
                  <c:v>31</c:v>
                </c:pt>
                <c:pt idx="86">
                  <c:v>31.6</c:v>
                </c:pt>
                <c:pt idx="87">
                  <c:v>31.6</c:v>
                </c:pt>
                <c:pt idx="88">
                  <c:v>32</c:v>
                </c:pt>
                <c:pt idx="89">
                  <c:v>32.200000000000003</c:v>
                </c:pt>
                <c:pt idx="90">
                  <c:v>32.200000000000003</c:v>
                </c:pt>
                <c:pt idx="91">
                  <c:v>32.6</c:v>
                </c:pt>
                <c:pt idx="92">
                  <c:v>32.799999999999997</c:v>
                </c:pt>
                <c:pt idx="93">
                  <c:v>33.4</c:v>
                </c:pt>
                <c:pt idx="94">
                  <c:v>33.6</c:v>
                </c:pt>
                <c:pt idx="95">
                  <c:v>33.6</c:v>
                </c:pt>
                <c:pt idx="96">
                  <c:v>33.799999999999997</c:v>
                </c:pt>
                <c:pt idx="97">
                  <c:v>33.799999999999997</c:v>
                </c:pt>
                <c:pt idx="98">
                  <c:v>34.4</c:v>
                </c:pt>
                <c:pt idx="99">
                  <c:v>35.6</c:v>
                </c:pt>
                <c:pt idx="100">
                  <c:v>35.6</c:v>
                </c:pt>
                <c:pt idx="101">
                  <c:v>35.799999999999997</c:v>
                </c:pt>
                <c:pt idx="102">
                  <c:v>35.799999999999997</c:v>
                </c:pt>
                <c:pt idx="103">
                  <c:v>36.200000000000003</c:v>
                </c:pt>
                <c:pt idx="104">
                  <c:v>36.200000000000003</c:v>
                </c:pt>
                <c:pt idx="105">
                  <c:v>36.200000000000003</c:v>
                </c:pt>
                <c:pt idx="106">
                  <c:v>36.6</c:v>
                </c:pt>
                <c:pt idx="107">
                  <c:v>37.200000000000003</c:v>
                </c:pt>
                <c:pt idx="108">
                  <c:v>37.6</c:v>
                </c:pt>
                <c:pt idx="109">
                  <c:v>38</c:v>
                </c:pt>
                <c:pt idx="110">
                  <c:v>38.200000000000003</c:v>
                </c:pt>
                <c:pt idx="111">
                  <c:v>39</c:v>
                </c:pt>
                <c:pt idx="112">
                  <c:v>39.6</c:v>
                </c:pt>
                <c:pt idx="113">
                  <c:v>39.6</c:v>
                </c:pt>
                <c:pt idx="114">
                  <c:v>39.6</c:v>
                </c:pt>
                <c:pt idx="115">
                  <c:v>40</c:v>
                </c:pt>
                <c:pt idx="116">
                  <c:v>40.6</c:v>
                </c:pt>
                <c:pt idx="117">
                  <c:v>40.799999999999997</c:v>
                </c:pt>
                <c:pt idx="118">
                  <c:v>41.2</c:v>
                </c:pt>
                <c:pt idx="119">
                  <c:v>41.6</c:v>
                </c:pt>
                <c:pt idx="120">
                  <c:v>41.8</c:v>
                </c:pt>
                <c:pt idx="121">
                  <c:v>42.4</c:v>
                </c:pt>
                <c:pt idx="122">
                  <c:v>42.4</c:v>
                </c:pt>
                <c:pt idx="123">
                  <c:v>42.8</c:v>
                </c:pt>
                <c:pt idx="124">
                  <c:v>43.6</c:v>
                </c:pt>
                <c:pt idx="125">
                  <c:v>44.8</c:v>
                </c:pt>
                <c:pt idx="126">
                  <c:v>45.8</c:v>
                </c:pt>
                <c:pt idx="127">
                  <c:v>46.2</c:v>
                </c:pt>
                <c:pt idx="128">
                  <c:v>46.2</c:v>
                </c:pt>
                <c:pt idx="129">
                  <c:v>46.2</c:v>
                </c:pt>
                <c:pt idx="130">
                  <c:v>46.2</c:v>
                </c:pt>
                <c:pt idx="131">
                  <c:v>46.8</c:v>
                </c:pt>
                <c:pt idx="132">
                  <c:v>46.8</c:v>
                </c:pt>
                <c:pt idx="133">
                  <c:v>46.8</c:v>
                </c:pt>
                <c:pt idx="134">
                  <c:v>46.8</c:v>
                </c:pt>
                <c:pt idx="135">
                  <c:v>47.8</c:v>
                </c:pt>
                <c:pt idx="136">
                  <c:v>48.2</c:v>
                </c:pt>
                <c:pt idx="137">
                  <c:v>48.2</c:v>
                </c:pt>
                <c:pt idx="138">
                  <c:v>49</c:v>
                </c:pt>
                <c:pt idx="139">
                  <c:v>49.4</c:v>
                </c:pt>
                <c:pt idx="140">
                  <c:v>49.6</c:v>
                </c:pt>
                <c:pt idx="141">
                  <c:v>50.2</c:v>
                </c:pt>
                <c:pt idx="142">
                  <c:v>51.2</c:v>
                </c:pt>
                <c:pt idx="143">
                  <c:v>51.6</c:v>
                </c:pt>
                <c:pt idx="144">
                  <c:v>52</c:v>
                </c:pt>
                <c:pt idx="145">
                  <c:v>52.8</c:v>
                </c:pt>
                <c:pt idx="146">
                  <c:v>54</c:v>
                </c:pt>
                <c:pt idx="147">
                  <c:v>54</c:v>
                </c:pt>
                <c:pt idx="148">
                  <c:v>54</c:v>
                </c:pt>
                <c:pt idx="149">
                  <c:v>54.8</c:v>
                </c:pt>
                <c:pt idx="150">
                  <c:v>54.8</c:v>
                </c:pt>
                <c:pt idx="151">
                  <c:v>55</c:v>
                </c:pt>
                <c:pt idx="152">
                  <c:v>55.2</c:v>
                </c:pt>
                <c:pt idx="153">
                  <c:v>55.2</c:v>
                </c:pt>
                <c:pt idx="154">
                  <c:v>55.8</c:v>
                </c:pt>
                <c:pt idx="155">
                  <c:v>56.8</c:v>
                </c:pt>
                <c:pt idx="156">
                  <c:v>56.8</c:v>
                </c:pt>
                <c:pt idx="157">
                  <c:v>57.2</c:v>
                </c:pt>
                <c:pt idx="158">
                  <c:v>57.2</c:v>
                </c:pt>
                <c:pt idx="159">
                  <c:v>57.2</c:v>
                </c:pt>
                <c:pt idx="160">
                  <c:v>57.6</c:v>
                </c:pt>
                <c:pt idx="161">
                  <c:v>58.4</c:v>
                </c:pt>
                <c:pt idx="162">
                  <c:v>59.2</c:v>
                </c:pt>
                <c:pt idx="163">
                  <c:v>59.8</c:v>
                </c:pt>
                <c:pt idx="164">
                  <c:v>59.8</c:v>
                </c:pt>
                <c:pt idx="165">
                  <c:v>60.2</c:v>
                </c:pt>
                <c:pt idx="166">
                  <c:v>60.8</c:v>
                </c:pt>
                <c:pt idx="167">
                  <c:v>61</c:v>
                </c:pt>
                <c:pt idx="168">
                  <c:v>61.6</c:v>
                </c:pt>
                <c:pt idx="169">
                  <c:v>62</c:v>
                </c:pt>
                <c:pt idx="170">
                  <c:v>62.2</c:v>
                </c:pt>
                <c:pt idx="171">
                  <c:v>62.2</c:v>
                </c:pt>
                <c:pt idx="172">
                  <c:v>62.2</c:v>
                </c:pt>
                <c:pt idx="173">
                  <c:v>63</c:v>
                </c:pt>
                <c:pt idx="174">
                  <c:v>63</c:v>
                </c:pt>
                <c:pt idx="175">
                  <c:v>63.4</c:v>
                </c:pt>
                <c:pt idx="176">
                  <c:v>64.2</c:v>
                </c:pt>
                <c:pt idx="177">
                  <c:v>64.599999999999994</c:v>
                </c:pt>
                <c:pt idx="178">
                  <c:v>65</c:v>
                </c:pt>
                <c:pt idx="179">
                  <c:v>65.2</c:v>
                </c:pt>
                <c:pt idx="180">
                  <c:v>65.599999999999994</c:v>
                </c:pt>
                <c:pt idx="181">
                  <c:v>65.599999999999994</c:v>
                </c:pt>
                <c:pt idx="182">
                  <c:v>65.599999999999994</c:v>
                </c:pt>
                <c:pt idx="183">
                  <c:v>67.2</c:v>
                </c:pt>
                <c:pt idx="184">
                  <c:v>68</c:v>
                </c:pt>
                <c:pt idx="185">
                  <c:v>68.8</c:v>
                </c:pt>
                <c:pt idx="186">
                  <c:v>69.2</c:v>
                </c:pt>
                <c:pt idx="187">
                  <c:v>69.2</c:v>
                </c:pt>
                <c:pt idx="188">
                  <c:v>69.8</c:v>
                </c:pt>
                <c:pt idx="189">
                  <c:v>70.2</c:v>
                </c:pt>
                <c:pt idx="190">
                  <c:v>70.599999999999994</c:v>
                </c:pt>
                <c:pt idx="191">
                  <c:v>71</c:v>
                </c:pt>
                <c:pt idx="192">
                  <c:v>71.599999999999994</c:v>
                </c:pt>
                <c:pt idx="193">
                  <c:v>72.400000000000006</c:v>
                </c:pt>
                <c:pt idx="194">
                  <c:v>72.400000000000006</c:v>
                </c:pt>
                <c:pt idx="195">
                  <c:v>72.400000000000006</c:v>
                </c:pt>
                <c:pt idx="196">
                  <c:v>72.599999999999994</c:v>
                </c:pt>
                <c:pt idx="197">
                  <c:v>72.599999999999994</c:v>
                </c:pt>
                <c:pt idx="198">
                  <c:v>72.599999999999994</c:v>
                </c:pt>
                <c:pt idx="199">
                  <c:v>72.599999999999994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7E4-44C1-814C-004B5AB389A3}"/>
            </c:ext>
          </c:extLst>
        </c:ser>
        <c:ser>
          <c:idx val="4"/>
          <c:order val="4"/>
          <c:tx>
            <c:strRef>
              <c:f>save1!$EY$1012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save1!$EY$1013:$EY$1212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1</c:v>
                </c:pt>
                <c:pt idx="12">
                  <c:v>1</c:v>
                </c:pt>
                <c:pt idx="13">
                  <c:v>1.2</c:v>
                </c:pt>
                <c:pt idx="14">
                  <c:v>1.2</c:v>
                </c:pt>
                <c:pt idx="15">
                  <c:v>1.6</c:v>
                </c:pt>
                <c:pt idx="16">
                  <c:v>1.6</c:v>
                </c:pt>
                <c:pt idx="17">
                  <c:v>1.6</c:v>
                </c:pt>
                <c:pt idx="18">
                  <c:v>1.6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1.8</c:v>
                </c:pt>
                <c:pt idx="23">
                  <c:v>2.2000000000000002</c:v>
                </c:pt>
                <c:pt idx="24">
                  <c:v>2.4</c:v>
                </c:pt>
                <c:pt idx="25">
                  <c:v>2.4</c:v>
                </c:pt>
                <c:pt idx="26">
                  <c:v>2.4</c:v>
                </c:pt>
                <c:pt idx="27">
                  <c:v>2.6</c:v>
                </c:pt>
                <c:pt idx="28">
                  <c:v>2.8</c:v>
                </c:pt>
                <c:pt idx="29">
                  <c:v>3</c:v>
                </c:pt>
                <c:pt idx="30">
                  <c:v>3.2</c:v>
                </c:pt>
                <c:pt idx="31">
                  <c:v>3.2</c:v>
                </c:pt>
                <c:pt idx="32">
                  <c:v>3.4</c:v>
                </c:pt>
                <c:pt idx="33">
                  <c:v>3.4</c:v>
                </c:pt>
                <c:pt idx="34">
                  <c:v>3.4</c:v>
                </c:pt>
                <c:pt idx="35">
                  <c:v>3.6</c:v>
                </c:pt>
                <c:pt idx="36">
                  <c:v>3.6</c:v>
                </c:pt>
                <c:pt idx="37">
                  <c:v>3.6</c:v>
                </c:pt>
                <c:pt idx="38">
                  <c:v>3.6</c:v>
                </c:pt>
                <c:pt idx="39">
                  <c:v>3.8</c:v>
                </c:pt>
                <c:pt idx="40">
                  <c:v>4.2</c:v>
                </c:pt>
                <c:pt idx="41">
                  <c:v>4.2</c:v>
                </c:pt>
                <c:pt idx="42">
                  <c:v>4.2</c:v>
                </c:pt>
                <c:pt idx="43">
                  <c:v>4.2</c:v>
                </c:pt>
                <c:pt idx="44">
                  <c:v>4.2</c:v>
                </c:pt>
                <c:pt idx="45">
                  <c:v>4.2</c:v>
                </c:pt>
                <c:pt idx="46">
                  <c:v>4.2</c:v>
                </c:pt>
                <c:pt idx="47">
                  <c:v>4.2</c:v>
                </c:pt>
                <c:pt idx="48">
                  <c:v>4.4000000000000004</c:v>
                </c:pt>
                <c:pt idx="49">
                  <c:v>4.4000000000000004</c:v>
                </c:pt>
                <c:pt idx="50">
                  <c:v>4.4000000000000004</c:v>
                </c:pt>
                <c:pt idx="51">
                  <c:v>4.4000000000000004</c:v>
                </c:pt>
                <c:pt idx="52">
                  <c:v>4.4000000000000004</c:v>
                </c:pt>
                <c:pt idx="53">
                  <c:v>4.4000000000000004</c:v>
                </c:pt>
                <c:pt idx="54">
                  <c:v>4.4000000000000004</c:v>
                </c:pt>
                <c:pt idx="55">
                  <c:v>4.4000000000000004</c:v>
                </c:pt>
                <c:pt idx="56">
                  <c:v>4.4000000000000004</c:v>
                </c:pt>
                <c:pt idx="57">
                  <c:v>4.4000000000000004</c:v>
                </c:pt>
                <c:pt idx="58">
                  <c:v>4.4000000000000004</c:v>
                </c:pt>
                <c:pt idx="59">
                  <c:v>4.4000000000000004</c:v>
                </c:pt>
                <c:pt idx="60">
                  <c:v>4.4000000000000004</c:v>
                </c:pt>
                <c:pt idx="61">
                  <c:v>4.4000000000000004</c:v>
                </c:pt>
                <c:pt idx="62">
                  <c:v>4.4000000000000004</c:v>
                </c:pt>
                <c:pt idx="63">
                  <c:v>4.4000000000000004</c:v>
                </c:pt>
                <c:pt idx="64">
                  <c:v>4.5999999999999996</c:v>
                </c:pt>
                <c:pt idx="65">
                  <c:v>4.5999999999999996</c:v>
                </c:pt>
                <c:pt idx="66">
                  <c:v>4.5999999999999996</c:v>
                </c:pt>
                <c:pt idx="67">
                  <c:v>4.5999999999999996</c:v>
                </c:pt>
                <c:pt idx="68">
                  <c:v>4.8</c:v>
                </c:pt>
                <c:pt idx="69">
                  <c:v>4.8</c:v>
                </c:pt>
                <c:pt idx="70">
                  <c:v>4.8</c:v>
                </c:pt>
                <c:pt idx="71">
                  <c:v>4.8</c:v>
                </c:pt>
                <c:pt idx="72">
                  <c:v>4.8</c:v>
                </c:pt>
                <c:pt idx="73">
                  <c:v>4.8</c:v>
                </c:pt>
                <c:pt idx="74">
                  <c:v>4.8</c:v>
                </c:pt>
                <c:pt idx="75">
                  <c:v>4.8</c:v>
                </c:pt>
                <c:pt idx="76">
                  <c:v>4.8</c:v>
                </c:pt>
                <c:pt idx="77">
                  <c:v>4.8</c:v>
                </c:pt>
                <c:pt idx="78">
                  <c:v>4.8</c:v>
                </c:pt>
                <c:pt idx="79">
                  <c:v>4.8</c:v>
                </c:pt>
                <c:pt idx="80">
                  <c:v>4.8</c:v>
                </c:pt>
                <c:pt idx="81">
                  <c:v>4.8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5.2</c:v>
                </c:pt>
                <c:pt idx="101">
                  <c:v>5.2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5.4</c:v>
                </c:pt>
                <c:pt idx="107">
                  <c:v>5.4</c:v>
                </c:pt>
                <c:pt idx="108">
                  <c:v>5.6</c:v>
                </c:pt>
                <c:pt idx="109">
                  <c:v>5.6</c:v>
                </c:pt>
                <c:pt idx="110">
                  <c:v>5.6</c:v>
                </c:pt>
                <c:pt idx="111">
                  <c:v>5.6</c:v>
                </c:pt>
                <c:pt idx="112">
                  <c:v>5.6</c:v>
                </c:pt>
                <c:pt idx="113">
                  <c:v>5.6</c:v>
                </c:pt>
                <c:pt idx="114">
                  <c:v>6</c:v>
                </c:pt>
                <c:pt idx="115">
                  <c:v>6</c:v>
                </c:pt>
                <c:pt idx="116">
                  <c:v>6</c:v>
                </c:pt>
                <c:pt idx="117">
                  <c:v>6</c:v>
                </c:pt>
                <c:pt idx="118">
                  <c:v>6</c:v>
                </c:pt>
                <c:pt idx="119">
                  <c:v>6</c:v>
                </c:pt>
                <c:pt idx="120">
                  <c:v>6</c:v>
                </c:pt>
                <c:pt idx="121">
                  <c:v>6.2</c:v>
                </c:pt>
                <c:pt idx="122">
                  <c:v>6.2</c:v>
                </c:pt>
                <c:pt idx="123">
                  <c:v>6.2</c:v>
                </c:pt>
                <c:pt idx="124">
                  <c:v>6.2</c:v>
                </c:pt>
                <c:pt idx="125">
                  <c:v>6.2</c:v>
                </c:pt>
                <c:pt idx="126">
                  <c:v>6.2</c:v>
                </c:pt>
                <c:pt idx="127">
                  <c:v>6.2</c:v>
                </c:pt>
                <c:pt idx="128">
                  <c:v>6.2</c:v>
                </c:pt>
                <c:pt idx="129">
                  <c:v>6.2</c:v>
                </c:pt>
                <c:pt idx="130">
                  <c:v>6.4</c:v>
                </c:pt>
                <c:pt idx="131">
                  <c:v>6.4</c:v>
                </c:pt>
                <c:pt idx="132">
                  <c:v>6.4</c:v>
                </c:pt>
                <c:pt idx="133">
                  <c:v>6.4</c:v>
                </c:pt>
                <c:pt idx="134">
                  <c:v>6.4</c:v>
                </c:pt>
                <c:pt idx="135">
                  <c:v>6.4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6.6</c:v>
                </c:pt>
                <c:pt idx="141">
                  <c:v>6.6</c:v>
                </c:pt>
                <c:pt idx="142">
                  <c:v>6.8</c:v>
                </c:pt>
                <c:pt idx="143">
                  <c:v>7</c:v>
                </c:pt>
                <c:pt idx="144">
                  <c:v>7</c:v>
                </c:pt>
                <c:pt idx="145">
                  <c:v>7.2</c:v>
                </c:pt>
                <c:pt idx="146">
                  <c:v>7.2</c:v>
                </c:pt>
                <c:pt idx="147">
                  <c:v>7.2</c:v>
                </c:pt>
                <c:pt idx="148">
                  <c:v>7.2</c:v>
                </c:pt>
                <c:pt idx="149">
                  <c:v>7.4</c:v>
                </c:pt>
                <c:pt idx="150">
                  <c:v>7.4</c:v>
                </c:pt>
                <c:pt idx="151">
                  <c:v>7.4</c:v>
                </c:pt>
                <c:pt idx="152">
                  <c:v>7.4</c:v>
                </c:pt>
                <c:pt idx="153">
                  <c:v>7.4</c:v>
                </c:pt>
                <c:pt idx="154">
                  <c:v>7.4</c:v>
                </c:pt>
                <c:pt idx="155">
                  <c:v>7.6</c:v>
                </c:pt>
                <c:pt idx="156">
                  <c:v>7.8</c:v>
                </c:pt>
                <c:pt idx="157">
                  <c:v>7.8</c:v>
                </c:pt>
                <c:pt idx="158">
                  <c:v>7.8</c:v>
                </c:pt>
                <c:pt idx="159">
                  <c:v>7.8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</c:v>
                </c:pt>
                <c:pt idx="164">
                  <c:v>8</c:v>
                </c:pt>
                <c:pt idx="165">
                  <c:v>8</c:v>
                </c:pt>
                <c:pt idx="166">
                  <c:v>8.4</c:v>
                </c:pt>
                <c:pt idx="167">
                  <c:v>8.8000000000000007</c:v>
                </c:pt>
                <c:pt idx="168">
                  <c:v>8.8000000000000007</c:v>
                </c:pt>
                <c:pt idx="169">
                  <c:v>8.8000000000000007</c:v>
                </c:pt>
                <c:pt idx="170">
                  <c:v>8.8000000000000007</c:v>
                </c:pt>
                <c:pt idx="171">
                  <c:v>8.8000000000000007</c:v>
                </c:pt>
                <c:pt idx="172">
                  <c:v>8.8000000000000007</c:v>
                </c:pt>
                <c:pt idx="173">
                  <c:v>8.8000000000000007</c:v>
                </c:pt>
                <c:pt idx="174">
                  <c:v>8.8000000000000007</c:v>
                </c:pt>
                <c:pt idx="175">
                  <c:v>8.8000000000000007</c:v>
                </c:pt>
                <c:pt idx="176">
                  <c:v>8.8000000000000007</c:v>
                </c:pt>
                <c:pt idx="177">
                  <c:v>8.8000000000000007</c:v>
                </c:pt>
                <c:pt idx="178">
                  <c:v>9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9.1999999999999993</c:v>
                </c:pt>
                <c:pt idx="183">
                  <c:v>9.1999999999999993</c:v>
                </c:pt>
                <c:pt idx="184">
                  <c:v>9.1999999999999993</c:v>
                </c:pt>
                <c:pt idx="185">
                  <c:v>9.1999999999999993</c:v>
                </c:pt>
                <c:pt idx="186">
                  <c:v>9.4</c:v>
                </c:pt>
                <c:pt idx="187">
                  <c:v>9.6</c:v>
                </c:pt>
                <c:pt idx="188">
                  <c:v>9.8000000000000007</c:v>
                </c:pt>
                <c:pt idx="189">
                  <c:v>9.8000000000000007</c:v>
                </c:pt>
                <c:pt idx="190">
                  <c:v>9.8000000000000007</c:v>
                </c:pt>
                <c:pt idx="191">
                  <c:v>9.8000000000000007</c:v>
                </c:pt>
                <c:pt idx="192">
                  <c:v>9.8000000000000007</c:v>
                </c:pt>
                <c:pt idx="193">
                  <c:v>9.8000000000000007</c:v>
                </c:pt>
                <c:pt idx="194">
                  <c:v>9.8000000000000007</c:v>
                </c:pt>
                <c:pt idx="195">
                  <c:v>9.8000000000000007</c:v>
                </c:pt>
                <c:pt idx="196">
                  <c:v>9.8000000000000007</c:v>
                </c:pt>
                <c:pt idx="197">
                  <c:v>9.8000000000000007</c:v>
                </c:pt>
                <c:pt idx="198">
                  <c:v>9.8000000000000007</c:v>
                </c:pt>
                <c:pt idx="19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7E4-44C1-814C-004B5AB389A3}"/>
            </c:ext>
          </c:extLst>
        </c:ser>
        <c:ser>
          <c:idx val="5"/>
          <c:order val="5"/>
          <c:tx>
            <c:strRef>
              <c:f>save1!$EZ$1012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save1!$EZ$1013:$EZ$1212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1.6</c:v>
                </c:pt>
                <c:pt idx="3">
                  <c:v>1.6</c:v>
                </c:pt>
                <c:pt idx="4">
                  <c:v>2.2000000000000002</c:v>
                </c:pt>
                <c:pt idx="5">
                  <c:v>2.2000000000000002</c:v>
                </c:pt>
                <c:pt idx="6">
                  <c:v>2.2000000000000002</c:v>
                </c:pt>
                <c:pt idx="7">
                  <c:v>2.6</c:v>
                </c:pt>
                <c:pt idx="8">
                  <c:v>3.8</c:v>
                </c:pt>
                <c:pt idx="9">
                  <c:v>4.5999999999999996</c:v>
                </c:pt>
                <c:pt idx="10">
                  <c:v>5</c:v>
                </c:pt>
                <c:pt idx="11">
                  <c:v>5.8</c:v>
                </c:pt>
                <c:pt idx="12">
                  <c:v>5.8</c:v>
                </c:pt>
                <c:pt idx="13">
                  <c:v>6.6</c:v>
                </c:pt>
                <c:pt idx="14">
                  <c:v>6.6</c:v>
                </c:pt>
                <c:pt idx="15">
                  <c:v>7.4</c:v>
                </c:pt>
                <c:pt idx="16">
                  <c:v>8.1999999999999993</c:v>
                </c:pt>
                <c:pt idx="17">
                  <c:v>8.1999999999999993</c:v>
                </c:pt>
                <c:pt idx="18">
                  <c:v>9</c:v>
                </c:pt>
                <c:pt idx="19">
                  <c:v>9.8000000000000007</c:v>
                </c:pt>
                <c:pt idx="20">
                  <c:v>10.6</c:v>
                </c:pt>
                <c:pt idx="21">
                  <c:v>11</c:v>
                </c:pt>
                <c:pt idx="22">
                  <c:v>11</c:v>
                </c:pt>
                <c:pt idx="23">
                  <c:v>11.8</c:v>
                </c:pt>
                <c:pt idx="24">
                  <c:v>12.2</c:v>
                </c:pt>
                <c:pt idx="25">
                  <c:v>12.6</c:v>
                </c:pt>
                <c:pt idx="26">
                  <c:v>13.8</c:v>
                </c:pt>
                <c:pt idx="27">
                  <c:v>14.8</c:v>
                </c:pt>
                <c:pt idx="28">
                  <c:v>15.2</c:v>
                </c:pt>
                <c:pt idx="29">
                  <c:v>15.6</c:v>
                </c:pt>
                <c:pt idx="30">
                  <c:v>16</c:v>
                </c:pt>
                <c:pt idx="31">
                  <c:v>16.8</c:v>
                </c:pt>
                <c:pt idx="32">
                  <c:v>17.2</c:v>
                </c:pt>
                <c:pt idx="33">
                  <c:v>17.600000000000001</c:v>
                </c:pt>
                <c:pt idx="34">
                  <c:v>18.600000000000001</c:v>
                </c:pt>
                <c:pt idx="35">
                  <c:v>19.399999999999999</c:v>
                </c:pt>
                <c:pt idx="36">
                  <c:v>19.8</c:v>
                </c:pt>
                <c:pt idx="37">
                  <c:v>20.399999999999999</c:v>
                </c:pt>
                <c:pt idx="38">
                  <c:v>20.399999999999999</c:v>
                </c:pt>
                <c:pt idx="39">
                  <c:v>21.2</c:v>
                </c:pt>
                <c:pt idx="40">
                  <c:v>22.6</c:v>
                </c:pt>
                <c:pt idx="41">
                  <c:v>23</c:v>
                </c:pt>
                <c:pt idx="42">
                  <c:v>23</c:v>
                </c:pt>
                <c:pt idx="43">
                  <c:v>23</c:v>
                </c:pt>
                <c:pt idx="44">
                  <c:v>23.4</c:v>
                </c:pt>
                <c:pt idx="45">
                  <c:v>24.2</c:v>
                </c:pt>
                <c:pt idx="46">
                  <c:v>24.6</c:v>
                </c:pt>
                <c:pt idx="47">
                  <c:v>25</c:v>
                </c:pt>
                <c:pt idx="48">
                  <c:v>25.4</c:v>
                </c:pt>
                <c:pt idx="49">
                  <c:v>25.8</c:v>
                </c:pt>
                <c:pt idx="50">
                  <c:v>26.2</c:v>
                </c:pt>
                <c:pt idx="51">
                  <c:v>26.2</c:v>
                </c:pt>
                <c:pt idx="52">
                  <c:v>26.6</c:v>
                </c:pt>
                <c:pt idx="53">
                  <c:v>26.6</c:v>
                </c:pt>
                <c:pt idx="54">
                  <c:v>27.8</c:v>
                </c:pt>
                <c:pt idx="55">
                  <c:v>28.2</c:v>
                </c:pt>
                <c:pt idx="56">
                  <c:v>28.6</c:v>
                </c:pt>
                <c:pt idx="57">
                  <c:v>29.8</c:v>
                </c:pt>
                <c:pt idx="58">
                  <c:v>29.8</c:v>
                </c:pt>
                <c:pt idx="59">
                  <c:v>31</c:v>
                </c:pt>
                <c:pt idx="60">
                  <c:v>31.4</c:v>
                </c:pt>
                <c:pt idx="61">
                  <c:v>31.4</c:v>
                </c:pt>
                <c:pt idx="62">
                  <c:v>32.6</c:v>
                </c:pt>
                <c:pt idx="63">
                  <c:v>33.799999999999997</c:v>
                </c:pt>
                <c:pt idx="64">
                  <c:v>35</c:v>
                </c:pt>
                <c:pt idx="65">
                  <c:v>35</c:v>
                </c:pt>
                <c:pt idx="66">
                  <c:v>35</c:v>
                </c:pt>
                <c:pt idx="67">
                  <c:v>35.4</c:v>
                </c:pt>
                <c:pt idx="68">
                  <c:v>36.200000000000003</c:v>
                </c:pt>
                <c:pt idx="69">
                  <c:v>37.4</c:v>
                </c:pt>
                <c:pt idx="70">
                  <c:v>38.200000000000003</c:v>
                </c:pt>
                <c:pt idx="71">
                  <c:v>38.6</c:v>
                </c:pt>
                <c:pt idx="72">
                  <c:v>39</c:v>
                </c:pt>
                <c:pt idx="73">
                  <c:v>39</c:v>
                </c:pt>
                <c:pt idx="74">
                  <c:v>39.4</c:v>
                </c:pt>
                <c:pt idx="75">
                  <c:v>40.200000000000003</c:v>
                </c:pt>
                <c:pt idx="76">
                  <c:v>40.6</c:v>
                </c:pt>
                <c:pt idx="77">
                  <c:v>41</c:v>
                </c:pt>
                <c:pt idx="78">
                  <c:v>41.8</c:v>
                </c:pt>
                <c:pt idx="79">
                  <c:v>41.8</c:v>
                </c:pt>
                <c:pt idx="80">
                  <c:v>42.2</c:v>
                </c:pt>
                <c:pt idx="81">
                  <c:v>42.2</c:v>
                </c:pt>
                <c:pt idx="82">
                  <c:v>43.4</c:v>
                </c:pt>
                <c:pt idx="83">
                  <c:v>43.8</c:v>
                </c:pt>
                <c:pt idx="84">
                  <c:v>44.2</c:v>
                </c:pt>
                <c:pt idx="85">
                  <c:v>44.2</c:v>
                </c:pt>
                <c:pt idx="86">
                  <c:v>44.6</c:v>
                </c:pt>
                <c:pt idx="87">
                  <c:v>44.6</c:v>
                </c:pt>
                <c:pt idx="88">
                  <c:v>44.6</c:v>
                </c:pt>
                <c:pt idx="89">
                  <c:v>44.6</c:v>
                </c:pt>
                <c:pt idx="90">
                  <c:v>45</c:v>
                </c:pt>
                <c:pt idx="91">
                  <c:v>45.4</c:v>
                </c:pt>
                <c:pt idx="92">
                  <c:v>45.4</c:v>
                </c:pt>
                <c:pt idx="93">
                  <c:v>45.8</c:v>
                </c:pt>
                <c:pt idx="94">
                  <c:v>46.2</c:v>
                </c:pt>
                <c:pt idx="95">
                  <c:v>46.2</c:v>
                </c:pt>
                <c:pt idx="96">
                  <c:v>46.6</c:v>
                </c:pt>
                <c:pt idx="97">
                  <c:v>47</c:v>
                </c:pt>
                <c:pt idx="98">
                  <c:v>47.8</c:v>
                </c:pt>
                <c:pt idx="99">
                  <c:v>49</c:v>
                </c:pt>
                <c:pt idx="100">
                  <c:v>49.4</c:v>
                </c:pt>
                <c:pt idx="101">
                  <c:v>49.8</c:v>
                </c:pt>
                <c:pt idx="102">
                  <c:v>50.2</c:v>
                </c:pt>
                <c:pt idx="103">
                  <c:v>50.2</c:v>
                </c:pt>
                <c:pt idx="104">
                  <c:v>50.2</c:v>
                </c:pt>
                <c:pt idx="105">
                  <c:v>50.2</c:v>
                </c:pt>
                <c:pt idx="106">
                  <c:v>51</c:v>
                </c:pt>
                <c:pt idx="107">
                  <c:v>52.2</c:v>
                </c:pt>
                <c:pt idx="108">
                  <c:v>53</c:v>
                </c:pt>
                <c:pt idx="109">
                  <c:v>53.8</c:v>
                </c:pt>
                <c:pt idx="110">
                  <c:v>54.6</c:v>
                </c:pt>
                <c:pt idx="111">
                  <c:v>55</c:v>
                </c:pt>
                <c:pt idx="112">
                  <c:v>55</c:v>
                </c:pt>
                <c:pt idx="113">
                  <c:v>55</c:v>
                </c:pt>
                <c:pt idx="114">
                  <c:v>55.4</c:v>
                </c:pt>
                <c:pt idx="115">
                  <c:v>55.8</c:v>
                </c:pt>
                <c:pt idx="116">
                  <c:v>56.6</c:v>
                </c:pt>
                <c:pt idx="117">
                  <c:v>57</c:v>
                </c:pt>
                <c:pt idx="118">
                  <c:v>57</c:v>
                </c:pt>
                <c:pt idx="119">
                  <c:v>58.4</c:v>
                </c:pt>
                <c:pt idx="120">
                  <c:v>59.2</c:v>
                </c:pt>
                <c:pt idx="121">
                  <c:v>60</c:v>
                </c:pt>
                <c:pt idx="122">
                  <c:v>60.4</c:v>
                </c:pt>
                <c:pt idx="123">
                  <c:v>60.4</c:v>
                </c:pt>
                <c:pt idx="124">
                  <c:v>60.4</c:v>
                </c:pt>
                <c:pt idx="125">
                  <c:v>61.6</c:v>
                </c:pt>
                <c:pt idx="126">
                  <c:v>62.8</c:v>
                </c:pt>
                <c:pt idx="127">
                  <c:v>64</c:v>
                </c:pt>
                <c:pt idx="128">
                  <c:v>64</c:v>
                </c:pt>
                <c:pt idx="129">
                  <c:v>64</c:v>
                </c:pt>
                <c:pt idx="130">
                  <c:v>64.400000000000006</c:v>
                </c:pt>
                <c:pt idx="131">
                  <c:v>64.8</c:v>
                </c:pt>
                <c:pt idx="132">
                  <c:v>64.8</c:v>
                </c:pt>
                <c:pt idx="133">
                  <c:v>64.8</c:v>
                </c:pt>
                <c:pt idx="134">
                  <c:v>65.2</c:v>
                </c:pt>
                <c:pt idx="135">
                  <c:v>66.599999999999994</c:v>
                </c:pt>
                <c:pt idx="136">
                  <c:v>66.599999999999994</c:v>
                </c:pt>
                <c:pt idx="137">
                  <c:v>66.599999999999994</c:v>
                </c:pt>
                <c:pt idx="138">
                  <c:v>66.599999999999994</c:v>
                </c:pt>
                <c:pt idx="139">
                  <c:v>67</c:v>
                </c:pt>
                <c:pt idx="140">
                  <c:v>67.400000000000006</c:v>
                </c:pt>
                <c:pt idx="141">
                  <c:v>67.8</c:v>
                </c:pt>
                <c:pt idx="142">
                  <c:v>68.2</c:v>
                </c:pt>
                <c:pt idx="143">
                  <c:v>68.599999999999994</c:v>
                </c:pt>
                <c:pt idx="144">
                  <c:v>69</c:v>
                </c:pt>
                <c:pt idx="145">
                  <c:v>69</c:v>
                </c:pt>
                <c:pt idx="146">
                  <c:v>69.8</c:v>
                </c:pt>
                <c:pt idx="147">
                  <c:v>69.8</c:v>
                </c:pt>
                <c:pt idx="148">
                  <c:v>69.8</c:v>
                </c:pt>
                <c:pt idx="149">
                  <c:v>70.400000000000006</c:v>
                </c:pt>
                <c:pt idx="150">
                  <c:v>70.400000000000006</c:v>
                </c:pt>
                <c:pt idx="151">
                  <c:v>70.8</c:v>
                </c:pt>
                <c:pt idx="152">
                  <c:v>71.2</c:v>
                </c:pt>
                <c:pt idx="153">
                  <c:v>71.2</c:v>
                </c:pt>
                <c:pt idx="154">
                  <c:v>72</c:v>
                </c:pt>
                <c:pt idx="155">
                  <c:v>73.2</c:v>
                </c:pt>
                <c:pt idx="156">
                  <c:v>73.599999999999994</c:v>
                </c:pt>
                <c:pt idx="157">
                  <c:v>73.599999999999994</c:v>
                </c:pt>
                <c:pt idx="158">
                  <c:v>74.599999999999994</c:v>
                </c:pt>
                <c:pt idx="159">
                  <c:v>74.599999999999994</c:v>
                </c:pt>
                <c:pt idx="160">
                  <c:v>75.400000000000006</c:v>
                </c:pt>
                <c:pt idx="161">
                  <c:v>76.2</c:v>
                </c:pt>
                <c:pt idx="162">
                  <c:v>76.2</c:v>
                </c:pt>
                <c:pt idx="163">
                  <c:v>77.8</c:v>
                </c:pt>
                <c:pt idx="164">
                  <c:v>77.8</c:v>
                </c:pt>
                <c:pt idx="165">
                  <c:v>78.2</c:v>
                </c:pt>
                <c:pt idx="166">
                  <c:v>78.8</c:v>
                </c:pt>
                <c:pt idx="167">
                  <c:v>80.400000000000006</c:v>
                </c:pt>
                <c:pt idx="168">
                  <c:v>82</c:v>
                </c:pt>
                <c:pt idx="169">
                  <c:v>82.4</c:v>
                </c:pt>
                <c:pt idx="170">
                  <c:v>82.8</c:v>
                </c:pt>
                <c:pt idx="171">
                  <c:v>82.8</c:v>
                </c:pt>
                <c:pt idx="172">
                  <c:v>82.8</c:v>
                </c:pt>
                <c:pt idx="173">
                  <c:v>82.8</c:v>
                </c:pt>
                <c:pt idx="174">
                  <c:v>83.2</c:v>
                </c:pt>
                <c:pt idx="175">
                  <c:v>84</c:v>
                </c:pt>
                <c:pt idx="176">
                  <c:v>84.4</c:v>
                </c:pt>
                <c:pt idx="177">
                  <c:v>84.8</c:v>
                </c:pt>
                <c:pt idx="178">
                  <c:v>85.6</c:v>
                </c:pt>
                <c:pt idx="179">
                  <c:v>86.8</c:v>
                </c:pt>
                <c:pt idx="180">
                  <c:v>86.8</c:v>
                </c:pt>
                <c:pt idx="181">
                  <c:v>86.8</c:v>
                </c:pt>
                <c:pt idx="182">
                  <c:v>86.8</c:v>
                </c:pt>
                <c:pt idx="183">
                  <c:v>87.2</c:v>
                </c:pt>
                <c:pt idx="184">
                  <c:v>87.2</c:v>
                </c:pt>
                <c:pt idx="185">
                  <c:v>88.4</c:v>
                </c:pt>
                <c:pt idx="186">
                  <c:v>89.2</c:v>
                </c:pt>
                <c:pt idx="187">
                  <c:v>90</c:v>
                </c:pt>
                <c:pt idx="188">
                  <c:v>90.8</c:v>
                </c:pt>
                <c:pt idx="189">
                  <c:v>91.2</c:v>
                </c:pt>
                <c:pt idx="190">
                  <c:v>91.6</c:v>
                </c:pt>
                <c:pt idx="191">
                  <c:v>92</c:v>
                </c:pt>
                <c:pt idx="192">
                  <c:v>93.2</c:v>
                </c:pt>
                <c:pt idx="193">
                  <c:v>93.6</c:v>
                </c:pt>
                <c:pt idx="194">
                  <c:v>93.6</c:v>
                </c:pt>
                <c:pt idx="195">
                  <c:v>93.6</c:v>
                </c:pt>
                <c:pt idx="196">
                  <c:v>94.4</c:v>
                </c:pt>
                <c:pt idx="197">
                  <c:v>94.4</c:v>
                </c:pt>
                <c:pt idx="198">
                  <c:v>94.8</c:v>
                </c:pt>
                <c:pt idx="199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7E4-44C1-814C-004B5AB389A3}"/>
            </c:ext>
          </c:extLst>
        </c:ser>
        <c:ser>
          <c:idx val="6"/>
          <c:order val="6"/>
          <c:tx>
            <c:strRef>
              <c:f>save1!$FA$1012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save1!$FA$1013:$FA$1212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1.2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1.4</c:v>
                </c:pt>
                <c:pt idx="73">
                  <c:v>1.4</c:v>
                </c:pt>
                <c:pt idx="74">
                  <c:v>1.4</c:v>
                </c:pt>
                <c:pt idx="75">
                  <c:v>1.6</c:v>
                </c:pt>
                <c:pt idx="76">
                  <c:v>1.6</c:v>
                </c:pt>
                <c:pt idx="77">
                  <c:v>1.6</c:v>
                </c:pt>
                <c:pt idx="78">
                  <c:v>1.6</c:v>
                </c:pt>
                <c:pt idx="79">
                  <c:v>1.6</c:v>
                </c:pt>
                <c:pt idx="80">
                  <c:v>1.6</c:v>
                </c:pt>
                <c:pt idx="81">
                  <c:v>1.6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2.4</c:v>
                </c:pt>
                <c:pt idx="93">
                  <c:v>2.4</c:v>
                </c:pt>
                <c:pt idx="94">
                  <c:v>2.4</c:v>
                </c:pt>
                <c:pt idx="95">
                  <c:v>2.4</c:v>
                </c:pt>
                <c:pt idx="96">
                  <c:v>2.8</c:v>
                </c:pt>
                <c:pt idx="97">
                  <c:v>2.8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4.2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4.5999999999999996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4.5999999999999996</c:v>
                </c:pt>
                <c:pt idx="136">
                  <c:v>4.5999999999999996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5.4</c:v>
                </c:pt>
                <c:pt idx="144">
                  <c:v>5.6</c:v>
                </c:pt>
                <c:pt idx="145">
                  <c:v>5.6</c:v>
                </c:pt>
                <c:pt idx="146">
                  <c:v>5.6</c:v>
                </c:pt>
                <c:pt idx="147">
                  <c:v>5.6</c:v>
                </c:pt>
                <c:pt idx="148">
                  <c:v>5.6</c:v>
                </c:pt>
                <c:pt idx="149">
                  <c:v>5.6</c:v>
                </c:pt>
                <c:pt idx="150">
                  <c:v>5.6</c:v>
                </c:pt>
                <c:pt idx="151">
                  <c:v>5.6</c:v>
                </c:pt>
                <c:pt idx="152">
                  <c:v>5.6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5.8</c:v>
                </c:pt>
                <c:pt idx="159">
                  <c:v>5.8</c:v>
                </c:pt>
                <c:pt idx="160">
                  <c:v>5.8</c:v>
                </c:pt>
                <c:pt idx="161">
                  <c:v>6.2</c:v>
                </c:pt>
                <c:pt idx="162">
                  <c:v>6.2</c:v>
                </c:pt>
                <c:pt idx="163">
                  <c:v>6.2</c:v>
                </c:pt>
                <c:pt idx="164">
                  <c:v>6.2</c:v>
                </c:pt>
                <c:pt idx="165">
                  <c:v>6.2</c:v>
                </c:pt>
                <c:pt idx="166">
                  <c:v>6.2</c:v>
                </c:pt>
                <c:pt idx="167">
                  <c:v>6.2</c:v>
                </c:pt>
                <c:pt idx="168">
                  <c:v>6.4</c:v>
                </c:pt>
                <c:pt idx="169">
                  <c:v>6.4</c:v>
                </c:pt>
                <c:pt idx="170">
                  <c:v>6.4</c:v>
                </c:pt>
                <c:pt idx="171">
                  <c:v>6.8</c:v>
                </c:pt>
                <c:pt idx="172">
                  <c:v>6.8</c:v>
                </c:pt>
                <c:pt idx="173">
                  <c:v>6.8</c:v>
                </c:pt>
                <c:pt idx="174">
                  <c:v>7</c:v>
                </c:pt>
                <c:pt idx="175">
                  <c:v>7</c:v>
                </c:pt>
                <c:pt idx="176">
                  <c:v>7</c:v>
                </c:pt>
                <c:pt idx="177">
                  <c:v>7.4</c:v>
                </c:pt>
                <c:pt idx="178">
                  <c:v>7.4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7.8</c:v>
                </c:pt>
                <c:pt idx="193">
                  <c:v>7.8</c:v>
                </c:pt>
                <c:pt idx="194">
                  <c:v>7.8</c:v>
                </c:pt>
                <c:pt idx="195">
                  <c:v>7.8</c:v>
                </c:pt>
                <c:pt idx="196">
                  <c:v>7.8</c:v>
                </c:pt>
                <c:pt idx="197">
                  <c:v>7.8</c:v>
                </c:pt>
                <c:pt idx="198">
                  <c:v>8</c:v>
                </c:pt>
                <c:pt idx="19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7E4-44C1-814C-004B5AB389A3}"/>
            </c:ext>
          </c:extLst>
        </c:ser>
        <c:ser>
          <c:idx val="7"/>
          <c:order val="7"/>
          <c:tx>
            <c:strRef>
              <c:f>save1!$FB$1012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save1!$FB$1013:$FB$1212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0.6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1.4</c:v>
                </c:pt>
                <c:pt idx="61">
                  <c:v>1.4</c:v>
                </c:pt>
                <c:pt idx="62">
                  <c:v>1.4</c:v>
                </c:pt>
                <c:pt idx="63">
                  <c:v>1.4</c:v>
                </c:pt>
                <c:pt idx="64">
                  <c:v>1.4</c:v>
                </c:pt>
                <c:pt idx="65">
                  <c:v>1.4</c:v>
                </c:pt>
                <c:pt idx="66">
                  <c:v>1.4</c:v>
                </c:pt>
                <c:pt idx="67">
                  <c:v>1.4</c:v>
                </c:pt>
                <c:pt idx="68">
                  <c:v>1.4</c:v>
                </c:pt>
                <c:pt idx="69">
                  <c:v>1.4</c:v>
                </c:pt>
                <c:pt idx="70">
                  <c:v>1.4</c:v>
                </c:pt>
                <c:pt idx="71">
                  <c:v>1.4</c:v>
                </c:pt>
                <c:pt idx="72">
                  <c:v>1.4</c:v>
                </c:pt>
                <c:pt idx="73">
                  <c:v>1.4</c:v>
                </c:pt>
                <c:pt idx="74">
                  <c:v>1.4</c:v>
                </c:pt>
                <c:pt idx="75">
                  <c:v>1.4</c:v>
                </c:pt>
                <c:pt idx="76">
                  <c:v>1.4</c:v>
                </c:pt>
                <c:pt idx="77">
                  <c:v>1.4</c:v>
                </c:pt>
                <c:pt idx="78">
                  <c:v>1.4</c:v>
                </c:pt>
                <c:pt idx="79">
                  <c:v>1.4</c:v>
                </c:pt>
                <c:pt idx="80">
                  <c:v>1.4</c:v>
                </c:pt>
                <c:pt idx="81">
                  <c:v>1.4</c:v>
                </c:pt>
                <c:pt idx="82">
                  <c:v>1.4</c:v>
                </c:pt>
                <c:pt idx="83">
                  <c:v>1.4</c:v>
                </c:pt>
                <c:pt idx="84">
                  <c:v>1.4</c:v>
                </c:pt>
                <c:pt idx="85">
                  <c:v>1.4</c:v>
                </c:pt>
                <c:pt idx="86">
                  <c:v>1.4</c:v>
                </c:pt>
                <c:pt idx="87">
                  <c:v>1.4</c:v>
                </c:pt>
                <c:pt idx="88">
                  <c:v>1.4</c:v>
                </c:pt>
                <c:pt idx="89">
                  <c:v>1.4</c:v>
                </c:pt>
                <c:pt idx="90">
                  <c:v>1.4</c:v>
                </c:pt>
                <c:pt idx="91">
                  <c:v>1.4</c:v>
                </c:pt>
                <c:pt idx="92">
                  <c:v>1.4</c:v>
                </c:pt>
                <c:pt idx="93">
                  <c:v>1.4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1.8</c:v>
                </c:pt>
                <c:pt idx="104">
                  <c:v>1.8</c:v>
                </c:pt>
                <c:pt idx="105">
                  <c:v>1.8</c:v>
                </c:pt>
                <c:pt idx="106">
                  <c:v>1.8</c:v>
                </c:pt>
                <c:pt idx="107">
                  <c:v>1.8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1.8</c:v>
                </c:pt>
                <c:pt idx="114">
                  <c:v>1.8</c:v>
                </c:pt>
                <c:pt idx="115">
                  <c:v>1.8</c:v>
                </c:pt>
                <c:pt idx="116">
                  <c:v>1.8</c:v>
                </c:pt>
                <c:pt idx="117">
                  <c:v>1.8</c:v>
                </c:pt>
                <c:pt idx="118">
                  <c:v>1.8</c:v>
                </c:pt>
                <c:pt idx="119">
                  <c:v>1.8</c:v>
                </c:pt>
                <c:pt idx="120">
                  <c:v>1.8</c:v>
                </c:pt>
                <c:pt idx="121">
                  <c:v>1.8</c:v>
                </c:pt>
                <c:pt idx="122">
                  <c:v>1.8</c:v>
                </c:pt>
                <c:pt idx="123">
                  <c:v>1.8</c:v>
                </c:pt>
                <c:pt idx="124">
                  <c:v>1.8</c:v>
                </c:pt>
                <c:pt idx="125">
                  <c:v>1.8</c:v>
                </c:pt>
                <c:pt idx="126">
                  <c:v>2.2000000000000002</c:v>
                </c:pt>
                <c:pt idx="127">
                  <c:v>2.2000000000000002</c:v>
                </c:pt>
                <c:pt idx="128">
                  <c:v>2.2000000000000002</c:v>
                </c:pt>
                <c:pt idx="129">
                  <c:v>2.2000000000000002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2.2000000000000002</c:v>
                </c:pt>
                <c:pt idx="139">
                  <c:v>2.2000000000000002</c:v>
                </c:pt>
                <c:pt idx="140">
                  <c:v>2.2000000000000002</c:v>
                </c:pt>
                <c:pt idx="141">
                  <c:v>2.2000000000000002</c:v>
                </c:pt>
                <c:pt idx="142">
                  <c:v>2.6</c:v>
                </c:pt>
                <c:pt idx="143">
                  <c:v>2.6</c:v>
                </c:pt>
                <c:pt idx="144">
                  <c:v>2.6</c:v>
                </c:pt>
                <c:pt idx="145">
                  <c:v>2.6</c:v>
                </c:pt>
                <c:pt idx="146">
                  <c:v>2.6</c:v>
                </c:pt>
                <c:pt idx="147">
                  <c:v>2.6</c:v>
                </c:pt>
                <c:pt idx="148">
                  <c:v>2.6</c:v>
                </c:pt>
                <c:pt idx="149">
                  <c:v>2.8</c:v>
                </c:pt>
                <c:pt idx="150">
                  <c:v>2.8</c:v>
                </c:pt>
                <c:pt idx="151">
                  <c:v>2.8</c:v>
                </c:pt>
                <c:pt idx="152">
                  <c:v>2.8</c:v>
                </c:pt>
                <c:pt idx="153">
                  <c:v>2.8</c:v>
                </c:pt>
                <c:pt idx="154">
                  <c:v>2.8</c:v>
                </c:pt>
                <c:pt idx="155">
                  <c:v>2.8</c:v>
                </c:pt>
                <c:pt idx="156">
                  <c:v>2.8</c:v>
                </c:pt>
                <c:pt idx="157">
                  <c:v>2.8</c:v>
                </c:pt>
                <c:pt idx="158">
                  <c:v>2.8</c:v>
                </c:pt>
                <c:pt idx="159">
                  <c:v>2.8</c:v>
                </c:pt>
                <c:pt idx="160">
                  <c:v>2.8</c:v>
                </c:pt>
                <c:pt idx="161">
                  <c:v>2.8</c:v>
                </c:pt>
                <c:pt idx="162">
                  <c:v>2.8</c:v>
                </c:pt>
                <c:pt idx="163">
                  <c:v>2.8</c:v>
                </c:pt>
                <c:pt idx="164">
                  <c:v>2.8</c:v>
                </c:pt>
                <c:pt idx="165">
                  <c:v>2.8</c:v>
                </c:pt>
                <c:pt idx="166">
                  <c:v>3</c:v>
                </c:pt>
                <c:pt idx="167">
                  <c:v>3</c:v>
                </c:pt>
                <c:pt idx="168">
                  <c:v>3</c:v>
                </c:pt>
                <c:pt idx="169">
                  <c:v>3</c:v>
                </c:pt>
                <c:pt idx="170">
                  <c:v>3</c:v>
                </c:pt>
                <c:pt idx="171">
                  <c:v>3</c:v>
                </c:pt>
                <c:pt idx="172">
                  <c:v>3</c:v>
                </c:pt>
                <c:pt idx="173">
                  <c:v>3</c:v>
                </c:pt>
                <c:pt idx="174">
                  <c:v>3</c:v>
                </c:pt>
                <c:pt idx="175">
                  <c:v>3</c:v>
                </c:pt>
                <c:pt idx="176">
                  <c:v>3.4</c:v>
                </c:pt>
                <c:pt idx="177">
                  <c:v>3.4</c:v>
                </c:pt>
                <c:pt idx="178">
                  <c:v>3.4</c:v>
                </c:pt>
                <c:pt idx="179">
                  <c:v>3.4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7E4-44C1-814C-004B5AB389A3}"/>
            </c:ext>
          </c:extLst>
        </c:ser>
        <c:ser>
          <c:idx val="8"/>
          <c:order val="8"/>
          <c:tx>
            <c:strRef>
              <c:f>save1!$FC$1012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save1!$FC$1013:$FC$1212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0.4</c:v>
                </c:pt>
                <c:pt idx="105">
                  <c:v>0.4</c:v>
                </c:pt>
                <c:pt idx="106">
                  <c:v>0.4</c:v>
                </c:pt>
                <c:pt idx="107">
                  <c:v>0.4</c:v>
                </c:pt>
                <c:pt idx="108">
                  <c:v>0.4</c:v>
                </c:pt>
                <c:pt idx="109">
                  <c:v>0.4</c:v>
                </c:pt>
                <c:pt idx="110">
                  <c:v>0.4</c:v>
                </c:pt>
                <c:pt idx="111">
                  <c:v>0.4</c:v>
                </c:pt>
                <c:pt idx="112">
                  <c:v>0.4</c:v>
                </c:pt>
                <c:pt idx="113">
                  <c:v>0.4</c:v>
                </c:pt>
                <c:pt idx="114">
                  <c:v>0.4</c:v>
                </c:pt>
                <c:pt idx="115">
                  <c:v>0.4</c:v>
                </c:pt>
                <c:pt idx="116">
                  <c:v>0.4</c:v>
                </c:pt>
                <c:pt idx="117">
                  <c:v>0.4</c:v>
                </c:pt>
                <c:pt idx="118">
                  <c:v>0.4</c:v>
                </c:pt>
                <c:pt idx="119">
                  <c:v>0.4</c:v>
                </c:pt>
                <c:pt idx="120">
                  <c:v>0.4</c:v>
                </c:pt>
                <c:pt idx="121">
                  <c:v>0.4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0.4</c:v>
                </c:pt>
                <c:pt idx="136">
                  <c:v>0.4</c:v>
                </c:pt>
                <c:pt idx="137">
                  <c:v>0.4</c:v>
                </c:pt>
                <c:pt idx="138">
                  <c:v>0.4</c:v>
                </c:pt>
                <c:pt idx="139">
                  <c:v>0.4</c:v>
                </c:pt>
                <c:pt idx="140">
                  <c:v>0.4</c:v>
                </c:pt>
                <c:pt idx="141">
                  <c:v>0.4</c:v>
                </c:pt>
                <c:pt idx="142">
                  <c:v>0.6</c:v>
                </c:pt>
                <c:pt idx="143">
                  <c:v>0.6</c:v>
                </c:pt>
                <c:pt idx="144">
                  <c:v>0.6</c:v>
                </c:pt>
                <c:pt idx="145">
                  <c:v>0.6</c:v>
                </c:pt>
                <c:pt idx="146">
                  <c:v>0.6</c:v>
                </c:pt>
                <c:pt idx="147">
                  <c:v>0.6</c:v>
                </c:pt>
                <c:pt idx="148">
                  <c:v>0.6</c:v>
                </c:pt>
                <c:pt idx="149">
                  <c:v>0.6</c:v>
                </c:pt>
                <c:pt idx="150">
                  <c:v>0.6</c:v>
                </c:pt>
                <c:pt idx="151">
                  <c:v>0.6</c:v>
                </c:pt>
                <c:pt idx="152">
                  <c:v>0.6</c:v>
                </c:pt>
                <c:pt idx="153">
                  <c:v>0.6</c:v>
                </c:pt>
                <c:pt idx="154">
                  <c:v>0.6</c:v>
                </c:pt>
                <c:pt idx="155">
                  <c:v>0.6</c:v>
                </c:pt>
                <c:pt idx="156">
                  <c:v>0.6</c:v>
                </c:pt>
                <c:pt idx="157">
                  <c:v>0.6</c:v>
                </c:pt>
                <c:pt idx="158">
                  <c:v>0.6</c:v>
                </c:pt>
                <c:pt idx="159">
                  <c:v>0.6</c:v>
                </c:pt>
                <c:pt idx="160">
                  <c:v>0.6</c:v>
                </c:pt>
                <c:pt idx="161">
                  <c:v>0.6</c:v>
                </c:pt>
                <c:pt idx="162">
                  <c:v>0.6</c:v>
                </c:pt>
                <c:pt idx="163">
                  <c:v>0.6</c:v>
                </c:pt>
                <c:pt idx="164">
                  <c:v>0.6</c:v>
                </c:pt>
                <c:pt idx="165">
                  <c:v>0.6</c:v>
                </c:pt>
                <c:pt idx="166">
                  <c:v>0.6</c:v>
                </c:pt>
                <c:pt idx="167">
                  <c:v>0.6</c:v>
                </c:pt>
                <c:pt idx="168">
                  <c:v>0.6</c:v>
                </c:pt>
                <c:pt idx="169">
                  <c:v>0.6</c:v>
                </c:pt>
                <c:pt idx="170">
                  <c:v>0.6</c:v>
                </c:pt>
                <c:pt idx="171">
                  <c:v>0.6</c:v>
                </c:pt>
                <c:pt idx="172">
                  <c:v>0.6</c:v>
                </c:pt>
                <c:pt idx="173">
                  <c:v>0.6</c:v>
                </c:pt>
                <c:pt idx="174">
                  <c:v>0.6</c:v>
                </c:pt>
                <c:pt idx="175">
                  <c:v>0.6</c:v>
                </c:pt>
                <c:pt idx="176">
                  <c:v>0.6</c:v>
                </c:pt>
                <c:pt idx="177">
                  <c:v>0.6</c:v>
                </c:pt>
                <c:pt idx="178">
                  <c:v>0.6</c:v>
                </c:pt>
                <c:pt idx="179">
                  <c:v>0.6</c:v>
                </c:pt>
                <c:pt idx="180">
                  <c:v>0.6</c:v>
                </c:pt>
                <c:pt idx="181">
                  <c:v>0.6</c:v>
                </c:pt>
                <c:pt idx="182">
                  <c:v>0.6</c:v>
                </c:pt>
                <c:pt idx="183">
                  <c:v>0.6</c:v>
                </c:pt>
                <c:pt idx="184">
                  <c:v>0.6</c:v>
                </c:pt>
                <c:pt idx="185">
                  <c:v>0.6</c:v>
                </c:pt>
                <c:pt idx="186">
                  <c:v>0.6</c:v>
                </c:pt>
                <c:pt idx="187">
                  <c:v>0.6</c:v>
                </c:pt>
                <c:pt idx="188">
                  <c:v>0.6</c:v>
                </c:pt>
                <c:pt idx="189">
                  <c:v>0.6</c:v>
                </c:pt>
                <c:pt idx="190">
                  <c:v>0.6</c:v>
                </c:pt>
                <c:pt idx="191">
                  <c:v>0.6</c:v>
                </c:pt>
                <c:pt idx="192">
                  <c:v>0.6</c:v>
                </c:pt>
                <c:pt idx="193">
                  <c:v>0.6</c:v>
                </c:pt>
                <c:pt idx="194">
                  <c:v>0.6</c:v>
                </c:pt>
                <c:pt idx="195">
                  <c:v>0.6</c:v>
                </c:pt>
                <c:pt idx="196">
                  <c:v>0.6</c:v>
                </c:pt>
                <c:pt idx="197">
                  <c:v>0.6</c:v>
                </c:pt>
                <c:pt idx="198">
                  <c:v>0.6</c:v>
                </c:pt>
                <c:pt idx="199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07E4-44C1-814C-004B5AB389A3}"/>
            </c:ext>
          </c:extLst>
        </c:ser>
        <c:ser>
          <c:idx val="9"/>
          <c:order val="9"/>
          <c:tx>
            <c:strRef>
              <c:f>save1!$FD$1012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save1!$FD$1013:$FD$1212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0.6</c:v>
                </c:pt>
                <c:pt idx="27">
                  <c:v>0.6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2.4</c:v>
                </c:pt>
                <c:pt idx="55">
                  <c:v>2.4</c:v>
                </c:pt>
                <c:pt idx="56">
                  <c:v>2.4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3.2</c:v>
                </c:pt>
                <c:pt idx="69">
                  <c:v>3.2</c:v>
                </c:pt>
                <c:pt idx="70">
                  <c:v>3.4</c:v>
                </c:pt>
                <c:pt idx="71">
                  <c:v>3.4</c:v>
                </c:pt>
                <c:pt idx="72">
                  <c:v>3.4</c:v>
                </c:pt>
                <c:pt idx="73">
                  <c:v>3.4</c:v>
                </c:pt>
                <c:pt idx="74">
                  <c:v>3.6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4</c:v>
                </c:pt>
                <c:pt idx="86">
                  <c:v>4</c:v>
                </c:pt>
                <c:pt idx="87">
                  <c:v>4</c:v>
                </c:pt>
                <c:pt idx="88">
                  <c:v>4</c:v>
                </c:pt>
                <c:pt idx="89">
                  <c:v>4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4.2</c:v>
                </c:pt>
                <c:pt idx="94">
                  <c:v>4.2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4.5999999999999996</c:v>
                </c:pt>
                <c:pt idx="104">
                  <c:v>4.5999999999999996</c:v>
                </c:pt>
                <c:pt idx="105">
                  <c:v>4.5999999999999996</c:v>
                </c:pt>
                <c:pt idx="106">
                  <c:v>4.5999999999999996</c:v>
                </c:pt>
                <c:pt idx="107">
                  <c:v>4.8</c:v>
                </c:pt>
                <c:pt idx="108">
                  <c:v>4.8</c:v>
                </c:pt>
                <c:pt idx="109">
                  <c:v>4.8</c:v>
                </c:pt>
                <c:pt idx="110">
                  <c:v>4.8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5.2</c:v>
                </c:pt>
                <c:pt idx="118">
                  <c:v>5.2</c:v>
                </c:pt>
                <c:pt idx="119">
                  <c:v>5.2</c:v>
                </c:pt>
                <c:pt idx="120">
                  <c:v>5.4</c:v>
                </c:pt>
                <c:pt idx="121">
                  <c:v>5.4</c:v>
                </c:pt>
                <c:pt idx="122">
                  <c:v>5.6</c:v>
                </c:pt>
                <c:pt idx="123">
                  <c:v>5.6</c:v>
                </c:pt>
                <c:pt idx="124">
                  <c:v>5.6</c:v>
                </c:pt>
                <c:pt idx="125">
                  <c:v>5.6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5.8</c:v>
                </c:pt>
                <c:pt idx="132">
                  <c:v>5.8</c:v>
                </c:pt>
                <c:pt idx="133">
                  <c:v>5.8</c:v>
                </c:pt>
                <c:pt idx="134">
                  <c:v>6.2</c:v>
                </c:pt>
                <c:pt idx="135">
                  <c:v>6.4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6.4</c:v>
                </c:pt>
                <c:pt idx="141">
                  <c:v>6.4</c:v>
                </c:pt>
                <c:pt idx="142">
                  <c:v>6.4</c:v>
                </c:pt>
                <c:pt idx="143">
                  <c:v>6.4</c:v>
                </c:pt>
                <c:pt idx="144">
                  <c:v>6.4</c:v>
                </c:pt>
                <c:pt idx="145">
                  <c:v>6.4</c:v>
                </c:pt>
                <c:pt idx="146">
                  <c:v>6.6</c:v>
                </c:pt>
                <c:pt idx="147">
                  <c:v>6.6</c:v>
                </c:pt>
                <c:pt idx="148">
                  <c:v>6.6</c:v>
                </c:pt>
                <c:pt idx="149">
                  <c:v>6.6</c:v>
                </c:pt>
                <c:pt idx="150">
                  <c:v>6.6</c:v>
                </c:pt>
                <c:pt idx="151">
                  <c:v>6.6</c:v>
                </c:pt>
                <c:pt idx="152">
                  <c:v>6.6</c:v>
                </c:pt>
                <c:pt idx="153">
                  <c:v>6.6</c:v>
                </c:pt>
                <c:pt idx="154">
                  <c:v>6.8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7.4</c:v>
                </c:pt>
                <c:pt idx="159">
                  <c:v>7.4</c:v>
                </c:pt>
                <c:pt idx="160">
                  <c:v>7.6</c:v>
                </c:pt>
                <c:pt idx="161">
                  <c:v>7.6</c:v>
                </c:pt>
                <c:pt idx="162">
                  <c:v>7.6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8.1999999999999993</c:v>
                </c:pt>
                <c:pt idx="168">
                  <c:v>8.1999999999999993</c:v>
                </c:pt>
                <c:pt idx="169">
                  <c:v>8.1999999999999993</c:v>
                </c:pt>
                <c:pt idx="170">
                  <c:v>8.1999999999999993</c:v>
                </c:pt>
                <c:pt idx="171">
                  <c:v>8.1999999999999993</c:v>
                </c:pt>
                <c:pt idx="172">
                  <c:v>8.1999999999999993</c:v>
                </c:pt>
                <c:pt idx="173">
                  <c:v>8.1999999999999993</c:v>
                </c:pt>
                <c:pt idx="174">
                  <c:v>8.1999999999999993</c:v>
                </c:pt>
                <c:pt idx="175">
                  <c:v>8.4</c:v>
                </c:pt>
                <c:pt idx="176">
                  <c:v>8.6</c:v>
                </c:pt>
                <c:pt idx="177">
                  <c:v>8.6</c:v>
                </c:pt>
                <c:pt idx="178">
                  <c:v>8.8000000000000007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9.1999999999999993</c:v>
                </c:pt>
                <c:pt idx="183">
                  <c:v>9.1999999999999993</c:v>
                </c:pt>
                <c:pt idx="184">
                  <c:v>9.1999999999999993</c:v>
                </c:pt>
                <c:pt idx="185">
                  <c:v>9.1999999999999993</c:v>
                </c:pt>
                <c:pt idx="186">
                  <c:v>9.6</c:v>
                </c:pt>
                <c:pt idx="187">
                  <c:v>9.6</c:v>
                </c:pt>
                <c:pt idx="188">
                  <c:v>9.6</c:v>
                </c:pt>
                <c:pt idx="189">
                  <c:v>9.6</c:v>
                </c:pt>
                <c:pt idx="190">
                  <c:v>9.6</c:v>
                </c:pt>
                <c:pt idx="191">
                  <c:v>9.6</c:v>
                </c:pt>
                <c:pt idx="192">
                  <c:v>9.8000000000000007</c:v>
                </c:pt>
                <c:pt idx="193">
                  <c:v>9.8000000000000007</c:v>
                </c:pt>
                <c:pt idx="194">
                  <c:v>9.8000000000000007</c:v>
                </c:pt>
                <c:pt idx="195">
                  <c:v>9.8000000000000007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07E4-44C1-814C-004B5AB38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(Rusted Key,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save1!$EC$1214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save1!$EC$1215:$EC$1414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0.6</c:v>
                </c:pt>
                <c:pt idx="3">
                  <c:v>1.2</c:v>
                </c:pt>
                <c:pt idx="4">
                  <c:v>1.4</c:v>
                </c:pt>
                <c:pt idx="5">
                  <c:v>1.4</c:v>
                </c:pt>
                <c:pt idx="6">
                  <c:v>1.6</c:v>
                </c:pt>
                <c:pt idx="7">
                  <c:v>1.6</c:v>
                </c:pt>
                <c:pt idx="8">
                  <c:v>1.6</c:v>
                </c:pt>
                <c:pt idx="9">
                  <c:v>1.8</c:v>
                </c:pt>
                <c:pt idx="10">
                  <c:v>1.8</c:v>
                </c:pt>
                <c:pt idx="11">
                  <c:v>2.2000000000000002</c:v>
                </c:pt>
                <c:pt idx="12">
                  <c:v>2.8</c:v>
                </c:pt>
                <c:pt idx="13">
                  <c:v>2.8</c:v>
                </c:pt>
                <c:pt idx="14">
                  <c:v>3</c:v>
                </c:pt>
                <c:pt idx="15">
                  <c:v>3.4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3.6</c:v>
                </c:pt>
                <c:pt idx="23">
                  <c:v>3.8</c:v>
                </c:pt>
                <c:pt idx="24">
                  <c:v>3.8</c:v>
                </c:pt>
                <c:pt idx="25">
                  <c:v>4</c:v>
                </c:pt>
                <c:pt idx="26">
                  <c:v>4.2</c:v>
                </c:pt>
                <c:pt idx="27">
                  <c:v>4.2</c:v>
                </c:pt>
                <c:pt idx="28">
                  <c:v>4.2</c:v>
                </c:pt>
                <c:pt idx="29">
                  <c:v>4.4000000000000004</c:v>
                </c:pt>
                <c:pt idx="30">
                  <c:v>4.4000000000000004</c:v>
                </c:pt>
                <c:pt idx="31">
                  <c:v>4.4000000000000004</c:v>
                </c:pt>
                <c:pt idx="32">
                  <c:v>4.4000000000000004</c:v>
                </c:pt>
                <c:pt idx="33">
                  <c:v>5.2</c:v>
                </c:pt>
                <c:pt idx="34">
                  <c:v>5.2</c:v>
                </c:pt>
                <c:pt idx="35">
                  <c:v>6.2</c:v>
                </c:pt>
                <c:pt idx="36">
                  <c:v>6.2</c:v>
                </c:pt>
                <c:pt idx="37">
                  <c:v>6.4</c:v>
                </c:pt>
                <c:pt idx="38">
                  <c:v>7</c:v>
                </c:pt>
                <c:pt idx="39">
                  <c:v>7</c:v>
                </c:pt>
                <c:pt idx="40">
                  <c:v>7</c:v>
                </c:pt>
                <c:pt idx="41">
                  <c:v>7.4</c:v>
                </c:pt>
                <c:pt idx="42">
                  <c:v>7.4</c:v>
                </c:pt>
                <c:pt idx="43">
                  <c:v>7.4</c:v>
                </c:pt>
                <c:pt idx="44">
                  <c:v>7.6</c:v>
                </c:pt>
                <c:pt idx="45">
                  <c:v>7.6</c:v>
                </c:pt>
                <c:pt idx="46">
                  <c:v>8</c:v>
                </c:pt>
                <c:pt idx="47">
                  <c:v>8</c:v>
                </c:pt>
                <c:pt idx="48">
                  <c:v>8.1999999999999993</c:v>
                </c:pt>
                <c:pt idx="49">
                  <c:v>8.1999999999999993</c:v>
                </c:pt>
                <c:pt idx="50">
                  <c:v>8.4</c:v>
                </c:pt>
                <c:pt idx="51">
                  <c:v>8.6</c:v>
                </c:pt>
                <c:pt idx="52">
                  <c:v>9</c:v>
                </c:pt>
                <c:pt idx="53">
                  <c:v>9.1999999999999993</c:v>
                </c:pt>
                <c:pt idx="54">
                  <c:v>9.6</c:v>
                </c:pt>
                <c:pt idx="55">
                  <c:v>9.8000000000000007</c:v>
                </c:pt>
                <c:pt idx="56">
                  <c:v>9.8000000000000007</c:v>
                </c:pt>
                <c:pt idx="57">
                  <c:v>10.4</c:v>
                </c:pt>
                <c:pt idx="58">
                  <c:v>10.6</c:v>
                </c:pt>
                <c:pt idx="59">
                  <c:v>10.6</c:v>
                </c:pt>
                <c:pt idx="60">
                  <c:v>11</c:v>
                </c:pt>
                <c:pt idx="61">
                  <c:v>11</c:v>
                </c:pt>
                <c:pt idx="62">
                  <c:v>11.2</c:v>
                </c:pt>
                <c:pt idx="63">
                  <c:v>11.4</c:v>
                </c:pt>
                <c:pt idx="64">
                  <c:v>11.6</c:v>
                </c:pt>
                <c:pt idx="65">
                  <c:v>12</c:v>
                </c:pt>
                <c:pt idx="66">
                  <c:v>12.4</c:v>
                </c:pt>
                <c:pt idx="67">
                  <c:v>12.4</c:v>
                </c:pt>
                <c:pt idx="68">
                  <c:v>12.6</c:v>
                </c:pt>
                <c:pt idx="69">
                  <c:v>12.8</c:v>
                </c:pt>
                <c:pt idx="70">
                  <c:v>13</c:v>
                </c:pt>
                <c:pt idx="71">
                  <c:v>13</c:v>
                </c:pt>
                <c:pt idx="72">
                  <c:v>13.2</c:v>
                </c:pt>
                <c:pt idx="73">
                  <c:v>13.4</c:v>
                </c:pt>
                <c:pt idx="74">
                  <c:v>13.6</c:v>
                </c:pt>
                <c:pt idx="75">
                  <c:v>13.8</c:v>
                </c:pt>
                <c:pt idx="76">
                  <c:v>14.2</c:v>
                </c:pt>
                <c:pt idx="77">
                  <c:v>14.8</c:v>
                </c:pt>
                <c:pt idx="78">
                  <c:v>15.2</c:v>
                </c:pt>
                <c:pt idx="79">
                  <c:v>15.6</c:v>
                </c:pt>
                <c:pt idx="80">
                  <c:v>15.8</c:v>
                </c:pt>
                <c:pt idx="81">
                  <c:v>15.8</c:v>
                </c:pt>
                <c:pt idx="82">
                  <c:v>15.8</c:v>
                </c:pt>
                <c:pt idx="83">
                  <c:v>15.8</c:v>
                </c:pt>
                <c:pt idx="84">
                  <c:v>16</c:v>
                </c:pt>
                <c:pt idx="85">
                  <c:v>16.399999999999999</c:v>
                </c:pt>
                <c:pt idx="86">
                  <c:v>16.399999999999999</c:v>
                </c:pt>
                <c:pt idx="87">
                  <c:v>16.600000000000001</c:v>
                </c:pt>
                <c:pt idx="88">
                  <c:v>16.8</c:v>
                </c:pt>
                <c:pt idx="89">
                  <c:v>17</c:v>
                </c:pt>
                <c:pt idx="90">
                  <c:v>17.399999999999999</c:v>
                </c:pt>
                <c:pt idx="91">
                  <c:v>17.600000000000001</c:v>
                </c:pt>
                <c:pt idx="92">
                  <c:v>17.8</c:v>
                </c:pt>
                <c:pt idx="93">
                  <c:v>17.8</c:v>
                </c:pt>
                <c:pt idx="94">
                  <c:v>18</c:v>
                </c:pt>
                <c:pt idx="95">
                  <c:v>18</c:v>
                </c:pt>
                <c:pt idx="96">
                  <c:v>18.2</c:v>
                </c:pt>
                <c:pt idx="97">
                  <c:v>18.2</c:v>
                </c:pt>
                <c:pt idx="98">
                  <c:v>18.399999999999999</c:v>
                </c:pt>
                <c:pt idx="99">
                  <c:v>18.600000000000001</c:v>
                </c:pt>
                <c:pt idx="100">
                  <c:v>19.399999999999999</c:v>
                </c:pt>
                <c:pt idx="101">
                  <c:v>19.399999999999999</c:v>
                </c:pt>
                <c:pt idx="102">
                  <c:v>19.8</c:v>
                </c:pt>
                <c:pt idx="103">
                  <c:v>20.399999999999999</c:v>
                </c:pt>
                <c:pt idx="104">
                  <c:v>20.8</c:v>
                </c:pt>
                <c:pt idx="105">
                  <c:v>20.8</c:v>
                </c:pt>
                <c:pt idx="106">
                  <c:v>21</c:v>
                </c:pt>
                <c:pt idx="107">
                  <c:v>21.2</c:v>
                </c:pt>
                <c:pt idx="108">
                  <c:v>21.6</c:v>
                </c:pt>
                <c:pt idx="109">
                  <c:v>21.8</c:v>
                </c:pt>
                <c:pt idx="110">
                  <c:v>21.8</c:v>
                </c:pt>
                <c:pt idx="111">
                  <c:v>22</c:v>
                </c:pt>
                <c:pt idx="112">
                  <c:v>22</c:v>
                </c:pt>
                <c:pt idx="113">
                  <c:v>22</c:v>
                </c:pt>
                <c:pt idx="114">
                  <c:v>22</c:v>
                </c:pt>
                <c:pt idx="115">
                  <c:v>22.4</c:v>
                </c:pt>
                <c:pt idx="116">
                  <c:v>22.8</c:v>
                </c:pt>
                <c:pt idx="117">
                  <c:v>23</c:v>
                </c:pt>
                <c:pt idx="118">
                  <c:v>23.2</c:v>
                </c:pt>
                <c:pt idx="119">
                  <c:v>23.4</c:v>
                </c:pt>
                <c:pt idx="120">
                  <c:v>23.4</c:v>
                </c:pt>
                <c:pt idx="121">
                  <c:v>23.8</c:v>
                </c:pt>
                <c:pt idx="122">
                  <c:v>23.8</c:v>
                </c:pt>
                <c:pt idx="123">
                  <c:v>24</c:v>
                </c:pt>
                <c:pt idx="124">
                  <c:v>24.4</c:v>
                </c:pt>
                <c:pt idx="125">
                  <c:v>25.6</c:v>
                </c:pt>
                <c:pt idx="126">
                  <c:v>26</c:v>
                </c:pt>
                <c:pt idx="127">
                  <c:v>26.2</c:v>
                </c:pt>
                <c:pt idx="128">
                  <c:v>26.6</c:v>
                </c:pt>
                <c:pt idx="129">
                  <c:v>26.6</c:v>
                </c:pt>
                <c:pt idx="130">
                  <c:v>27</c:v>
                </c:pt>
                <c:pt idx="131">
                  <c:v>27.8</c:v>
                </c:pt>
                <c:pt idx="132">
                  <c:v>28.2</c:v>
                </c:pt>
                <c:pt idx="133">
                  <c:v>28.4</c:v>
                </c:pt>
                <c:pt idx="134">
                  <c:v>28.8</c:v>
                </c:pt>
                <c:pt idx="135">
                  <c:v>28.8</c:v>
                </c:pt>
                <c:pt idx="136">
                  <c:v>29.6</c:v>
                </c:pt>
                <c:pt idx="137">
                  <c:v>29.6</c:v>
                </c:pt>
                <c:pt idx="138">
                  <c:v>29.8</c:v>
                </c:pt>
                <c:pt idx="139">
                  <c:v>30</c:v>
                </c:pt>
                <c:pt idx="140">
                  <c:v>30</c:v>
                </c:pt>
                <c:pt idx="141">
                  <c:v>30.2</c:v>
                </c:pt>
                <c:pt idx="142">
                  <c:v>30.2</c:v>
                </c:pt>
                <c:pt idx="143">
                  <c:v>30.8</c:v>
                </c:pt>
                <c:pt idx="144">
                  <c:v>31</c:v>
                </c:pt>
                <c:pt idx="145">
                  <c:v>31</c:v>
                </c:pt>
                <c:pt idx="146">
                  <c:v>31.6</c:v>
                </c:pt>
                <c:pt idx="147">
                  <c:v>31.8</c:v>
                </c:pt>
                <c:pt idx="148">
                  <c:v>32</c:v>
                </c:pt>
                <c:pt idx="149">
                  <c:v>32.200000000000003</c:v>
                </c:pt>
                <c:pt idx="150">
                  <c:v>32.200000000000003</c:v>
                </c:pt>
                <c:pt idx="151">
                  <c:v>33</c:v>
                </c:pt>
                <c:pt idx="152">
                  <c:v>33</c:v>
                </c:pt>
                <c:pt idx="153">
                  <c:v>33.200000000000003</c:v>
                </c:pt>
                <c:pt idx="154">
                  <c:v>33.4</c:v>
                </c:pt>
                <c:pt idx="155">
                  <c:v>33.4</c:v>
                </c:pt>
                <c:pt idx="156">
                  <c:v>33.4</c:v>
                </c:pt>
                <c:pt idx="157">
                  <c:v>33.4</c:v>
                </c:pt>
                <c:pt idx="158">
                  <c:v>33.6</c:v>
                </c:pt>
                <c:pt idx="159">
                  <c:v>34</c:v>
                </c:pt>
                <c:pt idx="160">
                  <c:v>34.200000000000003</c:v>
                </c:pt>
                <c:pt idx="161">
                  <c:v>34.4</c:v>
                </c:pt>
                <c:pt idx="162">
                  <c:v>34.6</c:v>
                </c:pt>
                <c:pt idx="163">
                  <c:v>34.6</c:v>
                </c:pt>
                <c:pt idx="164">
                  <c:v>34.799999999999997</c:v>
                </c:pt>
                <c:pt idx="165">
                  <c:v>35.200000000000003</c:v>
                </c:pt>
                <c:pt idx="166">
                  <c:v>35.4</c:v>
                </c:pt>
                <c:pt idx="167">
                  <c:v>35.4</c:v>
                </c:pt>
                <c:pt idx="168">
                  <c:v>35.6</c:v>
                </c:pt>
                <c:pt idx="169">
                  <c:v>35.6</c:v>
                </c:pt>
                <c:pt idx="170">
                  <c:v>35.799999999999997</c:v>
                </c:pt>
                <c:pt idx="171">
                  <c:v>35.799999999999997</c:v>
                </c:pt>
                <c:pt idx="172">
                  <c:v>35.799999999999997</c:v>
                </c:pt>
                <c:pt idx="173">
                  <c:v>36.4</c:v>
                </c:pt>
                <c:pt idx="174">
                  <c:v>36.799999999999997</c:v>
                </c:pt>
                <c:pt idx="175">
                  <c:v>36.799999999999997</c:v>
                </c:pt>
                <c:pt idx="176">
                  <c:v>37</c:v>
                </c:pt>
                <c:pt idx="177">
                  <c:v>37</c:v>
                </c:pt>
                <c:pt idx="178">
                  <c:v>37</c:v>
                </c:pt>
                <c:pt idx="179">
                  <c:v>37</c:v>
                </c:pt>
                <c:pt idx="180">
                  <c:v>37.200000000000003</c:v>
                </c:pt>
                <c:pt idx="181">
                  <c:v>37.200000000000003</c:v>
                </c:pt>
                <c:pt idx="182">
                  <c:v>37.4</c:v>
                </c:pt>
                <c:pt idx="183">
                  <c:v>37.4</c:v>
                </c:pt>
                <c:pt idx="184">
                  <c:v>37.4</c:v>
                </c:pt>
                <c:pt idx="185">
                  <c:v>37.4</c:v>
                </c:pt>
                <c:pt idx="186">
                  <c:v>37.4</c:v>
                </c:pt>
                <c:pt idx="187">
                  <c:v>37.799999999999997</c:v>
                </c:pt>
                <c:pt idx="188">
                  <c:v>37.799999999999997</c:v>
                </c:pt>
                <c:pt idx="189">
                  <c:v>37.799999999999997</c:v>
                </c:pt>
                <c:pt idx="190">
                  <c:v>37.799999999999997</c:v>
                </c:pt>
                <c:pt idx="191">
                  <c:v>38.4</c:v>
                </c:pt>
                <c:pt idx="192">
                  <c:v>38.6</c:v>
                </c:pt>
                <c:pt idx="193">
                  <c:v>38.799999999999997</c:v>
                </c:pt>
                <c:pt idx="194">
                  <c:v>39.6</c:v>
                </c:pt>
                <c:pt idx="195">
                  <c:v>39.799999999999997</c:v>
                </c:pt>
                <c:pt idx="196">
                  <c:v>40</c:v>
                </c:pt>
                <c:pt idx="197">
                  <c:v>40</c:v>
                </c:pt>
                <c:pt idx="198">
                  <c:v>40</c:v>
                </c:pt>
                <c:pt idx="199">
                  <c:v>40.200000000000003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FC-4FDA-8F51-3FC684CD8F18}"/>
            </c:ext>
          </c:extLst>
        </c:ser>
        <c:ser>
          <c:idx val="1"/>
          <c:order val="1"/>
          <c:tx>
            <c:strRef>
              <c:f>save1!$ED$1214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save1!$ED$1215:$ED$1414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0.6</c:v>
                </c:pt>
                <c:pt idx="8">
                  <c:v>0.8</c:v>
                </c:pt>
                <c:pt idx="9">
                  <c:v>1</c:v>
                </c:pt>
                <c:pt idx="10">
                  <c:v>1.4</c:v>
                </c:pt>
                <c:pt idx="11">
                  <c:v>1.4</c:v>
                </c:pt>
                <c:pt idx="12">
                  <c:v>1.4</c:v>
                </c:pt>
                <c:pt idx="13">
                  <c:v>1.4</c:v>
                </c:pt>
                <c:pt idx="14">
                  <c:v>1.4</c:v>
                </c:pt>
                <c:pt idx="15">
                  <c:v>1.4</c:v>
                </c:pt>
                <c:pt idx="16">
                  <c:v>1.6</c:v>
                </c:pt>
                <c:pt idx="17">
                  <c:v>2.2000000000000002</c:v>
                </c:pt>
                <c:pt idx="18">
                  <c:v>2.4</c:v>
                </c:pt>
                <c:pt idx="19">
                  <c:v>2.4</c:v>
                </c:pt>
                <c:pt idx="20">
                  <c:v>3</c:v>
                </c:pt>
                <c:pt idx="21">
                  <c:v>3</c:v>
                </c:pt>
                <c:pt idx="22">
                  <c:v>3.2</c:v>
                </c:pt>
                <c:pt idx="23">
                  <c:v>3.2</c:v>
                </c:pt>
                <c:pt idx="24">
                  <c:v>3.4</c:v>
                </c:pt>
                <c:pt idx="25">
                  <c:v>3.6</c:v>
                </c:pt>
                <c:pt idx="26">
                  <c:v>3.6</c:v>
                </c:pt>
                <c:pt idx="27">
                  <c:v>3.8</c:v>
                </c:pt>
                <c:pt idx="28">
                  <c:v>4</c:v>
                </c:pt>
                <c:pt idx="29">
                  <c:v>4.2</c:v>
                </c:pt>
                <c:pt idx="30">
                  <c:v>4.2</c:v>
                </c:pt>
                <c:pt idx="31">
                  <c:v>4.2</c:v>
                </c:pt>
                <c:pt idx="32">
                  <c:v>4.2</c:v>
                </c:pt>
                <c:pt idx="33">
                  <c:v>4.2</c:v>
                </c:pt>
                <c:pt idx="34">
                  <c:v>4.5999999999999996</c:v>
                </c:pt>
                <c:pt idx="35">
                  <c:v>4.8</c:v>
                </c:pt>
                <c:pt idx="36">
                  <c:v>4.8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5.4</c:v>
                </c:pt>
                <c:pt idx="41">
                  <c:v>5.4</c:v>
                </c:pt>
                <c:pt idx="42">
                  <c:v>5.6</c:v>
                </c:pt>
                <c:pt idx="43">
                  <c:v>5.6</c:v>
                </c:pt>
                <c:pt idx="44">
                  <c:v>5.6</c:v>
                </c:pt>
                <c:pt idx="45">
                  <c:v>5.8</c:v>
                </c:pt>
                <c:pt idx="46">
                  <c:v>6</c:v>
                </c:pt>
                <c:pt idx="47">
                  <c:v>6.2</c:v>
                </c:pt>
                <c:pt idx="48">
                  <c:v>6.2</c:v>
                </c:pt>
                <c:pt idx="49">
                  <c:v>6.2</c:v>
                </c:pt>
                <c:pt idx="50">
                  <c:v>6.2</c:v>
                </c:pt>
                <c:pt idx="51">
                  <c:v>6.2</c:v>
                </c:pt>
                <c:pt idx="52">
                  <c:v>6.6</c:v>
                </c:pt>
                <c:pt idx="53">
                  <c:v>6.8</c:v>
                </c:pt>
                <c:pt idx="54">
                  <c:v>6.8</c:v>
                </c:pt>
                <c:pt idx="55">
                  <c:v>6.8</c:v>
                </c:pt>
                <c:pt idx="56">
                  <c:v>7</c:v>
                </c:pt>
                <c:pt idx="57">
                  <c:v>7.2</c:v>
                </c:pt>
                <c:pt idx="58">
                  <c:v>7.4</c:v>
                </c:pt>
                <c:pt idx="59">
                  <c:v>7.6</c:v>
                </c:pt>
                <c:pt idx="60">
                  <c:v>8</c:v>
                </c:pt>
                <c:pt idx="61">
                  <c:v>8</c:v>
                </c:pt>
                <c:pt idx="62">
                  <c:v>8.1999999999999993</c:v>
                </c:pt>
                <c:pt idx="63">
                  <c:v>8.4</c:v>
                </c:pt>
                <c:pt idx="64">
                  <c:v>8.4</c:v>
                </c:pt>
                <c:pt idx="65">
                  <c:v>8.4</c:v>
                </c:pt>
                <c:pt idx="66">
                  <c:v>8.4</c:v>
                </c:pt>
                <c:pt idx="67">
                  <c:v>8.8000000000000007</c:v>
                </c:pt>
                <c:pt idx="68">
                  <c:v>8.8000000000000007</c:v>
                </c:pt>
                <c:pt idx="69">
                  <c:v>8.8000000000000007</c:v>
                </c:pt>
                <c:pt idx="70">
                  <c:v>8.8000000000000007</c:v>
                </c:pt>
                <c:pt idx="71">
                  <c:v>9</c:v>
                </c:pt>
                <c:pt idx="72">
                  <c:v>9.1999999999999993</c:v>
                </c:pt>
                <c:pt idx="73">
                  <c:v>9.1999999999999993</c:v>
                </c:pt>
                <c:pt idx="74">
                  <c:v>9.4</c:v>
                </c:pt>
                <c:pt idx="75">
                  <c:v>9.4</c:v>
                </c:pt>
                <c:pt idx="76">
                  <c:v>9.6</c:v>
                </c:pt>
                <c:pt idx="77">
                  <c:v>9.8000000000000007</c:v>
                </c:pt>
                <c:pt idx="78">
                  <c:v>10.199999999999999</c:v>
                </c:pt>
                <c:pt idx="79">
                  <c:v>10.4</c:v>
                </c:pt>
                <c:pt idx="80">
                  <c:v>10.6</c:v>
                </c:pt>
                <c:pt idx="81">
                  <c:v>10.8</c:v>
                </c:pt>
                <c:pt idx="82">
                  <c:v>10.8</c:v>
                </c:pt>
                <c:pt idx="83">
                  <c:v>11.2</c:v>
                </c:pt>
                <c:pt idx="84">
                  <c:v>11.6</c:v>
                </c:pt>
                <c:pt idx="85">
                  <c:v>11.8</c:v>
                </c:pt>
                <c:pt idx="86">
                  <c:v>11.8</c:v>
                </c:pt>
                <c:pt idx="87">
                  <c:v>12</c:v>
                </c:pt>
                <c:pt idx="88">
                  <c:v>12</c:v>
                </c:pt>
                <c:pt idx="89">
                  <c:v>12.2</c:v>
                </c:pt>
                <c:pt idx="90">
                  <c:v>12.2</c:v>
                </c:pt>
                <c:pt idx="91">
                  <c:v>12.2</c:v>
                </c:pt>
                <c:pt idx="92">
                  <c:v>12.2</c:v>
                </c:pt>
                <c:pt idx="93">
                  <c:v>12.4</c:v>
                </c:pt>
                <c:pt idx="94">
                  <c:v>12.6</c:v>
                </c:pt>
                <c:pt idx="95">
                  <c:v>12.8</c:v>
                </c:pt>
                <c:pt idx="96">
                  <c:v>12.8</c:v>
                </c:pt>
                <c:pt idx="97">
                  <c:v>13.2</c:v>
                </c:pt>
                <c:pt idx="98">
                  <c:v>13.6</c:v>
                </c:pt>
                <c:pt idx="99">
                  <c:v>13.8</c:v>
                </c:pt>
                <c:pt idx="100">
                  <c:v>14.2</c:v>
                </c:pt>
                <c:pt idx="101">
                  <c:v>14.2</c:v>
                </c:pt>
                <c:pt idx="102">
                  <c:v>14.4</c:v>
                </c:pt>
                <c:pt idx="103">
                  <c:v>14.6</c:v>
                </c:pt>
                <c:pt idx="104">
                  <c:v>14.6</c:v>
                </c:pt>
                <c:pt idx="105">
                  <c:v>15</c:v>
                </c:pt>
                <c:pt idx="106">
                  <c:v>15</c:v>
                </c:pt>
                <c:pt idx="107">
                  <c:v>15</c:v>
                </c:pt>
                <c:pt idx="108">
                  <c:v>15.2</c:v>
                </c:pt>
                <c:pt idx="109">
                  <c:v>15.2</c:v>
                </c:pt>
                <c:pt idx="110">
                  <c:v>15.4</c:v>
                </c:pt>
                <c:pt idx="111">
                  <c:v>15.6</c:v>
                </c:pt>
                <c:pt idx="112">
                  <c:v>15.8</c:v>
                </c:pt>
                <c:pt idx="113">
                  <c:v>15.8</c:v>
                </c:pt>
                <c:pt idx="114">
                  <c:v>16.399999999999999</c:v>
                </c:pt>
                <c:pt idx="115">
                  <c:v>16.399999999999999</c:v>
                </c:pt>
                <c:pt idx="116">
                  <c:v>16.399999999999999</c:v>
                </c:pt>
                <c:pt idx="117">
                  <c:v>16.8</c:v>
                </c:pt>
                <c:pt idx="118">
                  <c:v>16.8</c:v>
                </c:pt>
                <c:pt idx="119">
                  <c:v>16.8</c:v>
                </c:pt>
                <c:pt idx="120">
                  <c:v>16.8</c:v>
                </c:pt>
                <c:pt idx="121">
                  <c:v>17</c:v>
                </c:pt>
                <c:pt idx="122">
                  <c:v>17.600000000000001</c:v>
                </c:pt>
                <c:pt idx="123">
                  <c:v>17.600000000000001</c:v>
                </c:pt>
                <c:pt idx="124">
                  <c:v>18</c:v>
                </c:pt>
                <c:pt idx="125">
                  <c:v>18</c:v>
                </c:pt>
                <c:pt idx="126">
                  <c:v>18</c:v>
                </c:pt>
                <c:pt idx="127">
                  <c:v>18</c:v>
                </c:pt>
                <c:pt idx="128">
                  <c:v>18.2</c:v>
                </c:pt>
                <c:pt idx="129">
                  <c:v>18.600000000000001</c:v>
                </c:pt>
                <c:pt idx="130">
                  <c:v>18.8</c:v>
                </c:pt>
                <c:pt idx="131">
                  <c:v>18.8</c:v>
                </c:pt>
                <c:pt idx="132">
                  <c:v>18.8</c:v>
                </c:pt>
                <c:pt idx="133">
                  <c:v>18.8</c:v>
                </c:pt>
                <c:pt idx="134">
                  <c:v>18.8</c:v>
                </c:pt>
                <c:pt idx="135">
                  <c:v>18.8</c:v>
                </c:pt>
                <c:pt idx="136">
                  <c:v>18.8</c:v>
                </c:pt>
                <c:pt idx="137">
                  <c:v>19</c:v>
                </c:pt>
                <c:pt idx="138">
                  <c:v>19</c:v>
                </c:pt>
                <c:pt idx="139">
                  <c:v>19.399999999999999</c:v>
                </c:pt>
                <c:pt idx="140">
                  <c:v>20</c:v>
                </c:pt>
                <c:pt idx="141">
                  <c:v>20.2</c:v>
                </c:pt>
                <c:pt idx="142">
                  <c:v>20.399999999999999</c:v>
                </c:pt>
                <c:pt idx="143">
                  <c:v>20.8</c:v>
                </c:pt>
                <c:pt idx="144">
                  <c:v>21</c:v>
                </c:pt>
                <c:pt idx="145">
                  <c:v>21.4</c:v>
                </c:pt>
                <c:pt idx="146">
                  <c:v>22</c:v>
                </c:pt>
                <c:pt idx="147">
                  <c:v>22</c:v>
                </c:pt>
                <c:pt idx="148">
                  <c:v>22</c:v>
                </c:pt>
                <c:pt idx="149">
                  <c:v>22</c:v>
                </c:pt>
                <c:pt idx="150">
                  <c:v>22.2</c:v>
                </c:pt>
                <c:pt idx="151">
                  <c:v>22.2</c:v>
                </c:pt>
                <c:pt idx="152">
                  <c:v>22.4</c:v>
                </c:pt>
                <c:pt idx="153">
                  <c:v>22.8</c:v>
                </c:pt>
                <c:pt idx="154">
                  <c:v>23</c:v>
                </c:pt>
                <c:pt idx="155">
                  <c:v>23.2</c:v>
                </c:pt>
                <c:pt idx="156">
                  <c:v>23.2</c:v>
                </c:pt>
                <c:pt idx="157">
                  <c:v>23.6</c:v>
                </c:pt>
                <c:pt idx="158">
                  <c:v>23.6</c:v>
                </c:pt>
                <c:pt idx="159">
                  <c:v>24</c:v>
                </c:pt>
                <c:pt idx="160">
                  <c:v>24.4</c:v>
                </c:pt>
                <c:pt idx="161">
                  <c:v>24.4</c:v>
                </c:pt>
                <c:pt idx="162">
                  <c:v>24.6</c:v>
                </c:pt>
                <c:pt idx="163">
                  <c:v>25</c:v>
                </c:pt>
                <c:pt idx="164">
                  <c:v>25.4</c:v>
                </c:pt>
                <c:pt idx="165">
                  <c:v>25.4</c:v>
                </c:pt>
                <c:pt idx="166">
                  <c:v>25.6</c:v>
                </c:pt>
                <c:pt idx="167">
                  <c:v>25.6</c:v>
                </c:pt>
                <c:pt idx="168">
                  <c:v>25.8</c:v>
                </c:pt>
                <c:pt idx="169">
                  <c:v>25.8</c:v>
                </c:pt>
                <c:pt idx="170">
                  <c:v>25.8</c:v>
                </c:pt>
                <c:pt idx="171">
                  <c:v>25.8</c:v>
                </c:pt>
                <c:pt idx="172">
                  <c:v>25.8</c:v>
                </c:pt>
                <c:pt idx="173">
                  <c:v>26.2</c:v>
                </c:pt>
                <c:pt idx="174">
                  <c:v>26.2</c:v>
                </c:pt>
                <c:pt idx="175">
                  <c:v>26.4</c:v>
                </c:pt>
                <c:pt idx="176">
                  <c:v>26.4</c:v>
                </c:pt>
                <c:pt idx="177">
                  <c:v>26.8</c:v>
                </c:pt>
                <c:pt idx="178">
                  <c:v>27</c:v>
                </c:pt>
                <c:pt idx="179">
                  <c:v>27.2</c:v>
                </c:pt>
                <c:pt idx="180">
                  <c:v>27.4</c:v>
                </c:pt>
                <c:pt idx="181">
                  <c:v>27.8</c:v>
                </c:pt>
                <c:pt idx="182">
                  <c:v>27.8</c:v>
                </c:pt>
                <c:pt idx="183">
                  <c:v>28</c:v>
                </c:pt>
                <c:pt idx="184">
                  <c:v>28.4</c:v>
                </c:pt>
                <c:pt idx="185">
                  <c:v>28.4</c:v>
                </c:pt>
                <c:pt idx="186">
                  <c:v>28.4</c:v>
                </c:pt>
                <c:pt idx="187">
                  <c:v>28.6</c:v>
                </c:pt>
                <c:pt idx="188">
                  <c:v>28.6</c:v>
                </c:pt>
                <c:pt idx="189">
                  <c:v>28.6</c:v>
                </c:pt>
                <c:pt idx="190">
                  <c:v>28.6</c:v>
                </c:pt>
                <c:pt idx="191">
                  <c:v>28.6</c:v>
                </c:pt>
                <c:pt idx="192">
                  <c:v>28.8</c:v>
                </c:pt>
                <c:pt idx="193">
                  <c:v>29</c:v>
                </c:pt>
                <c:pt idx="194">
                  <c:v>29.4</c:v>
                </c:pt>
                <c:pt idx="195">
                  <c:v>29.8</c:v>
                </c:pt>
                <c:pt idx="196">
                  <c:v>29.8</c:v>
                </c:pt>
                <c:pt idx="197">
                  <c:v>30</c:v>
                </c:pt>
                <c:pt idx="198">
                  <c:v>30.2</c:v>
                </c:pt>
                <c:pt idx="199">
                  <c:v>30.2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FC-4FDA-8F51-3FC684CD8F18}"/>
            </c:ext>
          </c:extLst>
        </c:ser>
        <c:ser>
          <c:idx val="2"/>
          <c:order val="2"/>
          <c:tx>
            <c:strRef>
              <c:f>save1!$EE$1214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save1!$EE$1215:$EE$1414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1.4</c:v>
                </c:pt>
                <c:pt idx="6">
                  <c:v>1.8</c:v>
                </c:pt>
                <c:pt idx="7">
                  <c:v>2.4</c:v>
                </c:pt>
                <c:pt idx="8">
                  <c:v>2.8</c:v>
                </c:pt>
                <c:pt idx="9">
                  <c:v>3.4</c:v>
                </c:pt>
                <c:pt idx="10">
                  <c:v>3.6</c:v>
                </c:pt>
                <c:pt idx="11">
                  <c:v>4</c:v>
                </c:pt>
                <c:pt idx="12">
                  <c:v>4.8</c:v>
                </c:pt>
                <c:pt idx="13">
                  <c:v>5</c:v>
                </c:pt>
                <c:pt idx="14">
                  <c:v>5.4</c:v>
                </c:pt>
                <c:pt idx="15">
                  <c:v>5.6</c:v>
                </c:pt>
                <c:pt idx="16">
                  <c:v>6</c:v>
                </c:pt>
                <c:pt idx="17">
                  <c:v>6</c:v>
                </c:pt>
                <c:pt idx="18">
                  <c:v>6.2</c:v>
                </c:pt>
                <c:pt idx="19">
                  <c:v>6.6</c:v>
                </c:pt>
                <c:pt idx="20">
                  <c:v>6.6</c:v>
                </c:pt>
                <c:pt idx="21">
                  <c:v>7.2</c:v>
                </c:pt>
                <c:pt idx="22">
                  <c:v>7.8</c:v>
                </c:pt>
                <c:pt idx="23">
                  <c:v>8.1999999999999993</c:v>
                </c:pt>
                <c:pt idx="24">
                  <c:v>8.6</c:v>
                </c:pt>
                <c:pt idx="25">
                  <c:v>8.8000000000000007</c:v>
                </c:pt>
                <c:pt idx="26">
                  <c:v>9</c:v>
                </c:pt>
                <c:pt idx="27">
                  <c:v>9</c:v>
                </c:pt>
                <c:pt idx="28">
                  <c:v>9</c:v>
                </c:pt>
                <c:pt idx="29">
                  <c:v>9</c:v>
                </c:pt>
                <c:pt idx="30">
                  <c:v>9.1999999999999993</c:v>
                </c:pt>
                <c:pt idx="31">
                  <c:v>9.4</c:v>
                </c:pt>
                <c:pt idx="32">
                  <c:v>9.6</c:v>
                </c:pt>
                <c:pt idx="33">
                  <c:v>9.8000000000000007</c:v>
                </c:pt>
                <c:pt idx="34">
                  <c:v>9.8000000000000007</c:v>
                </c:pt>
                <c:pt idx="35">
                  <c:v>10.199999999999999</c:v>
                </c:pt>
                <c:pt idx="36">
                  <c:v>10.6</c:v>
                </c:pt>
                <c:pt idx="37">
                  <c:v>10.8</c:v>
                </c:pt>
                <c:pt idx="38">
                  <c:v>11.2</c:v>
                </c:pt>
                <c:pt idx="39">
                  <c:v>12</c:v>
                </c:pt>
                <c:pt idx="40">
                  <c:v>12</c:v>
                </c:pt>
                <c:pt idx="41">
                  <c:v>12.4</c:v>
                </c:pt>
                <c:pt idx="42">
                  <c:v>12.6</c:v>
                </c:pt>
                <c:pt idx="43">
                  <c:v>12.8</c:v>
                </c:pt>
                <c:pt idx="44">
                  <c:v>12.8</c:v>
                </c:pt>
                <c:pt idx="45">
                  <c:v>13</c:v>
                </c:pt>
                <c:pt idx="46">
                  <c:v>13</c:v>
                </c:pt>
                <c:pt idx="47">
                  <c:v>13.6</c:v>
                </c:pt>
                <c:pt idx="48">
                  <c:v>13.8</c:v>
                </c:pt>
                <c:pt idx="49">
                  <c:v>14.2</c:v>
                </c:pt>
                <c:pt idx="50">
                  <c:v>14.8</c:v>
                </c:pt>
                <c:pt idx="51">
                  <c:v>15</c:v>
                </c:pt>
                <c:pt idx="52">
                  <c:v>15</c:v>
                </c:pt>
                <c:pt idx="53">
                  <c:v>15.2</c:v>
                </c:pt>
                <c:pt idx="54">
                  <c:v>15.6</c:v>
                </c:pt>
                <c:pt idx="55">
                  <c:v>16</c:v>
                </c:pt>
                <c:pt idx="56">
                  <c:v>16.399999999999999</c:v>
                </c:pt>
                <c:pt idx="57">
                  <c:v>16.600000000000001</c:v>
                </c:pt>
                <c:pt idx="58">
                  <c:v>16.8</c:v>
                </c:pt>
                <c:pt idx="59">
                  <c:v>17.2</c:v>
                </c:pt>
                <c:pt idx="60">
                  <c:v>17.399999999999999</c:v>
                </c:pt>
                <c:pt idx="61">
                  <c:v>17.600000000000001</c:v>
                </c:pt>
                <c:pt idx="62">
                  <c:v>17.8</c:v>
                </c:pt>
                <c:pt idx="63">
                  <c:v>17.8</c:v>
                </c:pt>
                <c:pt idx="64">
                  <c:v>18</c:v>
                </c:pt>
                <c:pt idx="65">
                  <c:v>18.399999999999999</c:v>
                </c:pt>
                <c:pt idx="66">
                  <c:v>18.8</c:v>
                </c:pt>
                <c:pt idx="67">
                  <c:v>19.399999999999999</c:v>
                </c:pt>
                <c:pt idx="68">
                  <c:v>19.600000000000001</c:v>
                </c:pt>
                <c:pt idx="69">
                  <c:v>19.8</c:v>
                </c:pt>
                <c:pt idx="70">
                  <c:v>20.399999999999999</c:v>
                </c:pt>
                <c:pt idx="71">
                  <c:v>21</c:v>
                </c:pt>
                <c:pt idx="72">
                  <c:v>21.6</c:v>
                </c:pt>
                <c:pt idx="73">
                  <c:v>21.8</c:v>
                </c:pt>
                <c:pt idx="74">
                  <c:v>22</c:v>
                </c:pt>
                <c:pt idx="75">
                  <c:v>22.4</c:v>
                </c:pt>
                <c:pt idx="76">
                  <c:v>22.6</c:v>
                </c:pt>
                <c:pt idx="77">
                  <c:v>22.8</c:v>
                </c:pt>
                <c:pt idx="78">
                  <c:v>23</c:v>
                </c:pt>
                <c:pt idx="79">
                  <c:v>23.4</c:v>
                </c:pt>
                <c:pt idx="80">
                  <c:v>23.6</c:v>
                </c:pt>
                <c:pt idx="81">
                  <c:v>24</c:v>
                </c:pt>
                <c:pt idx="82">
                  <c:v>24.4</c:v>
                </c:pt>
                <c:pt idx="83">
                  <c:v>24.8</c:v>
                </c:pt>
                <c:pt idx="84">
                  <c:v>25</c:v>
                </c:pt>
                <c:pt idx="85">
                  <c:v>25</c:v>
                </c:pt>
                <c:pt idx="86">
                  <c:v>25.4</c:v>
                </c:pt>
                <c:pt idx="87">
                  <c:v>25.4</c:v>
                </c:pt>
                <c:pt idx="88">
                  <c:v>25.6</c:v>
                </c:pt>
                <c:pt idx="89">
                  <c:v>25.8</c:v>
                </c:pt>
                <c:pt idx="90">
                  <c:v>26</c:v>
                </c:pt>
                <c:pt idx="91">
                  <c:v>26.6</c:v>
                </c:pt>
                <c:pt idx="92">
                  <c:v>26.8</c:v>
                </c:pt>
                <c:pt idx="93">
                  <c:v>27.4</c:v>
                </c:pt>
                <c:pt idx="94">
                  <c:v>27.8</c:v>
                </c:pt>
                <c:pt idx="95">
                  <c:v>27.8</c:v>
                </c:pt>
                <c:pt idx="96">
                  <c:v>27.8</c:v>
                </c:pt>
                <c:pt idx="97">
                  <c:v>28</c:v>
                </c:pt>
                <c:pt idx="98">
                  <c:v>28.2</c:v>
                </c:pt>
                <c:pt idx="99">
                  <c:v>28.4</c:v>
                </c:pt>
                <c:pt idx="100">
                  <c:v>28.6</c:v>
                </c:pt>
                <c:pt idx="101">
                  <c:v>29</c:v>
                </c:pt>
                <c:pt idx="102">
                  <c:v>29</c:v>
                </c:pt>
                <c:pt idx="103">
                  <c:v>29</c:v>
                </c:pt>
                <c:pt idx="104">
                  <c:v>29.2</c:v>
                </c:pt>
                <c:pt idx="105">
                  <c:v>29.4</c:v>
                </c:pt>
                <c:pt idx="106">
                  <c:v>29.6</c:v>
                </c:pt>
                <c:pt idx="107">
                  <c:v>29.8</c:v>
                </c:pt>
                <c:pt idx="108">
                  <c:v>29.8</c:v>
                </c:pt>
                <c:pt idx="109">
                  <c:v>30</c:v>
                </c:pt>
                <c:pt idx="110">
                  <c:v>30.2</c:v>
                </c:pt>
                <c:pt idx="111">
                  <c:v>30.2</c:v>
                </c:pt>
                <c:pt idx="112">
                  <c:v>30.2</c:v>
                </c:pt>
                <c:pt idx="113">
                  <c:v>30.8</c:v>
                </c:pt>
                <c:pt idx="114">
                  <c:v>31</c:v>
                </c:pt>
                <c:pt idx="115">
                  <c:v>31.6</c:v>
                </c:pt>
                <c:pt idx="116">
                  <c:v>31.8</c:v>
                </c:pt>
                <c:pt idx="117">
                  <c:v>31.8</c:v>
                </c:pt>
                <c:pt idx="118">
                  <c:v>32.200000000000003</c:v>
                </c:pt>
                <c:pt idx="119">
                  <c:v>32.6</c:v>
                </c:pt>
                <c:pt idx="120">
                  <c:v>33.200000000000003</c:v>
                </c:pt>
                <c:pt idx="121">
                  <c:v>33.799999999999997</c:v>
                </c:pt>
                <c:pt idx="122">
                  <c:v>33.799999999999997</c:v>
                </c:pt>
                <c:pt idx="123">
                  <c:v>33.799999999999997</c:v>
                </c:pt>
                <c:pt idx="124">
                  <c:v>34</c:v>
                </c:pt>
                <c:pt idx="125">
                  <c:v>34.6</c:v>
                </c:pt>
                <c:pt idx="126">
                  <c:v>35</c:v>
                </c:pt>
                <c:pt idx="127">
                  <c:v>35.4</c:v>
                </c:pt>
                <c:pt idx="128">
                  <c:v>35.6</c:v>
                </c:pt>
                <c:pt idx="129">
                  <c:v>35.799999999999997</c:v>
                </c:pt>
                <c:pt idx="130">
                  <c:v>35.799999999999997</c:v>
                </c:pt>
                <c:pt idx="131">
                  <c:v>36.200000000000003</c:v>
                </c:pt>
                <c:pt idx="132">
                  <c:v>36.799999999999997</c:v>
                </c:pt>
                <c:pt idx="133">
                  <c:v>37</c:v>
                </c:pt>
                <c:pt idx="134">
                  <c:v>37.200000000000003</c:v>
                </c:pt>
                <c:pt idx="135">
                  <c:v>37.799999999999997</c:v>
                </c:pt>
                <c:pt idx="136">
                  <c:v>38</c:v>
                </c:pt>
                <c:pt idx="137">
                  <c:v>38.200000000000003</c:v>
                </c:pt>
                <c:pt idx="138">
                  <c:v>38.6</c:v>
                </c:pt>
                <c:pt idx="139">
                  <c:v>38.799999999999997</c:v>
                </c:pt>
                <c:pt idx="140">
                  <c:v>39</c:v>
                </c:pt>
                <c:pt idx="141">
                  <c:v>39</c:v>
                </c:pt>
                <c:pt idx="142">
                  <c:v>39.6</c:v>
                </c:pt>
                <c:pt idx="143">
                  <c:v>39.799999999999997</c:v>
                </c:pt>
                <c:pt idx="144">
                  <c:v>40.6</c:v>
                </c:pt>
                <c:pt idx="145">
                  <c:v>40.799999999999997</c:v>
                </c:pt>
                <c:pt idx="146">
                  <c:v>40.799999999999997</c:v>
                </c:pt>
                <c:pt idx="147">
                  <c:v>41.2</c:v>
                </c:pt>
                <c:pt idx="148">
                  <c:v>41.4</c:v>
                </c:pt>
                <c:pt idx="149">
                  <c:v>41.8</c:v>
                </c:pt>
                <c:pt idx="150">
                  <c:v>42</c:v>
                </c:pt>
                <c:pt idx="151">
                  <c:v>42.6</c:v>
                </c:pt>
                <c:pt idx="152">
                  <c:v>43</c:v>
                </c:pt>
                <c:pt idx="153">
                  <c:v>43</c:v>
                </c:pt>
                <c:pt idx="154">
                  <c:v>43.2</c:v>
                </c:pt>
                <c:pt idx="155">
                  <c:v>43.6</c:v>
                </c:pt>
                <c:pt idx="156">
                  <c:v>43.8</c:v>
                </c:pt>
                <c:pt idx="157">
                  <c:v>44.2</c:v>
                </c:pt>
                <c:pt idx="158">
                  <c:v>44.4</c:v>
                </c:pt>
                <c:pt idx="159">
                  <c:v>44.6</c:v>
                </c:pt>
                <c:pt idx="160">
                  <c:v>44.6</c:v>
                </c:pt>
                <c:pt idx="161">
                  <c:v>44.8</c:v>
                </c:pt>
                <c:pt idx="162">
                  <c:v>45.2</c:v>
                </c:pt>
                <c:pt idx="163">
                  <c:v>45.4</c:v>
                </c:pt>
                <c:pt idx="164">
                  <c:v>45.6</c:v>
                </c:pt>
                <c:pt idx="165">
                  <c:v>45.8</c:v>
                </c:pt>
                <c:pt idx="166">
                  <c:v>46</c:v>
                </c:pt>
                <c:pt idx="167">
                  <c:v>46.4</c:v>
                </c:pt>
                <c:pt idx="168">
                  <c:v>46.4</c:v>
                </c:pt>
                <c:pt idx="169">
                  <c:v>47</c:v>
                </c:pt>
                <c:pt idx="170">
                  <c:v>47.4</c:v>
                </c:pt>
                <c:pt idx="171">
                  <c:v>48.2</c:v>
                </c:pt>
                <c:pt idx="172">
                  <c:v>48.4</c:v>
                </c:pt>
                <c:pt idx="173">
                  <c:v>48.4</c:v>
                </c:pt>
                <c:pt idx="174">
                  <c:v>48.8</c:v>
                </c:pt>
                <c:pt idx="175">
                  <c:v>49.6</c:v>
                </c:pt>
                <c:pt idx="176">
                  <c:v>50</c:v>
                </c:pt>
                <c:pt idx="177">
                  <c:v>50.4</c:v>
                </c:pt>
                <c:pt idx="178">
                  <c:v>50.4</c:v>
                </c:pt>
                <c:pt idx="179">
                  <c:v>50.6</c:v>
                </c:pt>
                <c:pt idx="180">
                  <c:v>51</c:v>
                </c:pt>
                <c:pt idx="181">
                  <c:v>51.2</c:v>
                </c:pt>
                <c:pt idx="182">
                  <c:v>51.6</c:v>
                </c:pt>
                <c:pt idx="183">
                  <c:v>51.8</c:v>
                </c:pt>
                <c:pt idx="184">
                  <c:v>52.2</c:v>
                </c:pt>
                <c:pt idx="185">
                  <c:v>52.8</c:v>
                </c:pt>
                <c:pt idx="186">
                  <c:v>53</c:v>
                </c:pt>
                <c:pt idx="187">
                  <c:v>53.2</c:v>
                </c:pt>
                <c:pt idx="188">
                  <c:v>53.4</c:v>
                </c:pt>
                <c:pt idx="189">
                  <c:v>54</c:v>
                </c:pt>
                <c:pt idx="190">
                  <c:v>54.8</c:v>
                </c:pt>
                <c:pt idx="191">
                  <c:v>54.8</c:v>
                </c:pt>
                <c:pt idx="192">
                  <c:v>55.2</c:v>
                </c:pt>
                <c:pt idx="193">
                  <c:v>55.6</c:v>
                </c:pt>
                <c:pt idx="194">
                  <c:v>55.6</c:v>
                </c:pt>
                <c:pt idx="195">
                  <c:v>55.6</c:v>
                </c:pt>
                <c:pt idx="196">
                  <c:v>56.2</c:v>
                </c:pt>
                <c:pt idx="197">
                  <c:v>56.6</c:v>
                </c:pt>
                <c:pt idx="198">
                  <c:v>56.6</c:v>
                </c:pt>
                <c:pt idx="199">
                  <c:v>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FC-4FDA-8F51-3FC684CD8F18}"/>
            </c:ext>
          </c:extLst>
        </c:ser>
        <c:ser>
          <c:idx val="3"/>
          <c:order val="3"/>
          <c:tx>
            <c:strRef>
              <c:f>save1!$EF$1214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save1!$EF$1215:$EF$1414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0.6</c:v>
                </c:pt>
                <c:pt idx="4">
                  <c:v>1.2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1.8</c:v>
                </c:pt>
                <c:pt idx="11">
                  <c:v>1.8</c:v>
                </c:pt>
                <c:pt idx="12">
                  <c:v>2.4</c:v>
                </c:pt>
                <c:pt idx="13">
                  <c:v>2.6</c:v>
                </c:pt>
                <c:pt idx="14">
                  <c:v>2.6</c:v>
                </c:pt>
                <c:pt idx="15">
                  <c:v>2.8</c:v>
                </c:pt>
                <c:pt idx="16">
                  <c:v>2.8</c:v>
                </c:pt>
                <c:pt idx="17">
                  <c:v>3</c:v>
                </c:pt>
                <c:pt idx="18">
                  <c:v>3.2</c:v>
                </c:pt>
                <c:pt idx="19">
                  <c:v>3.2</c:v>
                </c:pt>
                <c:pt idx="20">
                  <c:v>3.4</c:v>
                </c:pt>
                <c:pt idx="21">
                  <c:v>3.6</c:v>
                </c:pt>
                <c:pt idx="22">
                  <c:v>3.8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4.2</c:v>
                </c:pt>
                <c:pt idx="27">
                  <c:v>4.2</c:v>
                </c:pt>
                <c:pt idx="28">
                  <c:v>4.4000000000000004</c:v>
                </c:pt>
                <c:pt idx="29">
                  <c:v>4.4000000000000004</c:v>
                </c:pt>
                <c:pt idx="30">
                  <c:v>4.8</c:v>
                </c:pt>
                <c:pt idx="31">
                  <c:v>5</c:v>
                </c:pt>
                <c:pt idx="32">
                  <c:v>5.4</c:v>
                </c:pt>
                <c:pt idx="33">
                  <c:v>5.8</c:v>
                </c:pt>
                <c:pt idx="34">
                  <c:v>5.8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6.4</c:v>
                </c:pt>
                <c:pt idx="39">
                  <c:v>6.4</c:v>
                </c:pt>
                <c:pt idx="40">
                  <c:v>6.4</c:v>
                </c:pt>
                <c:pt idx="41">
                  <c:v>6.8</c:v>
                </c:pt>
                <c:pt idx="42">
                  <c:v>7.2</c:v>
                </c:pt>
                <c:pt idx="43">
                  <c:v>7.4</c:v>
                </c:pt>
                <c:pt idx="44">
                  <c:v>7.8</c:v>
                </c:pt>
                <c:pt idx="45">
                  <c:v>8</c:v>
                </c:pt>
                <c:pt idx="46">
                  <c:v>8.1999999999999993</c:v>
                </c:pt>
                <c:pt idx="47">
                  <c:v>8.4</c:v>
                </c:pt>
                <c:pt idx="48">
                  <c:v>8.6</c:v>
                </c:pt>
                <c:pt idx="49">
                  <c:v>8.6</c:v>
                </c:pt>
                <c:pt idx="50">
                  <c:v>8.6</c:v>
                </c:pt>
                <c:pt idx="51">
                  <c:v>8.6</c:v>
                </c:pt>
                <c:pt idx="52">
                  <c:v>8.8000000000000007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9.1999999999999993</c:v>
                </c:pt>
                <c:pt idx="57">
                  <c:v>9.6</c:v>
                </c:pt>
                <c:pt idx="58">
                  <c:v>9.6</c:v>
                </c:pt>
                <c:pt idx="59">
                  <c:v>9.8000000000000007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10.4</c:v>
                </c:pt>
                <c:pt idx="64">
                  <c:v>10.6</c:v>
                </c:pt>
                <c:pt idx="65">
                  <c:v>10.8</c:v>
                </c:pt>
                <c:pt idx="66">
                  <c:v>11</c:v>
                </c:pt>
                <c:pt idx="67">
                  <c:v>11.4</c:v>
                </c:pt>
                <c:pt idx="68">
                  <c:v>11.6</c:v>
                </c:pt>
                <c:pt idx="69">
                  <c:v>11.8</c:v>
                </c:pt>
                <c:pt idx="70">
                  <c:v>11.8</c:v>
                </c:pt>
                <c:pt idx="71">
                  <c:v>11.8</c:v>
                </c:pt>
                <c:pt idx="72">
                  <c:v>11.8</c:v>
                </c:pt>
                <c:pt idx="73">
                  <c:v>11.8</c:v>
                </c:pt>
                <c:pt idx="74">
                  <c:v>12.2</c:v>
                </c:pt>
                <c:pt idx="75">
                  <c:v>12.6</c:v>
                </c:pt>
                <c:pt idx="76">
                  <c:v>12.8</c:v>
                </c:pt>
                <c:pt idx="77">
                  <c:v>12.8</c:v>
                </c:pt>
                <c:pt idx="78">
                  <c:v>13</c:v>
                </c:pt>
                <c:pt idx="79">
                  <c:v>13.4</c:v>
                </c:pt>
                <c:pt idx="80">
                  <c:v>13.4</c:v>
                </c:pt>
                <c:pt idx="81">
                  <c:v>13.8</c:v>
                </c:pt>
                <c:pt idx="82">
                  <c:v>14</c:v>
                </c:pt>
                <c:pt idx="83">
                  <c:v>14</c:v>
                </c:pt>
                <c:pt idx="84">
                  <c:v>14</c:v>
                </c:pt>
                <c:pt idx="85">
                  <c:v>14.2</c:v>
                </c:pt>
                <c:pt idx="86">
                  <c:v>14.4</c:v>
                </c:pt>
                <c:pt idx="87">
                  <c:v>14.4</c:v>
                </c:pt>
                <c:pt idx="88">
                  <c:v>14.8</c:v>
                </c:pt>
                <c:pt idx="89">
                  <c:v>14.8</c:v>
                </c:pt>
                <c:pt idx="90">
                  <c:v>15</c:v>
                </c:pt>
                <c:pt idx="91">
                  <c:v>15</c:v>
                </c:pt>
                <c:pt idx="92">
                  <c:v>15.2</c:v>
                </c:pt>
                <c:pt idx="93">
                  <c:v>15.2</c:v>
                </c:pt>
                <c:pt idx="94">
                  <c:v>15.4</c:v>
                </c:pt>
                <c:pt idx="95">
                  <c:v>15.4</c:v>
                </c:pt>
                <c:pt idx="96">
                  <c:v>15.8</c:v>
                </c:pt>
                <c:pt idx="97">
                  <c:v>16.2</c:v>
                </c:pt>
                <c:pt idx="98">
                  <c:v>16.2</c:v>
                </c:pt>
                <c:pt idx="99">
                  <c:v>16.2</c:v>
                </c:pt>
                <c:pt idx="100">
                  <c:v>16.2</c:v>
                </c:pt>
                <c:pt idx="101">
                  <c:v>16.8</c:v>
                </c:pt>
                <c:pt idx="102">
                  <c:v>17</c:v>
                </c:pt>
                <c:pt idx="103">
                  <c:v>17.2</c:v>
                </c:pt>
                <c:pt idx="104">
                  <c:v>17.2</c:v>
                </c:pt>
                <c:pt idx="105">
                  <c:v>17.600000000000001</c:v>
                </c:pt>
                <c:pt idx="106">
                  <c:v>17.8</c:v>
                </c:pt>
                <c:pt idx="107">
                  <c:v>17.8</c:v>
                </c:pt>
                <c:pt idx="108">
                  <c:v>17.8</c:v>
                </c:pt>
                <c:pt idx="109">
                  <c:v>17.8</c:v>
                </c:pt>
                <c:pt idx="110">
                  <c:v>18</c:v>
                </c:pt>
                <c:pt idx="111">
                  <c:v>18</c:v>
                </c:pt>
                <c:pt idx="112">
                  <c:v>18.2</c:v>
                </c:pt>
                <c:pt idx="113">
                  <c:v>18.2</c:v>
                </c:pt>
                <c:pt idx="114">
                  <c:v>18.399999999999999</c:v>
                </c:pt>
                <c:pt idx="115">
                  <c:v>18.8</c:v>
                </c:pt>
                <c:pt idx="116">
                  <c:v>19</c:v>
                </c:pt>
                <c:pt idx="117">
                  <c:v>19</c:v>
                </c:pt>
                <c:pt idx="118">
                  <c:v>19.2</c:v>
                </c:pt>
                <c:pt idx="119">
                  <c:v>19.399999999999999</c:v>
                </c:pt>
                <c:pt idx="120">
                  <c:v>19.399999999999999</c:v>
                </c:pt>
                <c:pt idx="121">
                  <c:v>19.8</c:v>
                </c:pt>
                <c:pt idx="122">
                  <c:v>20</c:v>
                </c:pt>
                <c:pt idx="123">
                  <c:v>20</c:v>
                </c:pt>
                <c:pt idx="124">
                  <c:v>20.2</c:v>
                </c:pt>
                <c:pt idx="125">
                  <c:v>20.2</c:v>
                </c:pt>
                <c:pt idx="126">
                  <c:v>20.399999999999999</c:v>
                </c:pt>
                <c:pt idx="127">
                  <c:v>20.399999999999999</c:v>
                </c:pt>
                <c:pt idx="128">
                  <c:v>20.6</c:v>
                </c:pt>
                <c:pt idx="129">
                  <c:v>20.8</c:v>
                </c:pt>
                <c:pt idx="130">
                  <c:v>20.8</c:v>
                </c:pt>
                <c:pt idx="131">
                  <c:v>21</c:v>
                </c:pt>
                <c:pt idx="132">
                  <c:v>21</c:v>
                </c:pt>
                <c:pt idx="133">
                  <c:v>21.4</c:v>
                </c:pt>
                <c:pt idx="134">
                  <c:v>21.6</c:v>
                </c:pt>
                <c:pt idx="135">
                  <c:v>21.8</c:v>
                </c:pt>
                <c:pt idx="136">
                  <c:v>22.2</c:v>
                </c:pt>
                <c:pt idx="137">
                  <c:v>22.4</c:v>
                </c:pt>
                <c:pt idx="138">
                  <c:v>22.4</c:v>
                </c:pt>
                <c:pt idx="139">
                  <c:v>22.6</c:v>
                </c:pt>
                <c:pt idx="140">
                  <c:v>22.6</c:v>
                </c:pt>
                <c:pt idx="141">
                  <c:v>22.8</c:v>
                </c:pt>
                <c:pt idx="142">
                  <c:v>22.8</c:v>
                </c:pt>
                <c:pt idx="143">
                  <c:v>22.8</c:v>
                </c:pt>
                <c:pt idx="144">
                  <c:v>22.8</c:v>
                </c:pt>
                <c:pt idx="145">
                  <c:v>22.8</c:v>
                </c:pt>
                <c:pt idx="146">
                  <c:v>22.8</c:v>
                </c:pt>
                <c:pt idx="147">
                  <c:v>23</c:v>
                </c:pt>
                <c:pt idx="148">
                  <c:v>23</c:v>
                </c:pt>
                <c:pt idx="149">
                  <c:v>23.4</c:v>
                </c:pt>
                <c:pt idx="150">
                  <c:v>23.8</c:v>
                </c:pt>
                <c:pt idx="151">
                  <c:v>24</c:v>
                </c:pt>
                <c:pt idx="152">
                  <c:v>24.2</c:v>
                </c:pt>
                <c:pt idx="153">
                  <c:v>24.4</c:v>
                </c:pt>
                <c:pt idx="154">
                  <c:v>24.6</c:v>
                </c:pt>
                <c:pt idx="155">
                  <c:v>24.8</c:v>
                </c:pt>
                <c:pt idx="156">
                  <c:v>24.8</c:v>
                </c:pt>
                <c:pt idx="157">
                  <c:v>24.8</c:v>
                </c:pt>
                <c:pt idx="158">
                  <c:v>25.2</c:v>
                </c:pt>
                <c:pt idx="159">
                  <c:v>25.2</c:v>
                </c:pt>
                <c:pt idx="160">
                  <c:v>25.4</c:v>
                </c:pt>
                <c:pt idx="161">
                  <c:v>25.6</c:v>
                </c:pt>
                <c:pt idx="162">
                  <c:v>25.6</c:v>
                </c:pt>
                <c:pt idx="163">
                  <c:v>25.8</c:v>
                </c:pt>
                <c:pt idx="164">
                  <c:v>26.2</c:v>
                </c:pt>
                <c:pt idx="165">
                  <c:v>26.2</c:v>
                </c:pt>
                <c:pt idx="166">
                  <c:v>26.4</c:v>
                </c:pt>
                <c:pt idx="167">
                  <c:v>26.6</c:v>
                </c:pt>
                <c:pt idx="168">
                  <c:v>27</c:v>
                </c:pt>
                <c:pt idx="169">
                  <c:v>27.2</c:v>
                </c:pt>
                <c:pt idx="170">
                  <c:v>27.4</c:v>
                </c:pt>
                <c:pt idx="171">
                  <c:v>27.4</c:v>
                </c:pt>
                <c:pt idx="172">
                  <c:v>28</c:v>
                </c:pt>
                <c:pt idx="173">
                  <c:v>28.2</c:v>
                </c:pt>
                <c:pt idx="174">
                  <c:v>28.4</c:v>
                </c:pt>
                <c:pt idx="175">
                  <c:v>28.4</c:v>
                </c:pt>
                <c:pt idx="176">
                  <c:v>28.8</c:v>
                </c:pt>
                <c:pt idx="177">
                  <c:v>29</c:v>
                </c:pt>
                <c:pt idx="178">
                  <c:v>29.2</c:v>
                </c:pt>
                <c:pt idx="179">
                  <c:v>29.4</c:v>
                </c:pt>
                <c:pt idx="180">
                  <c:v>29.4</c:v>
                </c:pt>
                <c:pt idx="181">
                  <c:v>29.4</c:v>
                </c:pt>
                <c:pt idx="182">
                  <c:v>29.4</c:v>
                </c:pt>
                <c:pt idx="183">
                  <c:v>29.6</c:v>
                </c:pt>
                <c:pt idx="184">
                  <c:v>29.6</c:v>
                </c:pt>
                <c:pt idx="185">
                  <c:v>29.6</c:v>
                </c:pt>
                <c:pt idx="186">
                  <c:v>29.8</c:v>
                </c:pt>
                <c:pt idx="187">
                  <c:v>30</c:v>
                </c:pt>
                <c:pt idx="188">
                  <c:v>30.4</c:v>
                </c:pt>
                <c:pt idx="189">
                  <c:v>30.4</c:v>
                </c:pt>
                <c:pt idx="190">
                  <c:v>30.6</c:v>
                </c:pt>
                <c:pt idx="191">
                  <c:v>30.6</c:v>
                </c:pt>
                <c:pt idx="192">
                  <c:v>30.6</c:v>
                </c:pt>
                <c:pt idx="193">
                  <c:v>30.8</c:v>
                </c:pt>
                <c:pt idx="194">
                  <c:v>31</c:v>
                </c:pt>
                <c:pt idx="195">
                  <c:v>31.2</c:v>
                </c:pt>
                <c:pt idx="196">
                  <c:v>31.2</c:v>
                </c:pt>
                <c:pt idx="197">
                  <c:v>31.2</c:v>
                </c:pt>
                <c:pt idx="198">
                  <c:v>31.6</c:v>
                </c:pt>
                <c:pt idx="199">
                  <c:v>31.8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0FC-4FDA-8F51-3FC684CD8F18}"/>
            </c:ext>
          </c:extLst>
        </c:ser>
        <c:ser>
          <c:idx val="4"/>
          <c:order val="4"/>
          <c:tx>
            <c:strRef>
              <c:f>save1!$EG$1214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save1!$EG$1215:$EG$1414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0.8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1.4</c:v>
                </c:pt>
                <c:pt idx="61">
                  <c:v>1.4</c:v>
                </c:pt>
                <c:pt idx="62">
                  <c:v>1.4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1.8</c:v>
                </c:pt>
                <c:pt idx="84">
                  <c:v>1.8</c:v>
                </c:pt>
                <c:pt idx="85">
                  <c:v>1.8</c:v>
                </c:pt>
                <c:pt idx="86">
                  <c:v>1.8</c:v>
                </c:pt>
                <c:pt idx="87">
                  <c:v>1.8</c:v>
                </c:pt>
                <c:pt idx="88">
                  <c:v>1.8</c:v>
                </c:pt>
                <c:pt idx="89">
                  <c:v>1.8</c:v>
                </c:pt>
                <c:pt idx="90">
                  <c:v>1.8</c:v>
                </c:pt>
                <c:pt idx="91">
                  <c:v>1.8</c:v>
                </c:pt>
                <c:pt idx="92">
                  <c:v>1.8</c:v>
                </c:pt>
                <c:pt idx="93">
                  <c:v>1.8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2</c:v>
                </c:pt>
                <c:pt idx="101">
                  <c:v>2</c:v>
                </c:pt>
                <c:pt idx="102">
                  <c:v>2</c:v>
                </c:pt>
                <c:pt idx="103">
                  <c:v>2</c:v>
                </c:pt>
                <c:pt idx="104">
                  <c:v>2.2000000000000002</c:v>
                </c:pt>
                <c:pt idx="105">
                  <c:v>2.2000000000000002</c:v>
                </c:pt>
                <c:pt idx="106">
                  <c:v>2.2000000000000002</c:v>
                </c:pt>
                <c:pt idx="107">
                  <c:v>2.2000000000000002</c:v>
                </c:pt>
                <c:pt idx="108">
                  <c:v>2.6</c:v>
                </c:pt>
                <c:pt idx="109">
                  <c:v>2.6</c:v>
                </c:pt>
                <c:pt idx="110">
                  <c:v>2.6</c:v>
                </c:pt>
                <c:pt idx="111">
                  <c:v>2.6</c:v>
                </c:pt>
                <c:pt idx="112">
                  <c:v>2.6</c:v>
                </c:pt>
                <c:pt idx="113">
                  <c:v>2.6</c:v>
                </c:pt>
                <c:pt idx="114">
                  <c:v>2.6</c:v>
                </c:pt>
                <c:pt idx="115">
                  <c:v>2.6</c:v>
                </c:pt>
                <c:pt idx="116">
                  <c:v>2.6</c:v>
                </c:pt>
                <c:pt idx="117">
                  <c:v>2.8</c:v>
                </c:pt>
                <c:pt idx="118">
                  <c:v>2.8</c:v>
                </c:pt>
                <c:pt idx="119">
                  <c:v>2.8</c:v>
                </c:pt>
                <c:pt idx="120">
                  <c:v>2.8</c:v>
                </c:pt>
                <c:pt idx="121">
                  <c:v>2.8</c:v>
                </c:pt>
                <c:pt idx="122">
                  <c:v>2.8</c:v>
                </c:pt>
                <c:pt idx="123">
                  <c:v>2.8</c:v>
                </c:pt>
                <c:pt idx="124">
                  <c:v>2.8</c:v>
                </c:pt>
                <c:pt idx="125">
                  <c:v>2.8</c:v>
                </c:pt>
                <c:pt idx="126">
                  <c:v>2.8</c:v>
                </c:pt>
                <c:pt idx="127">
                  <c:v>2.8</c:v>
                </c:pt>
                <c:pt idx="128">
                  <c:v>2.8</c:v>
                </c:pt>
                <c:pt idx="129">
                  <c:v>2.8</c:v>
                </c:pt>
                <c:pt idx="130">
                  <c:v>3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3.2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3.4</c:v>
                </c:pt>
                <c:pt idx="139">
                  <c:v>3.4</c:v>
                </c:pt>
                <c:pt idx="140">
                  <c:v>3.4</c:v>
                </c:pt>
                <c:pt idx="141">
                  <c:v>3.4</c:v>
                </c:pt>
                <c:pt idx="142">
                  <c:v>3.4</c:v>
                </c:pt>
                <c:pt idx="143">
                  <c:v>3.4</c:v>
                </c:pt>
                <c:pt idx="144">
                  <c:v>3.4</c:v>
                </c:pt>
                <c:pt idx="145">
                  <c:v>3.6</c:v>
                </c:pt>
                <c:pt idx="146">
                  <c:v>3.6</c:v>
                </c:pt>
                <c:pt idx="147">
                  <c:v>3.6</c:v>
                </c:pt>
                <c:pt idx="148">
                  <c:v>3.6</c:v>
                </c:pt>
                <c:pt idx="149">
                  <c:v>3.6</c:v>
                </c:pt>
                <c:pt idx="150">
                  <c:v>3.6</c:v>
                </c:pt>
                <c:pt idx="151">
                  <c:v>3.6</c:v>
                </c:pt>
                <c:pt idx="152">
                  <c:v>3.6</c:v>
                </c:pt>
                <c:pt idx="153">
                  <c:v>3.6</c:v>
                </c:pt>
                <c:pt idx="154">
                  <c:v>3.6</c:v>
                </c:pt>
                <c:pt idx="155">
                  <c:v>3.6</c:v>
                </c:pt>
                <c:pt idx="156">
                  <c:v>3.6</c:v>
                </c:pt>
                <c:pt idx="157">
                  <c:v>3.8</c:v>
                </c:pt>
                <c:pt idx="158">
                  <c:v>3.8</c:v>
                </c:pt>
                <c:pt idx="159">
                  <c:v>3.8</c:v>
                </c:pt>
                <c:pt idx="160">
                  <c:v>3.8</c:v>
                </c:pt>
                <c:pt idx="161">
                  <c:v>3.8</c:v>
                </c:pt>
                <c:pt idx="162">
                  <c:v>3.8</c:v>
                </c:pt>
                <c:pt idx="163">
                  <c:v>3.8</c:v>
                </c:pt>
                <c:pt idx="164">
                  <c:v>3.8</c:v>
                </c:pt>
                <c:pt idx="165">
                  <c:v>3.8</c:v>
                </c:pt>
                <c:pt idx="166">
                  <c:v>3.8</c:v>
                </c:pt>
                <c:pt idx="167">
                  <c:v>3.8</c:v>
                </c:pt>
                <c:pt idx="168">
                  <c:v>3.8</c:v>
                </c:pt>
                <c:pt idx="169">
                  <c:v>3.8</c:v>
                </c:pt>
                <c:pt idx="170">
                  <c:v>3.8</c:v>
                </c:pt>
                <c:pt idx="171">
                  <c:v>3.8</c:v>
                </c:pt>
                <c:pt idx="172">
                  <c:v>4</c:v>
                </c:pt>
                <c:pt idx="173">
                  <c:v>4</c:v>
                </c:pt>
                <c:pt idx="174">
                  <c:v>4</c:v>
                </c:pt>
                <c:pt idx="175">
                  <c:v>4</c:v>
                </c:pt>
                <c:pt idx="176">
                  <c:v>4</c:v>
                </c:pt>
                <c:pt idx="177">
                  <c:v>4</c:v>
                </c:pt>
                <c:pt idx="178">
                  <c:v>4</c:v>
                </c:pt>
                <c:pt idx="179">
                  <c:v>4</c:v>
                </c:pt>
                <c:pt idx="180">
                  <c:v>4</c:v>
                </c:pt>
                <c:pt idx="181">
                  <c:v>4</c:v>
                </c:pt>
                <c:pt idx="182">
                  <c:v>4</c:v>
                </c:pt>
                <c:pt idx="183">
                  <c:v>4</c:v>
                </c:pt>
                <c:pt idx="184">
                  <c:v>4</c:v>
                </c:pt>
                <c:pt idx="185">
                  <c:v>4</c:v>
                </c:pt>
                <c:pt idx="186">
                  <c:v>4</c:v>
                </c:pt>
                <c:pt idx="187">
                  <c:v>4</c:v>
                </c:pt>
                <c:pt idx="188">
                  <c:v>4</c:v>
                </c:pt>
                <c:pt idx="189">
                  <c:v>4</c:v>
                </c:pt>
                <c:pt idx="190">
                  <c:v>4</c:v>
                </c:pt>
                <c:pt idx="191">
                  <c:v>4</c:v>
                </c:pt>
                <c:pt idx="192">
                  <c:v>4</c:v>
                </c:pt>
                <c:pt idx="193">
                  <c:v>4</c:v>
                </c:pt>
                <c:pt idx="194">
                  <c:v>4</c:v>
                </c:pt>
                <c:pt idx="195">
                  <c:v>4.2</c:v>
                </c:pt>
                <c:pt idx="196">
                  <c:v>4.4000000000000004</c:v>
                </c:pt>
                <c:pt idx="197">
                  <c:v>4.4000000000000004</c:v>
                </c:pt>
                <c:pt idx="198">
                  <c:v>4.4000000000000004</c:v>
                </c:pt>
                <c:pt idx="199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FC-4FDA-8F51-3FC684CD8F18}"/>
            </c:ext>
          </c:extLst>
        </c:ser>
        <c:ser>
          <c:idx val="5"/>
          <c:order val="5"/>
          <c:tx>
            <c:strRef>
              <c:f>save1!$EH$1214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save1!$EH$1215:$EH$1414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1</c:v>
                </c:pt>
                <c:pt idx="34">
                  <c:v>1.2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1.6</c:v>
                </c:pt>
                <c:pt idx="39">
                  <c:v>1.6</c:v>
                </c:pt>
                <c:pt idx="40">
                  <c:v>1.6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2.6</c:v>
                </c:pt>
                <c:pt idx="61">
                  <c:v>2.6</c:v>
                </c:pt>
                <c:pt idx="62">
                  <c:v>2.8</c:v>
                </c:pt>
                <c:pt idx="63">
                  <c:v>2.8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3.2</c:v>
                </c:pt>
                <c:pt idx="68">
                  <c:v>3.4</c:v>
                </c:pt>
                <c:pt idx="69">
                  <c:v>3.6</c:v>
                </c:pt>
                <c:pt idx="70">
                  <c:v>3.6</c:v>
                </c:pt>
                <c:pt idx="71">
                  <c:v>3.8</c:v>
                </c:pt>
                <c:pt idx="72">
                  <c:v>3.8</c:v>
                </c:pt>
                <c:pt idx="73">
                  <c:v>3.8</c:v>
                </c:pt>
                <c:pt idx="74">
                  <c:v>3.8</c:v>
                </c:pt>
                <c:pt idx="75">
                  <c:v>4</c:v>
                </c:pt>
                <c:pt idx="76">
                  <c:v>4</c:v>
                </c:pt>
                <c:pt idx="77">
                  <c:v>4.2</c:v>
                </c:pt>
                <c:pt idx="78">
                  <c:v>4.4000000000000004</c:v>
                </c:pt>
                <c:pt idx="79">
                  <c:v>4.4000000000000004</c:v>
                </c:pt>
                <c:pt idx="80">
                  <c:v>4.4000000000000004</c:v>
                </c:pt>
                <c:pt idx="81">
                  <c:v>4.4000000000000004</c:v>
                </c:pt>
                <c:pt idx="82">
                  <c:v>4.4000000000000004</c:v>
                </c:pt>
                <c:pt idx="83">
                  <c:v>4.4000000000000004</c:v>
                </c:pt>
                <c:pt idx="84">
                  <c:v>4.4000000000000004</c:v>
                </c:pt>
                <c:pt idx="85">
                  <c:v>4.5999999999999996</c:v>
                </c:pt>
                <c:pt idx="86">
                  <c:v>4.5999999999999996</c:v>
                </c:pt>
                <c:pt idx="87">
                  <c:v>4.5999999999999996</c:v>
                </c:pt>
                <c:pt idx="88">
                  <c:v>4.5999999999999996</c:v>
                </c:pt>
                <c:pt idx="89">
                  <c:v>4.5999999999999996</c:v>
                </c:pt>
                <c:pt idx="90">
                  <c:v>4.5999999999999996</c:v>
                </c:pt>
                <c:pt idx="91">
                  <c:v>4.5999999999999996</c:v>
                </c:pt>
                <c:pt idx="92">
                  <c:v>4.5999999999999996</c:v>
                </c:pt>
                <c:pt idx="93">
                  <c:v>4.5999999999999996</c:v>
                </c:pt>
                <c:pt idx="94">
                  <c:v>4.5999999999999996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4.8</c:v>
                </c:pt>
                <c:pt idx="101">
                  <c:v>4.8</c:v>
                </c:pt>
                <c:pt idx="102">
                  <c:v>4.8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5.2</c:v>
                </c:pt>
                <c:pt idx="109">
                  <c:v>5.2</c:v>
                </c:pt>
                <c:pt idx="110">
                  <c:v>5.2</c:v>
                </c:pt>
                <c:pt idx="111">
                  <c:v>5.2</c:v>
                </c:pt>
                <c:pt idx="112">
                  <c:v>5.2</c:v>
                </c:pt>
                <c:pt idx="113">
                  <c:v>5.2</c:v>
                </c:pt>
                <c:pt idx="114">
                  <c:v>5.2</c:v>
                </c:pt>
                <c:pt idx="115">
                  <c:v>5.2</c:v>
                </c:pt>
                <c:pt idx="116">
                  <c:v>5.2</c:v>
                </c:pt>
                <c:pt idx="117">
                  <c:v>5.2</c:v>
                </c:pt>
                <c:pt idx="118">
                  <c:v>5.2</c:v>
                </c:pt>
                <c:pt idx="119">
                  <c:v>5.2</c:v>
                </c:pt>
                <c:pt idx="120">
                  <c:v>5.2</c:v>
                </c:pt>
                <c:pt idx="121">
                  <c:v>5.6</c:v>
                </c:pt>
                <c:pt idx="122">
                  <c:v>5.6</c:v>
                </c:pt>
                <c:pt idx="123">
                  <c:v>5.6</c:v>
                </c:pt>
                <c:pt idx="124">
                  <c:v>5.6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6.4</c:v>
                </c:pt>
                <c:pt idx="135">
                  <c:v>6.4</c:v>
                </c:pt>
                <c:pt idx="136">
                  <c:v>6.6</c:v>
                </c:pt>
                <c:pt idx="137">
                  <c:v>6.6</c:v>
                </c:pt>
                <c:pt idx="138">
                  <c:v>6.8</c:v>
                </c:pt>
                <c:pt idx="139">
                  <c:v>6.8</c:v>
                </c:pt>
                <c:pt idx="140">
                  <c:v>6.8</c:v>
                </c:pt>
                <c:pt idx="141">
                  <c:v>6.8</c:v>
                </c:pt>
                <c:pt idx="142">
                  <c:v>6.8</c:v>
                </c:pt>
                <c:pt idx="143">
                  <c:v>7</c:v>
                </c:pt>
                <c:pt idx="144">
                  <c:v>7.2</c:v>
                </c:pt>
                <c:pt idx="145">
                  <c:v>7.2</c:v>
                </c:pt>
                <c:pt idx="146">
                  <c:v>7.4</c:v>
                </c:pt>
                <c:pt idx="147">
                  <c:v>7.4</c:v>
                </c:pt>
                <c:pt idx="148">
                  <c:v>7.4</c:v>
                </c:pt>
                <c:pt idx="149">
                  <c:v>7.4</c:v>
                </c:pt>
                <c:pt idx="150">
                  <c:v>7.4</c:v>
                </c:pt>
                <c:pt idx="151">
                  <c:v>7.6</c:v>
                </c:pt>
                <c:pt idx="152">
                  <c:v>7.6</c:v>
                </c:pt>
                <c:pt idx="153">
                  <c:v>7.6</c:v>
                </c:pt>
                <c:pt idx="154">
                  <c:v>7.6</c:v>
                </c:pt>
                <c:pt idx="155">
                  <c:v>7.6</c:v>
                </c:pt>
                <c:pt idx="156">
                  <c:v>7.6</c:v>
                </c:pt>
                <c:pt idx="157">
                  <c:v>7.8</c:v>
                </c:pt>
                <c:pt idx="158">
                  <c:v>7.8</c:v>
                </c:pt>
                <c:pt idx="159">
                  <c:v>7.8</c:v>
                </c:pt>
                <c:pt idx="160">
                  <c:v>7.8</c:v>
                </c:pt>
                <c:pt idx="161">
                  <c:v>7.8</c:v>
                </c:pt>
                <c:pt idx="162">
                  <c:v>7.8</c:v>
                </c:pt>
                <c:pt idx="163">
                  <c:v>7.8</c:v>
                </c:pt>
                <c:pt idx="164">
                  <c:v>8</c:v>
                </c:pt>
                <c:pt idx="165">
                  <c:v>8</c:v>
                </c:pt>
                <c:pt idx="166">
                  <c:v>8</c:v>
                </c:pt>
                <c:pt idx="167">
                  <c:v>8</c:v>
                </c:pt>
                <c:pt idx="168">
                  <c:v>8</c:v>
                </c:pt>
                <c:pt idx="169">
                  <c:v>8</c:v>
                </c:pt>
                <c:pt idx="170">
                  <c:v>8</c:v>
                </c:pt>
                <c:pt idx="171">
                  <c:v>8</c:v>
                </c:pt>
                <c:pt idx="172">
                  <c:v>8</c:v>
                </c:pt>
                <c:pt idx="173">
                  <c:v>8.1999999999999993</c:v>
                </c:pt>
                <c:pt idx="174">
                  <c:v>8.1999999999999993</c:v>
                </c:pt>
                <c:pt idx="175">
                  <c:v>8.1999999999999993</c:v>
                </c:pt>
                <c:pt idx="176">
                  <c:v>8.4</c:v>
                </c:pt>
                <c:pt idx="177">
                  <c:v>8.4</c:v>
                </c:pt>
                <c:pt idx="178">
                  <c:v>8.4</c:v>
                </c:pt>
                <c:pt idx="179">
                  <c:v>8.4</c:v>
                </c:pt>
                <c:pt idx="180">
                  <c:v>8.4</c:v>
                </c:pt>
                <c:pt idx="181">
                  <c:v>8.4</c:v>
                </c:pt>
                <c:pt idx="182">
                  <c:v>8.4</c:v>
                </c:pt>
                <c:pt idx="183">
                  <c:v>8.4</c:v>
                </c:pt>
                <c:pt idx="184">
                  <c:v>8.4</c:v>
                </c:pt>
                <c:pt idx="185">
                  <c:v>8.4</c:v>
                </c:pt>
                <c:pt idx="186">
                  <c:v>8.4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8.4</c:v>
                </c:pt>
                <c:pt idx="191">
                  <c:v>8.4</c:v>
                </c:pt>
                <c:pt idx="192">
                  <c:v>8.4</c:v>
                </c:pt>
                <c:pt idx="193">
                  <c:v>8.4</c:v>
                </c:pt>
                <c:pt idx="194">
                  <c:v>8.6</c:v>
                </c:pt>
                <c:pt idx="195">
                  <c:v>8.6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8.8000000000000007</c:v>
                </c:pt>
                <c:pt idx="199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0FC-4FDA-8F51-3FC684CD8F18}"/>
            </c:ext>
          </c:extLst>
        </c:ser>
        <c:ser>
          <c:idx val="6"/>
          <c:order val="6"/>
          <c:tx>
            <c:strRef>
              <c:f>save1!$EI$1214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save1!$EI$1215:$EI$1414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0.2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0.8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1.8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2.2000000000000002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3</c:v>
                </c:pt>
                <c:pt idx="82">
                  <c:v>3.2</c:v>
                </c:pt>
                <c:pt idx="83">
                  <c:v>3.2</c:v>
                </c:pt>
                <c:pt idx="84">
                  <c:v>3.2</c:v>
                </c:pt>
                <c:pt idx="85">
                  <c:v>3.4</c:v>
                </c:pt>
                <c:pt idx="86">
                  <c:v>3.4</c:v>
                </c:pt>
                <c:pt idx="87">
                  <c:v>3.4</c:v>
                </c:pt>
                <c:pt idx="88">
                  <c:v>3.4</c:v>
                </c:pt>
                <c:pt idx="89">
                  <c:v>3.4</c:v>
                </c:pt>
                <c:pt idx="90">
                  <c:v>3.4</c:v>
                </c:pt>
                <c:pt idx="91">
                  <c:v>3.4</c:v>
                </c:pt>
                <c:pt idx="92">
                  <c:v>3.4</c:v>
                </c:pt>
                <c:pt idx="93">
                  <c:v>3.4</c:v>
                </c:pt>
                <c:pt idx="94">
                  <c:v>3.4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3.8</c:v>
                </c:pt>
                <c:pt idx="99">
                  <c:v>3.8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3.8</c:v>
                </c:pt>
                <c:pt idx="107">
                  <c:v>4.2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4.2</c:v>
                </c:pt>
                <c:pt idx="112">
                  <c:v>4.2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4.2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4.2</c:v>
                </c:pt>
                <c:pt idx="125">
                  <c:v>4.2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4.4000000000000004</c:v>
                </c:pt>
                <c:pt idx="135">
                  <c:v>4.4000000000000004</c:v>
                </c:pt>
                <c:pt idx="136">
                  <c:v>4.4000000000000004</c:v>
                </c:pt>
                <c:pt idx="137">
                  <c:v>4.4000000000000004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4.5999999999999996</c:v>
                </c:pt>
                <c:pt idx="144">
                  <c:v>4.5999999999999996</c:v>
                </c:pt>
                <c:pt idx="145">
                  <c:v>4.5999999999999996</c:v>
                </c:pt>
                <c:pt idx="146">
                  <c:v>4.5999999999999996</c:v>
                </c:pt>
                <c:pt idx="147">
                  <c:v>4.8</c:v>
                </c:pt>
                <c:pt idx="148">
                  <c:v>4.8</c:v>
                </c:pt>
                <c:pt idx="149">
                  <c:v>4.8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5</c:v>
                </c:pt>
                <c:pt idx="154">
                  <c:v>5.2</c:v>
                </c:pt>
                <c:pt idx="155">
                  <c:v>5.2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5.4</c:v>
                </c:pt>
                <c:pt idx="160">
                  <c:v>5.4</c:v>
                </c:pt>
                <c:pt idx="161">
                  <c:v>5.4</c:v>
                </c:pt>
                <c:pt idx="162">
                  <c:v>5.4</c:v>
                </c:pt>
                <c:pt idx="163">
                  <c:v>5.4</c:v>
                </c:pt>
                <c:pt idx="164">
                  <c:v>5.4</c:v>
                </c:pt>
                <c:pt idx="165">
                  <c:v>5.6</c:v>
                </c:pt>
                <c:pt idx="166">
                  <c:v>5.6</c:v>
                </c:pt>
                <c:pt idx="167">
                  <c:v>5.6</c:v>
                </c:pt>
                <c:pt idx="168">
                  <c:v>5.6</c:v>
                </c:pt>
                <c:pt idx="169">
                  <c:v>5.6</c:v>
                </c:pt>
                <c:pt idx="170">
                  <c:v>5.6</c:v>
                </c:pt>
                <c:pt idx="171">
                  <c:v>5.6</c:v>
                </c:pt>
                <c:pt idx="172">
                  <c:v>5.6</c:v>
                </c:pt>
                <c:pt idx="173">
                  <c:v>5.6</c:v>
                </c:pt>
                <c:pt idx="174">
                  <c:v>5.6</c:v>
                </c:pt>
                <c:pt idx="175">
                  <c:v>5.6</c:v>
                </c:pt>
                <c:pt idx="176">
                  <c:v>5.6</c:v>
                </c:pt>
                <c:pt idx="177">
                  <c:v>5.6</c:v>
                </c:pt>
                <c:pt idx="178">
                  <c:v>5.6</c:v>
                </c:pt>
                <c:pt idx="179">
                  <c:v>5.6</c:v>
                </c:pt>
                <c:pt idx="180">
                  <c:v>5.6</c:v>
                </c:pt>
                <c:pt idx="181">
                  <c:v>5.8</c:v>
                </c:pt>
                <c:pt idx="182">
                  <c:v>6</c:v>
                </c:pt>
                <c:pt idx="183">
                  <c:v>6.2</c:v>
                </c:pt>
                <c:pt idx="184">
                  <c:v>6.2</c:v>
                </c:pt>
                <c:pt idx="185">
                  <c:v>6.2</c:v>
                </c:pt>
                <c:pt idx="186">
                  <c:v>6.2</c:v>
                </c:pt>
                <c:pt idx="187">
                  <c:v>6.2</c:v>
                </c:pt>
                <c:pt idx="188">
                  <c:v>6.2</c:v>
                </c:pt>
                <c:pt idx="189">
                  <c:v>6.2</c:v>
                </c:pt>
                <c:pt idx="190">
                  <c:v>6.2</c:v>
                </c:pt>
                <c:pt idx="191">
                  <c:v>6.2</c:v>
                </c:pt>
                <c:pt idx="192">
                  <c:v>6.2</c:v>
                </c:pt>
                <c:pt idx="193">
                  <c:v>6.2</c:v>
                </c:pt>
                <c:pt idx="194">
                  <c:v>6.2</c:v>
                </c:pt>
                <c:pt idx="195">
                  <c:v>6.2</c:v>
                </c:pt>
                <c:pt idx="196">
                  <c:v>6.2</c:v>
                </c:pt>
                <c:pt idx="197">
                  <c:v>6.2</c:v>
                </c:pt>
                <c:pt idx="198">
                  <c:v>6.4</c:v>
                </c:pt>
                <c:pt idx="199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FC-4FDA-8F51-3FC684CD8F18}"/>
            </c:ext>
          </c:extLst>
        </c:ser>
        <c:ser>
          <c:idx val="7"/>
          <c:order val="7"/>
          <c:tx>
            <c:strRef>
              <c:f>save1!$EJ$1214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save1!$EJ$1215:$EJ$1414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0.6</c:v>
                </c:pt>
                <c:pt idx="69">
                  <c:v>0.6</c:v>
                </c:pt>
                <c:pt idx="70">
                  <c:v>0.6</c:v>
                </c:pt>
                <c:pt idx="71">
                  <c:v>0.6</c:v>
                </c:pt>
                <c:pt idx="72">
                  <c:v>0.6</c:v>
                </c:pt>
                <c:pt idx="73">
                  <c:v>0.6</c:v>
                </c:pt>
                <c:pt idx="74">
                  <c:v>0.6</c:v>
                </c:pt>
                <c:pt idx="75">
                  <c:v>0.6</c:v>
                </c:pt>
                <c:pt idx="76">
                  <c:v>0.6</c:v>
                </c:pt>
                <c:pt idx="77">
                  <c:v>0.6</c:v>
                </c:pt>
                <c:pt idx="78">
                  <c:v>0.6</c:v>
                </c:pt>
                <c:pt idx="79">
                  <c:v>0.8</c:v>
                </c:pt>
                <c:pt idx="80">
                  <c:v>0.8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1.6</c:v>
                </c:pt>
                <c:pt idx="125">
                  <c:v>1.6</c:v>
                </c:pt>
                <c:pt idx="126">
                  <c:v>1.8</c:v>
                </c:pt>
                <c:pt idx="127">
                  <c:v>1.8</c:v>
                </c:pt>
                <c:pt idx="128">
                  <c:v>1.8</c:v>
                </c:pt>
                <c:pt idx="129">
                  <c:v>1.8</c:v>
                </c:pt>
                <c:pt idx="130">
                  <c:v>1.8</c:v>
                </c:pt>
                <c:pt idx="131">
                  <c:v>1.8</c:v>
                </c:pt>
                <c:pt idx="132">
                  <c:v>1.8</c:v>
                </c:pt>
                <c:pt idx="133">
                  <c:v>1.8</c:v>
                </c:pt>
                <c:pt idx="134">
                  <c:v>1.8</c:v>
                </c:pt>
                <c:pt idx="135">
                  <c:v>1.8</c:v>
                </c:pt>
                <c:pt idx="136">
                  <c:v>1.8</c:v>
                </c:pt>
                <c:pt idx="137">
                  <c:v>1.8</c:v>
                </c:pt>
                <c:pt idx="138">
                  <c:v>1.8</c:v>
                </c:pt>
                <c:pt idx="139">
                  <c:v>1.8</c:v>
                </c:pt>
                <c:pt idx="140">
                  <c:v>1.8</c:v>
                </c:pt>
                <c:pt idx="141">
                  <c:v>1.8</c:v>
                </c:pt>
                <c:pt idx="142">
                  <c:v>1.8</c:v>
                </c:pt>
                <c:pt idx="143">
                  <c:v>1.8</c:v>
                </c:pt>
                <c:pt idx="144">
                  <c:v>1.8</c:v>
                </c:pt>
                <c:pt idx="145">
                  <c:v>1.8</c:v>
                </c:pt>
                <c:pt idx="146">
                  <c:v>1.8</c:v>
                </c:pt>
                <c:pt idx="147">
                  <c:v>1.8</c:v>
                </c:pt>
                <c:pt idx="148">
                  <c:v>1.8</c:v>
                </c:pt>
                <c:pt idx="149">
                  <c:v>1.8</c:v>
                </c:pt>
                <c:pt idx="150">
                  <c:v>1.8</c:v>
                </c:pt>
                <c:pt idx="151">
                  <c:v>1.8</c:v>
                </c:pt>
                <c:pt idx="152">
                  <c:v>1.8</c:v>
                </c:pt>
                <c:pt idx="153">
                  <c:v>1.8</c:v>
                </c:pt>
                <c:pt idx="154">
                  <c:v>1.8</c:v>
                </c:pt>
                <c:pt idx="155">
                  <c:v>1.8</c:v>
                </c:pt>
                <c:pt idx="156">
                  <c:v>1.8</c:v>
                </c:pt>
                <c:pt idx="157">
                  <c:v>1.8</c:v>
                </c:pt>
                <c:pt idx="158">
                  <c:v>1.8</c:v>
                </c:pt>
                <c:pt idx="159">
                  <c:v>1.8</c:v>
                </c:pt>
                <c:pt idx="160">
                  <c:v>1.8</c:v>
                </c:pt>
                <c:pt idx="161">
                  <c:v>1.8</c:v>
                </c:pt>
                <c:pt idx="162">
                  <c:v>1.8</c:v>
                </c:pt>
                <c:pt idx="163">
                  <c:v>1.8</c:v>
                </c:pt>
                <c:pt idx="164">
                  <c:v>1.8</c:v>
                </c:pt>
                <c:pt idx="165">
                  <c:v>1.8</c:v>
                </c:pt>
                <c:pt idx="166">
                  <c:v>1.8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0FC-4FDA-8F51-3FC684CD8F18}"/>
            </c:ext>
          </c:extLst>
        </c:ser>
        <c:ser>
          <c:idx val="8"/>
          <c:order val="8"/>
          <c:tx>
            <c:strRef>
              <c:f>save1!$EK$1214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save1!$EK$1215:$EK$1414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0.4</c:v>
                </c:pt>
                <c:pt idx="109">
                  <c:v>0.4</c:v>
                </c:pt>
                <c:pt idx="110">
                  <c:v>0.4</c:v>
                </c:pt>
                <c:pt idx="111">
                  <c:v>0.4</c:v>
                </c:pt>
                <c:pt idx="112">
                  <c:v>0.4</c:v>
                </c:pt>
                <c:pt idx="113">
                  <c:v>0.4</c:v>
                </c:pt>
                <c:pt idx="114">
                  <c:v>0.4</c:v>
                </c:pt>
                <c:pt idx="115">
                  <c:v>0.4</c:v>
                </c:pt>
                <c:pt idx="116">
                  <c:v>0.4</c:v>
                </c:pt>
                <c:pt idx="117">
                  <c:v>0.4</c:v>
                </c:pt>
                <c:pt idx="118">
                  <c:v>0.4</c:v>
                </c:pt>
                <c:pt idx="119">
                  <c:v>0.4</c:v>
                </c:pt>
                <c:pt idx="120">
                  <c:v>0.4</c:v>
                </c:pt>
                <c:pt idx="121">
                  <c:v>0.4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0.4</c:v>
                </c:pt>
                <c:pt idx="136">
                  <c:v>0.4</c:v>
                </c:pt>
                <c:pt idx="137">
                  <c:v>0.4</c:v>
                </c:pt>
                <c:pt idx="138">
                  <c:v>0.4</c:v>
                </c:pt>
                <c:pt idx="139">
                  <c:v>0.4</c:v>
                </c:pt>
                <c:pt idx="140">
                  <c:v>0.4</c:v>
                </c:pt>
                <c:pt idx="141">
                  <c:v>0.4</c:v>
                </c:pt>
                <c:pt idx="142">
                  <c:v>0.4</c:v>
                </c:pt>
                <c:pt idx="143">
                  <c:v>0.4</c:v>
                </c:pt>
                <c:pt idx="144">
                  <c:v>0.4</c:v>
                </c:pt>
                <c:pt idx="145">
                  <c:v>0.4</c:v>
                </c:pt>
                <c:pt idx="146">
                  <c:v>0.4</c:v>
                </c:pt>
                <c:pt idx="147">
                  <c:v>0.4</c:v>
                </c:pt>
                <c:pt idx="148">
                  <c:v>0.4</c:v>
                </c:pt>
                <c:pt idx="149">
                  <c:v>0.4</c:v>
                </c:pt>
                <c:pt idx="150">
                  <c:v>0.4</c:v>
                </c:pt>
                <c:pt idx="151">
                  <c:v>0.4</c:v>
                </c:pt>
                <c:pt idx="152">
                  <c:v>0.4</c:v>
                </c:pt>
                <c:pt idx="153">
                  <c:v>0.4</c:v>
                </c:pt>
                <c:pt idx="154">
                  <c:v>0.4</c:v>
                </c:pt>
                <c:pt idx="155">
                  <c:v>0.4</c:v>
                </c:pt>
                <c:pt idx="156">
                  <c:v>0.4</c:v>
                </c:pt>
                <c:pt idx="157">
                  <c:v>0.4</c:v>
                </c:pt>
                <c:pt idx="158">
                  <c:v>0.4</c:v>
                </c:pt>
                <c:pt idx="159">
                  <c:v>0.4</c:v>
                </c:pt>
                <c:pt idx="160">
                  <c:v>0.4</c:v>
                </c:pt>
                <c:pt idx="161">
                  <c:v>0.4</c:v>
                </c:pt>
                <c:pt idx="162">
                  <c:v>0.4</c:v>
                </c:pt>
                <c:pt idx="163">
                  <c:v>0.4</c:v>
                </c:pt>
                <c:pt idx="164">
                  <c:v>0.4</c:v>
                </c:pt>
                <c:pt idx="165">
                  <c:v>0.4</c:v>
                </c:pt>
                <c:pt idx="166">
                  <c:v>0.4</c:v>
                </c:pt>
                <c:pt idx="167">
                  <c:v>0.4</c:v>
                </c:pt>
                <c:pt idx="168">
                  <c:v>0.4</c:v>
                </c:pt>
                <c:pt idx="169">
                  <c:v>0.4</c:v>
                </c:pt>
                <c:pt idx="170">
                  <c:v>0.4</c:v>
                </c:pt>
                <c:pt idx="171">
                  <c:v>0.4</c:v>
                </c:pt>
                <c:pt idx="172">
                  <c:v>0.4</c:v>
                </c:pt>
                <c:pt idx="173">
                  <c:v>0.4</c:v>
                </c:pt>
                <c:pt idx="174">
                  <c:v>0.4</c:v>
                </c:pt>
                <c:pt idx="175">
                  <c:v>0.4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0FC-4FDA-8F51-3FC684CD8F18}"/>
            </c:ext>
          </c:extLst>
        </c:ser>
        <c:ser>
          <c:idx val="9"/>
          <c:order val="9"/>
          <c:tx>
            <c:strRef>
              <c:f>save1!$EL$1214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save1!$EL$1215:$EL$1414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50FC-4FDA-8F51-3FC684CD8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(Rusted Key,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save1!$EU$1214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save1!$EU$1215:$EU$1414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1.6</c:v>
                </c:pt>
                <c:pt idx="3">
                  <c:v>1.6</c:v>
                </c:pt>
                <c:pt idx="4">
                  <c:v>1.8</c:v>
                </c:pt>
                <c:pt idx="5">
                  <c:v>1.8</c:v>
                </c:pt>
                <c:pt idx="6">
                  <c:v>2.2000000000000002</c:v>
                </c:pt>
                <c:pt idx="7">
                  <c:v>2.4</c:v>
                </c:pt>
                <c:pt idx="8">
                  <c:v>3</c:v>
                </c:pt>
                <c:pt idx="9">
                  <c:v>3.8</c:v>
                </c:pt>
                <c:pt idx="10">
                  <c:v>4.5999999999999996</c:v>
                </c:pt>
                <c:pt idx="11">
                  <c:v>4.5999999999999996</c:v>
                </c:pt>
                <c:pt idx="12">
                  <c:v>4.5999999999999996</c:v>
                </c:pt>
                <c:pt idx="13">
                  <c:v>4.5999999999999996</c:v>
                </c:pt>
                <c:pt idx="14">
                  <c:v>4.8</c:v>
                </c:pt>
                <c:pt idx="15">
                  <c:v>4.8</c:v>
                </c:pt>
                <c:pt idx="16">
                  <c:v>4.8</c:v>
                </c:pt>
                <c:pt idx="17">
                  <c:v>5</c:v>
                </c:pt>
                <c:pt idx="18">
                  <c:v>5.2</c:v>
                </c:pt>
                <c:pt idx="19">
                  <c:v>6.6</c:v>
                </c:pt>
                <c:pt idx="20">
                  <c:v>7.4</c:v>
                </c:pt>
                <c:pt idx="21">
                  <c:v>9</c:v>
                </c:pt>
                <c:pt idx="22">
                  <c:v>10</c:v>
                </c:pt>
                <c:pt idx="23">
                  <c:v>10.199999999999999</c:v>
                </c:pt>
                <c:pt idx="24">
                  <c:v>10.6</c:v>
                </c:pt>
                <c:pt idx="25">
                  <c:v>11</c:v>
                </c:pt>
                <c:pt idx="26">
                  <c:v>12</c:v>
                </c:pt>
                <c:pt idx="27">
                  <c:v>12.6</c:v>
                </c:pt>
                <c:pt idx="28">
                  <c:v>13.2</c:v>
                </c:pt>
                <c:pt idx="29">
                  <c:v>13.2</c:v>
                </c:pt>
                <c:pt idx="30">
                  <c:v>14</c:v>
                </c:pt>
                <c:pt idx="31">
                  <c:v>14.2</c:v>
                </c:pt>
                <c:pt idx="32">
                  <c:v>14.6</c:v>
                </c:pt>
                <c:pt idx="33">
                  <c:v>14.6</c:v>
                </c:pt>
                <c:pt idx="34">
                  <c:v>14.8</c:v>
                </c:pt>
                <c:pt idx="35">
                  <c:v>14.8</c:v>
                </c:pt>
                <c:pt idx="36">
                  <c:v>14.8</c:v>
                </c:pt>
                <c:pt idx="37">
                  <c:v>15.4</c:v>
                </c:pt>
                <c:pt idx="38">
                  <c:v>15.4</c:v>
                </c:pt>
                <c:pt idx="39">
                  <c:v>16</c:v>
                </c:pt>
                <c:pt idx="40">
                  <c:v>16</c:v>
                </c:pt>
                <c:pt idx="41">
                  <c:v>17.2</c:v>
                </c:pt>
                <c:pt idx="42">
                  <c:v>18.600000000000001</c:v>
                </c:pt>
                <c:pt idx="43">
                  <c:v>18.8</c:v>
                </c:pt>
                <c:pt idx="44">
                  <c:v>19</c:v>
                </c:pt>
                <c:pt idx="45">
                  <c:v>19.2</c:v>
                </c:pt>
                <c:pt idx="46">
                  <c:v>19.2</c:v>
                </c:pt>
                <c:pt idx="47">
                  <c:v>19.399999999999999</c:v>
                </c:pt>
                <c:pt idx="48">
                  <c:v>19.600000000000001</c:v>
                </c:pt>
                <c:pt idx="49">
                  <c:v>19.600000000000001</c:v>
                </c:pt>
                <c:pt idx="50">
                  <c:v>20.2</c:v>
                </c:pt>
                <c:pt idx="51">
                  <c:v>22</c:v>
                </c:pt>
                <c:pt idx="52">
                  <c:v>22</c:v>
                </c:pt>
                <c:pt idx="53">
                  <c:v>23</c:v>
                </c:pt>
                <c:pt idx="54">
                  <c:v>24.2</c:v>
                </c:pt>
                <c:pt idx="55">
                  <c:v>26</c:v>
                </c:pt>
                <c:pt idx="56">
                  <c:v>27.2</c:v>
                </c:pt>
                <c:pt idx="57">
                  <c:v>28.4</c:v>
                </c:pt>
                <c:pt idx="58">
                  <c:v>28.4</c:v>
                </c:pt>
                <c:pt idx="59">
                  <c:v>28.6</c:v>
                </c:pt>
                <c:pt idx="60">
                  <c:v>29</c:v>
                </c:pt>
                <c:pt idx="61">
                  <c:v>29</c:v>
                </c:pt>
                <c:pt idx="62">
                  <c:v>29.2</c:v>
                </c:pt>
                <c:pt idx="63">
                  <c:v>29.8</c:v>
                </c:pt>
                <c:pt idx="64">
                  <c:v>31.2</c:v>
                </c:pt>
                <c:pt idx="65">
                  <c:v>32</c:v>
                </c:pt>
                <c:pt idx="66">
                  <c:v>33.4</c:v>
                </c:pt>
                <c:pt idx="67">
                  <c:v>34.6</c:v>
                </c:pt>
                <c:pt idx="68">
                  <c:v>34.799999999999997</c:v>
                </c:pt>
                <c:pt idx="69">
                  <c:v>34.799999999999997</c:v>
                </c:pt>
                <c:pt idx="70">
                  <c:v>35.200000000000003</c:v>
                </c:pt>
                <c:pt idx="71">
                  <c:v>35.4</c:v>
                </c:pt>
                <c:pt idx="72">
                  <c:v>36.6</c:v>
                </c:pt>
                <c:pt idx="73">
                  <c:v>37.4</c:v>
                </c:pt>
                <c:pt idx="74">
                  <c:v>37.799999999999997</c:v>
                </c:pt>
                <c:pt idx="75">
                  <c:v>40.200000000000003</c:v>
                </c:pt>
                <c:pt idx="76">
                  <c:v>40.4</c:v>
                </c:pt>
                <c:pt idx="77">
                  <c:v>40.4</c:v>
                </c:pt>
                <c:pt idx="78">
                  <c:v>40.6</c:v>
                </c:pt>
                <c:pt idx="79">
                  <c:v>41.8</c:v>
                </c:pt>
                <c:pt idx="80">
                  <c:v>42.4</c:v>
                </c:pt>
                <c:pt idx="81">
                  <c:v>42.4</c:v>
                </c:pt>
                <c:pt idx="82">
                  <c:v>42.4</c:v>
                </c:pt>
                <c:pt idx="83">
                  <c:v>42.6</c:v>
                </c:pt>
                <c:pt idx="84">
                  <c:v>42.6</c:v>
                </c:pt>
                <c:pt idx="85">
                  <c:v>42.8</c:v>
                </c:pt>
                <c:pt idx="86">
                  <c:v>43.2</c:v>
                </c:pt>
                <c:pt idx="87">
                  <c:v>43.2</c:v>
                </c:pt>
                <c:pt idx="88">
                  <c:v>44</c:v>
                </c:pt>
                <c:pt idx="89">
                  <c:v>44.8</c:v>
                </c:pt>
                <c:pt idx="90">
                  <c:v>45.2</c:v>
                </c:pt>
                <c:pt idx="91">
                  <c:v>45.4</c:v>
                </c:pt>
                <c:pt idx="92">
                  <c:v>45.6</c:v>
                </c:pt>
                <c:pt idx="93">
                  <c:v>45.6</c:v>
                </c:pt>
                <c:pt idx="94">
                  <c:v>46</c:v>
                </c:pt>
                <c:pt idx="95">
                  <c:v>46</c:v>
                </c:pt>
                <c:pt idx="96">
                  <c:v>46.6</c:v>
                </c:pt>
                <c:pt idx="97">
                  <c:v>47.6</c:v>
                </c:pt>
                <c:pt idx="98">
                  <c:v>47.6</c:v>
                </c:pt>
                <c:pt idx="99">
                  <c:v>47.6</c:v>
                </c:pt>
                <c:pt idx="100">
                  <c:v>48.2</c:v>
                </c:pt>
                <c:pt idx="101">
                  <c:v>48.2</c:v>
                </c:pt>
                <c:pt idx="102">
                  <c:v>48.6</c:v>
                </c:pt>
                <c:pt idx="103">
                  <c:v>48.6</c:v>
                </c:pt>
                <c:pt idx="104">
                  <c:v>49.6</c:v>
                </c:pt>
                <c:pt idx="105">
                  <c:v>50.2</c:v>
                </c:pt>
                <c:pt idx="106">
                  <c:v>50.2</c:v>
                </c:pt>
                <c:pt idx="107">
                  <c:v>50.6</c:v>
                </c:pt>
                <c:pt idx="108">
                  <c:v>51.2</c:v>
                </c:pt>
                <c:pt idx="109">
                  <c:v>51.2</c:v>
                </c:pt>
                <c:pt idx="110">
                  <c:v>52.4</c:v>
                </c:pt>
                <c:pt idx="111">
                  <c:v>52.6</c:v>
                </c:pt>
                <c:pt idx="112">
                  <c:v>53.2</c:v>
                </c:pt>
                <c:pt idx="113">
                  <c:v>53.4</c:v>
                </c:pt>
                <c:pt idx="114">
                  <c:v>55.6</c:v>
                </c:pt>
                <c:pt idx="115">
                  <c:v>55.8</c:v>
                </c:pt>
                <c:pt idx="116">
                  <c:v>56.6</c:v>
                </c:pt>
                <c:pt idx="117">
                  <c:v>56.6</c:v>
                </c:pt>
                <c:pt idx="118">
                  <c:v>56.8</c:v>
                </c:pt>
                <c:pt idx="119">
                  <c:v>58</c:v>
                </c:pt>
                <c:pt idx="120">
                  <c:v>58.4</c:v>
                </c:pt>
                <c:pt idx="121">
                  <c:v>58.6</c:v>
                </c:pt>
                <c:pt idx="122">
                  <c:v>58.6</c:v>
                </c:pt>
                <c:pt idx="123">
                  <c:v>60.2</c:v>
                </c:pt>
                <c:pt idx="124">
                  <c:v>60.2</c:v>
                </c:pt>
                <c:pt idx="125">
                  <c:v>61.4</c:v>
                </c:pt>
                <c:pt idx="126">
                  <c:v>61.8</c:v>
                </c:pt>
                <c:pt idx="127">
                  <c:v>62.4</c:v>
                </c:pt>
                <c:pt idx="128">
                  <c:v>62.4</c:v>
                </c:pt>
                <c:pt idx="129">
                  <c:v>63.4</c:v>
                </c:pt>
                <c:pt idx="130">
                  <c:v>64.2</c:v>
                </c:pt>
                <c:pt idx="131">
                  <c:v>64.2</c:v>
                </c:pt>
                <c:pt idx="132">
                  <c:v>64.400000000000006</c:v>
                </c:pt>
                <c:pt idx="133">
                  <c:v>65</c:v>
                </c:pt>
                <c:pt idx="134">
                  <c:v>66.8</c:v>
                </c:pt>
                <c:pt idx="135">
                  <c:v>67.2</c:v>
                </c:pt>
                <c:pt idx="136">
                  <c:v>67.599999999999994</c:v>
                </c:pt>
                <c:pt idx="137">
                  <c:v>67.8</c:v>
                </c:pt>
                <c:pt idx="138">
                  <c:v>68.599999999999994</c:v>
                </c:pt>
                <c:pt idx="139">
                  <c:v>68.8</c:v>
                </c:pt>
                <c:pt idx="140">
                  <c:v>69.8</c:v>
                </c:pt>
                <c:pt idx="141">
                  <c:v>69.8</c:v>
                </c:pt>
                <c:pt idx="142">
                  <c:v>69.8</c:v>
                </c:pt>
                <c:pt idx="143">
                  <c:v>70.599999999999994</c:v>
                </c:pt>
                <c:pt idx="144">
                  <c:v>71.400000000000006</c:v>
                </c:pt>
                <c:pt idx="145">
                  <c:v>71.599999999999994</c:v>
                </c:pt>
                <c:pt idx="146">
                  <c:v>72.2</c:v>
                </c:pt>
                <c:pt idx="147">
                  <c:v>72.2</c:v>
                </c:pt>
                <c:pt idx="148">
                  <c:v>72.2</c:v>
                </c:pt>
                <c:pt idx="149">
                  <c:v>72.8</c:v>
                </c:pt>
                <c:pt idx="150">
                  <c:v>72.8</c:v>
                </c:pt>
                <c:pt idx="151">
                  <c:v>73.400000000000006</c:v>
                </c:pt>
                <c:pt idx="152">
                  <c:v>74.8</c:v>
                </c:pt>
                <c:pt idx="153">
                  <c:v>75.599999999999994</c:v>
                </c:pt>
                <c:pt idx="154">
                  <c:v>75.599999999999994</c:v>
                </c:pt>
                <c:pt idx="155">
                  <c:v>75.599999999999994</c:v>
                </c:pt>
                <c:pt idx="156">
                  <c:v>76.599999999999994</c:v>
                </c:pt>
                <c:pt idx="157">
                  <c:v>76.599999999999994</c:v>
                </c:pt>
                <c:pt idx="158">
                  <c:v>76.599999999999994</c:v>
                </c:pt>
                <c:pt idx="159">
                  <c:v>77</c:v>
                </c:pt>
                <c:pt idx="160">
                  <c:v>77.599999999999994</c:v>
                </c:pt>
                <c:pt idx="161">
                  <c:v>77.599999999999994</c:v>
                </c:pt>
                <c:pt idx="162">
                  <c:v>77.599999999999994</c:v>
                </c:pt>
                <c:pt idx="163">
                  <c:v>78.2</c:v>
                </c:pt>
                <c:pt idx="164">
                  <c:v>78.400000000000006</c:v>
                </c:pt>
                <c:pt idx="165">
                  <c:v>81</c:v>
                </c:pt>
                <c:pt idx="166">
                  <c:v>81.599999999999994</c:v>
                </c:pt>
                <c:pt idx="167">
                  <c:v>81.599999999999994</c:v>
                </c:pt>
                <c:pt idx="168">
                  <c:v>81.599999999999994</c:v>
                </c:pt>
                <c:pt idx="169">
                  <c:v>81.8</c:v>
                </c:pt>
                <c:pt idx="170">
                  <c:v>82.2</c:v>
                </c:pt>
                <c:pt idx="171">
                  <c:v>82.8</c:v>
                </c:pt>
                <c:pt idx="172">
                  <c:v>83.6</c:v>
                </c:pt>
                <c:pt idx="173">
                  <c:v>83.6</c:v>
                </c:pt>
                <c:pt idx="174">
                  <c:v>84.2</c:v>
                </c:pt>
                <c:pt idx="175">
                  <c:v>84.2</c:v>
                </c:pt>
                <c:pt idx="176">
                  <c:v>84.4</c:v>
                </c:pt>
                <c:pt idx="177">
                  <c:v>84.4</c:v>
                </c:pt>
                <c:pt idx="178">
                  <c:v>84.6</c:v>
                </c:pt>
                <c:pt idx="179">
                  <c:v>85.2</c:v>
                </c:pt>
                <c:pt idx="180">
                  <c:v>85.2</c:v>
                </c:pt>
                <c:pt idx="181">
                  <c:v>86.2</c:v>
                </c:pt>
                <c:pt idx="182">
                  <c:v>87.4</c:v>
                </c:pt>
                <c:pt idx="183">
                  <c:v>87.4</c:v>
                </c:pt>
                <c:pt idx="184">
                  <c:v>88.4</c:v>
                </c:pt>
                <c:pt idx="185">
                  <c:v>89</c:v>
                </c:pt>
                <c:pt idx="186">
                  <c:v>89</c:v>
                </c:pt>
                <c:pt idx="187">
                  <c:v>89</c:v>
                </c:pt>
                <c:pt idx="188">
                  <c:v>90</c:v>
                </c:pt>
                <c:pt idx="189">
                  <c:v>92.2</c:v>
                </c:pt>
                <c:pt idx="190">
                  <c:v>92.2</c:v>
                </c:pt>
                <c:pt idx="191">
                  <c:v>92.4</c:v>
                </c:pt>
                <c:pt idx="192">
                  <c:v>92.8</c:v>
                </c:pt>
                <c:pt idx="193">
                  <c:v>92.8</c:v>
                </c:pt>
                <c:pt idx="194">
                  <c:v>93.6</c:v>
                </c:pt>
                <c:pt idx="195">
                  <c:v>94.2</c:v>
                </c:pt>
                <c:pt idx="196">
                  <c:v>94.2</c:v>
                </c:pt>
                <c:pt idx="197">
                  <c:v>94.2</c:v>
                </c:pt>
                <c:pt idx="198">
                  <c:v>95.2</c:v>
                </c:pt>
                <c:pt idx="199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66-4CAC-AA86-796495D0D00A}"/>
            </c:ext>
          </c:extLst>
        </c:ser>
        <c:ser>
          <c:idx val="1"/>
          <c:order val="1"/>
          <c:tx>
            <c:strRef>
              <c:f>save1!$EV$1214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save1!$EV$1215:$EV$1414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1</c:v>
                </c:pt>
                <c:pt idx="7">
                  <c:v>1</c:v>
                </c:pt>
                <c:pt idx="8">
                  <c:v>1.2</c:v>
                </c:pt>
                <c:pt idx="9">
                  <c:v>2.2000000000000002</c:v>
                </c:pt>
                <c:pt idx="10">
                  <c:v>2.6</c:v>
                </c:pt>
                <c:pt idx="11">
                  <c:v>2.6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3.2</c:v>
                </c:pt>
                <c:pt idx="16">
                  <c:v>3.2</c:v>
                </c:pt>
                <c:pt idx="17">
                  <c:v>3.4</c:v>
                </c:pt>
                <c:pt idx="18">
                  <c:v>3.4</c:v>
                </c:pt>
                <c:pt idx="19">
                  <c:v>3.6</c:v>
                </c:pt>
                <c:pt idx="20">
                  <c:v>4</c:v>
                </c:pt>
                <c:pt idx="21">
                  <c:v>4.5999999999999996</c:v>
                </c:pt>
                <c:pt idx="22">
                  <c:v>4.8</c:v>
                </c:pt>
                <c:pt idx="23">
                  <c:v>4.8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6.6</c:v>
                </c:pt>
                <c:pt idx="36">
                  <c:v>6.6</c:v>
                </c:pt>
                <c:pt idx="37">
                  <c:v>7</c:v>
                </c:pt>
                <c:pt idx="38">
                  <c:v>7.2</c:v>
                </c:pt>
                <c:pt idx="39">
                  <c:v>7.4</c:v>
                </c:pt>
                <c:pt idx="40">
                  <c:v>7.4</c:v>
                </c:pt>
                <c:pt idx="41">
                  <c:v>7.6</c:v>
                </c:pt>
                <c:pt idx="42">
                  <c:v>7.8</c:v>
                </c:pt>
                <c:pt idx="43">
                  <c:v>8</c:v>
                </c:pt>
                <c:pt idx="44">
                  <c:v>8</c:v>
                </c:pt>
                <c:pt idx="45">
                  <c:v>8.4</c:v>
                </c:pt>
                <c:pt idx="46">
                  <c:v>9</c:v>
                </c:pt>
                <c:pt idx="47">
                  <c:v>9.1999999999999993</c:v>
                </c:pt>
                <c:pt idx="48">
                  <c:v>9.4</c:v>
                </c:pt>
                <c:pt idx="49">
                  <c:v>9.4</c:v>
                </c:pt>
                <c:pt idx="50">
                  <c:v>9.6</c:v>
                </c:pt>
                <c:pt idx="51">
                  <c:v>9.8000000000000007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10.6</c:v>
                </c:pt>
                <c:pt idx="56">
                  <c:v>10.6</c:v>
                </c:pt>
                <c:pt idx="57">
                  <c:v>11</c:v>
                </c:pt>
                <c:pt idx="58">
                  <c:v>11.6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12.2</c:v>
                </c:pt>
                <c:pt idx="63">
                  <c:v>12.2</c:v>
                </c:pt>
                <c:pt idx="64">
                  <c:v>12.2</c:v>
                </c:pt>
                <c:pt idx="65">
                  <c:v>12.4</c:v>
                </c:pt>
                <c:pt idx="66">
                  <c:v>12.4</c:v>
                </c:pt>
                <c:pt idx="67">
                  <c:v>12.6</c:v>
                </c:pt>
                <c:pt idx="68">
                  <c:v>12.8</c:v>
                </c:pt>
                <c:pt idx="69">
                  <c:v>12.8</c:v>
                </c:pt>
                <c:pt idx="70">
                  <c:v>13.4</c:v>
                </c:pt>
                <c:pt idx="71">
                  <c:v>13.6</c:v>
                </c:pt>
                <c:pt idx="72">
                  <c:v>13.6</c:v>
                </c:pt>
                <c:pt idx="73">
                  <c:v>13.6</c:v>
                </c:pt>
                <c:pt idx="74">
                  <c:v>13.8</c:v>
                </c:pt>
                <c:pt idx="75">
                  <c:v>14.2</c:v>
                </c:pt>
                <c:pt idx="76">
                  <c:v>14.2</c:v>
                </c:pt>
                <c:pt idx="77">
                  <c:v>14.2</c:v>
                </c:pt>
                <c:pt idx="78">
                  <c:v>14.4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15.4</c:v>
                </c:pt>
                <c:pt idx="83">
                  <c:v>15.4</c:v>
                </c:pt>
                <c:pt idx="84">
                  <c:v>15.6</c:v>
                </c:pt>
                <c:pt idx="85">
                  <c:v>15.6</c:v>
                </c:pt>
                <c:pt idx="86">
                  <c:v>15.8</c:v>
                </c:pt>
                <c:pt idx="87">
                  <c:v>15.8</c:v>
                </c:pt>
                <c:pt idx="88">
                  <c:v>15.8</c:v>
                </c:pt>
                <c:pt idx="89">
                  <c:v>15.8</c:v>
                </c:pt>
                <c:pt idx="90">
                  <c:v>15.8</c:v>
                </c:pt>
                <c:pt idx="91">
                  <c:v>16</c:v>
                </c:pt>
                <c:pt idx="92">
                  <c:v>16.2</c:v>
                </c:pt>
                <c:pt idx="93">
                  <c:v>16.2</c:v>
                </c:pt>
                <c:pt idx="94">
                  <c:v>16.600000000000001</c:v>
                </c:pt>
                <c:pt idx="95">
                  <c:v>16.600000000000001</c:v>
                </c:pt>
                <c:pt idx="96">
                  <c:v>16.600000000000001</c:v>
                </c:pt>
                <c:pt idx="97">
                  <c:v>16.600000000000001</c:v>
                </c:pt>
                <c:pt idx="98">
                  <c:v>16.8</c:v>
                </c:pt>
                <c:pt idx="99">
                  <c:v>16.8</c:v>
                </c:pt>
                <c:pt idx="100">
                  <c:v>16.8</c:v>
                </c:pt>
                <c:pt idx="101">
                  <c:v>17</c:v>
                </c:pt>
                <c:pt idx="102">
                  <c:v>18</c:v>
                </c:pt>
                <c:pt idx="103">
                  <c:v>18</c:v>
                </c:pt>
                <c:pt idx="104">
                  <c:v>18.2</c:v>
                </c:pt>
                <c:pt idx="105">
                  <c:v>18.600000000000001</c:v>
                </c:pt>
                <c:pt idx="106">
                  <c:v>18.8</c:v>
                </c:pt>
                <c:pt idx="107">
                  <c:v>19</c:v>
                </c:pt>
                <c:pt idx="108">
                  <c:v>19.399999999999999</c:v>
                </c:pt>
                <c:pt idx="109">
                  <c:v>19.399999999999999</c:v>
                </c:pt>
                <c:pt idx="110">
                  <c:v>19.8</c:v>
                </c:pt>
                <c:pt idx="111">
                  <c:v>19.8</c:v>
                </c:pt>
                <c:pt idx="112">
                  <c:v>20</c:v>
                </c:pt>
                <c:pt idx="113">
                  <c:v>20.2</c:v>
                </c:pt>
                <c:pt idx="114">
                  <c:v>20.399999999999999</c:v>
                </c:pt>
                <c:pt idx="115">
                  <c:v>20.6</c:v>
                </c:pt>
                <c:pt idx="116">
                  <c:v>20.6</c:v>
                </c:pt>
                <c:pt idx="117">
                  <c:v>20.8</c:v>
                </c:pt>
                <c:pt idx="118">
                  <c:v>21</c:v>
                </c:pt>
                <c:pt idx="119">
                  <c:v>21</c:v>
                </c:pt>
                <c:pt idx="120">
                  <c:v>21.4</c:v>
                </c:pt>
                <c:pt idx="121">
                  <c:v>21.4</c:v>
                </c:pt>
                <c:pt idx="122">
                  <c:v>21.4</c:v>
                </c:pt>
                <c:pt idx="123">
                  <c:v>21.4</c:v>
                </c:pt>
                <c:pt idx="124">
                  <c:v>21.6</c:v>
                </c:pt>
                <c:pt idx="125">
                  <c:v>21.6</c:v>
                </c:pt>
                <c:pt idx="126">
                  <c:v>21.8</c:v>
                </c:pt>
                <c:pt idx="127">
                  <c:v>21.8</c:v>
                </c:pt>
                <c:pt idx="128">
                  <c:v>22</c:v>
                </c:pt>
                <c:pt idx="129">
                  <c:v>22</c:v>
                </c:pt>
                <c:pt idx="130">
                  <c:v>22.6</c:v>
                </c:pt>
                <c:pt idx="131">
                  <c:v>22.8</c:v>
                </c:pt>
                <c:pt idx="132">
                  <c:v>23.2</c:v>
                </c:pt>
                <c:pt idx="133">
                  <c:v>23.2</c:v>
                </c:pt>
                <c:pt idx="134">
                  <c:v>23.2</c:v>
                </c:pt>
                <c:pt idx="135">
                  <c:v>23.2</c:v>
                </c:pt>
                <c:pt idx="136">
                  <c:v>23.2</c:v>
                </c:pt>
                <c:pt idx="137">
                  <c:v>23.4</c:v>
                </c:pt>
                <c:pt idx="138">
                  <c:v>23.6</c:v>
                </c:pt>
                <c:pt idx="139">
                  <c:v>23.6</c:v>
                </c:pt>
                <c:pt idx="140">
                  <c:v>23.8</c:v>
                </c:pt>
                <c:pt idx="141">
                  <c:v>23.8</c:v>
                </c:pt>
                <c:pt idx="142">
                  <c:v>23.8</c:v>
                </c:pt>
                <c:pt idx="143">
                  <c:v>23.8</c:v>
                </c:pt>
                <c:pt idx="144">
                  <c:v>23.8</c:v>
                </c:pt>
                <c:pt idx="145">
                  <c:v>24.2</c:v>
                </c:pt>
                <c:pt idx="146">
                  <c:v>24.2</c:v>
                </c:pt>
                <c:pt idx="147">
                  <c:v>24.4</c:v>
                </c:pt>
                <c:pt idx="148">
                  <c:v>24.4</c:v>
                </c:pt>
                <c:pt idx="149">
                  <c:v>24.6</c:v>
                </c:pt>
                <c:pt idx="150">
                  <c:v>24.6</c:v>
                </c:pt>
                <c:pt idx="151">
                  <c:v>24.6</c:v>
                </c:pt>
                <c:pt idx="152">
                  <c:v>24.6</c:v>
                </c:pt>
                <c:pt idx="153">
                  <c:v>24.6</c:v>
                </c:pt>
                <c:pt idx="154">
                  <c:v>24.8</c:v>
                </c:pt>
                <c:pt idx="155">
                  <c:v>25.2</c:v>
                </c:pt>
                <c:pt idx="156">
                  <c:v>25.4</c:v>
                </c:pt>
                <c:pt idx="157">
                  <c:v>26</c:v>
                </c:pt>
                <c:pt idx="158">
                  <c:v>26.4</c:v>
                </c:pt>
                <c:pt idx="159">
                  <c:v>26.4</c:v>
                </c:pt>
                <c:pt idx="160">
                  <c:v>26.6</c:v>
                </c:pt>
                <c:pt idx="161">
                  <c:v>27</c:v>
                </c:pt>
                <c:pt idx="162">
                  <c:v>27</c:v>
                </c:pt>
                <c:pt idx="163">
                  <c:v>27.2</c:v>
                </c:pt>
                <c:pt idx="164">
                  <c:v>27.4</c:v>
                </c:pt>
                <c:pt idx="165">
                  <c:v>27.6</c:v>
                </c:pt>
                <c:pt idx="166">
                  <c:v>27.6</c:v>
                </c:pt>
                <c:pt idx="167">
                  <c:v>27.6</c:v>
                </c:pt>
                <c:pt idx="168">
                  <c:v>27.8</c:v>
                </c:pt>
                <c:pt idx="169">
                  <c:v>27.8</c:v>
                </c:pt>
                <c:pt idx="170">
                  <c:v>27.8</c:v>
                </c:pt>
                <c:pt idx="171">
                  <c:v>27.8</c:v>
                </c:pt>
                <c:pt idx="172">
                  <c:v>27.8</c:v>
                </c:pt>
                <c:pt idx="173">
                  <c:v>27.8</c:v>
                </c:pt>
                <c:pt idx="174">
                  <c:v>27.8</c:v>
                </c:pt>
                <c:pt idx="175">
                  <c:v>28.8</c:v>
                </c:pt>
                <c:pt idx="176">
                  <c:v>28.8</c:v>
                </c:pt>
                <c:pt idx="177">
                  <c:v>29.2</c:v>
                </c:pt>
                <c:pt idx="178">
                  <c:v>29.2</c:v>
                </c:pt>
                <c:pt idx="179">
                  <c:v>29.2</c:v>
                </c:pt>
                <c:pt idx="180">
                  <c:v>29.2</c:v>
                </c:pt>
                <c:pt idx="181">
                  <c:v>29.2</c:v>
                </c:pt>
                <c:pt idx="182">
                  <c:v>29.2</c:v>
                </c:pt>
                <c:pt idx="183">
                  <c:v>29.4</c:v>
                </c:pt>
                <c:pt idx="184">
                  <c:v>30.2</c:v>
                </c:pt>
                <c:pt idx="185">
                  <c:v>31</c:v>
                </c:pt>
                <c:pt idx="186">
                  <c:v>31.2</c:v>
                </c:pt>
                <c:pt idx="187">
                  <c:v>31.8</c:v>
                </c:pt>
                <c:pt idx="188">
                  <c:v>32.200000000000003</c:v>
                </c:pt>
                <c:pt idx="189">
                  <c:v>32.6</c:v>
                </c:pt>
                <c:pt idx="190">
                  <c:v>32.799999999999997</c:v>
                </c:pt>
                <c:pt idx="191">
                  <c:v>32.799999999999997</c:v>
                </c:pt>
                <c:pt idx="192">
                  <c:v>33</c:v>
                </c:pt>
                <c:pt idx="193">
                  <c:v>33</c:v>
                </c:pt>
                <c:pt idx="194">
                  <c:v>33.200000000000003</c:v>
                </c:pt>
                <c:pt idx="195">
                  <c:v>33.200000000000003</c:v>
                </c:pt>
                <c:pt idx="196">
                  <c:v>33.4</c:v>
                </c:pt>
                <c:pt idx="197">
                  <c:v>33.6</c:v>
                </c:pt>
                <c:pt idx="198">
                  <c:v>33.799999999999997</c:v>
                </c:pt>
                <c:pt idx="199">
                  <c:v>33.799999999999997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66-4CAC-AA86-796495D0D00A}"/>
            </c:ext>
          </c:extLst>
        </c:ser>
        <c:ser>
          <c:idx val="2"/>
          <c:order val="2"/>
          <c:tx>
            <c:strRef>
              <c:f>save1!$EW$1214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save1!$EW$1215:$EW$1414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1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1.4</c:v>
                </c:pt>
                <c:pt idx="13">
                  <c:v>1.4</c:v>
                </c:pt>
                <c:pt idx="14">
                  <c:v>1.8</c:v>
                </c:pt>
                <c:pt idx="15">
                  <c:v>2</c:v>
                </c:pt>
                <c:pt idx="16">
                  <c:v>2.2000000000000002</c:v>
                </c:pt>
                <c:pt idx="17">
                  <c:v>2</c:v>
                </c:pt>
                <c:pt idx="18">
                  <c:v>2.2000000000000002</c:v>
                </c:pt>
                <c:pt idx="19">
                  <c:v>2.2000000000000002</c:v>
                </c:pt>
                <c:pt idx="20">
                  <c:v>2</c:v>
                </c:pt>
                <c:pt idx="21">
                  <c:v>2.2000000000000002</c:v>
                </c:pt>
                <c:pt idx="22">
                  <c:v>2.4</c:v>
                </c:pt>
                <c:pt idx="23">
                  <c:v>2.2000000000000002</c:v>
                </c:pt>
                <c:pt idx="24">
                  <c:v>2.2000000000000002</c:v>
                </c:pt>
                <c:pt idx="25">
                  <c:v>2.2000000000000002</c:v>
                </c:pt>
                <c:pt idx="26">
                  <c:v>2.6</c:v>
                </c:pt>
                <c:pt idx="27">
                  <c:v>3</c:v>
                </c:pt>
                <c:pt idx="28">
                  <c:v>3.2</c:v>
                </c:pt>
                <c:pt idx="29">
                  <c:v>3.2</c:v>
                </c:pt>
                <c:pt idx="30">
                  <c:v>3.6</c:v>
                </c:pt>
                <c:pt idx="31">
                  <c:v>4</c:v>
                </c:pt>
                <c:pt idx="32">
                  <c:v>3.4</c:v>
                </c:pt>
                <c:pt idx="33">
                  <c:v>3.6</c:v>
                </c:pt>
                <c:pt idx="34">
                  <c:v>3.8</c:v>
                </c:pt>
                <c:pt idx="35">
                  <c:v>3.8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4.2</c:v>
                </c:pt>
                <c:pt idx="40">
                  <c:v>4.2</c:v>
                </c:pt>
                <c:pt idx="41">
                  <c:v>4.8</c:v>
                </c:pt>
                <c:pt idx="42">
                  <c:v>4.8</c:v>
                </c:pt>
                <c:pt idx="43">
                  <c:v>5</c:v>
                </c:pt>
                <c:pt idx="44">
                  <c:v>5.2</c:v>
                </c:pt>
                <c:pt idx="45">
                  <c:v>5.4</c:v>
                </c:pt>
                <c:pt idx="46">
                  <c:v>5.6</c:v>
                </c:pt>
                <c:pt idx="47">
                  <c:v>5.6</c:v>
                </c:pt>
                <c:pt idx="48">
                  <c:v>5.6</c:v>
                </c:pt>
                <c:pt idx="49">
                  <c:v>6.4</c:v>
                </c:pt>
                <c:pt idx="50">
                  <c:v>6.4</c:v>
                </c:pt>
                <c:pt idx="51">
                  <c:v>6.2</c:v>
                </c:pt>
                <c:pt idx="52">
                  <c:v>6.4</c:v>
                </c:pt>
                <c:pt idx="53">
                  <c:v>6.6</c:v>
                </c:pt>
                <c:pt idx="54">
                  <c:v>6.8</c:v>
                </c:pt>
                <c:pt idx="55">
                  <c:v>7.4</c:v>
                </c:pt>
                <c:pt idx="56">
                  <c:v>7.4</c:v>
                </c:pt>
                <c:pt idx="57">
                  <c:v>7.4</c:v>
                </c:pt>
                <c:pt idx="58">
                  <c:v>7.8</c:v>
                </c:pt>
                <c:pt idx="59">
                  <c:v>8.1999999999999993</c:v>
                </c:pt>
                <c:pt idx="60">
                  <c:v>8.1999999999999993</c:v>
                </c:pt>
                <c:pt idx="61">
                  <c:v>8</c:v>
                </c:pt>
                <c:pt idx="62">
                  <c:v>8.4</c:v>
                </c:pt>
                <c:pt idx="63">
                  <c:v>8.4</c:v>
                </c:pt>
                <c:pt idx="64">
                  <c:v>8.4</c:v>
                </c:pt>
                <c:pt idx="65">
                  <c:v>8.6</c:v>
                </c:pt>
                <c:pt idx="66">
                  <c:v>8.6</c:v>
                </c:pt>
                <c:pt idx="67">
                  <c:v>8.6</c:v>
                </c:pt>
                <c:pt idx="68">
                  <c:v>9</c:v>
                </c:pt>
                <c:pt idx="69">
                  <c:v>9.1999999999999993</c:v>
                </c:pt>
                <c:pt idx="70">
                  <c:v>9.1999999999999993</c:v>
                </c:pt>
                <c:pt idx="71">
                  <c:v>8.8000000000000007</c:v>
                </c:pt>
                <c:pt idx="72">
                  <c:v>9.1999999999999993</c:v>
                </c:pt>
                <c:pt idx="73">
                  <c:v>9.4</c:v>
                </c:pt>
                <c:pt idx="74">
                  <c:v>9.6</c:v>
                </c:pt>
                <c:pt idx="75">
                  <c:v>9.1999999999999993</c:v>
                </c:pt>
                <c:pt idx="76">
                  <c:v>9.4</c:v>
                </c:pt>
                <c:pt idx="77">
                  <c:v>9.6</c:v>
                </c:pt>
                <c:pt idx="78">
                  <c:v>9.6</c:v>
                </c:pt>
                <c:pt idx="79">
                  <c:v>10.4</c:v>
                </c:pt>
                <c:pt idx="80">
                  <c:v>10.6</c:v>
                </c:pt>
                <c:pt idx="81">
                  <c:v>10.8</c:v>
                </c:pt>
                <c:pt idx="82">
                  <c:v>11</c:v>
                </c:pt>
                <c:pt idx="83">
                  <c:v>11</c:v>
                </c:pt>
                <c:pt idx="84">
                  <c:v>11.6</c:v>
                </c:pt>
                <c:pt idx="85">
                  <c:v>11.8</c:v>
                </c:pt>
                <c:pt idx="86">
                  <c:v>12.2</c:v>
                </c:pt>
                <c:pt idx="87">
                  <c:v>12</c:v>
                </c:pt>
                <c:pt idx="88">
                  <c:v>12.4</c:v>
                </c:pt>
                <c:pt idx="89">
                  <c:v>12.2</c:v>
                </c:pt>
                <c:pt idx="90">
                  <c:v>12.4</c:v>
                </c:pt>
                <c:pt idx="91">
                  <c:v>12.4</c:v>
                </c:pt>
                <c:pt idx="92">
                  <c:v>12.6</c:v>
                </c:pt>
                <c:pt idx="93">
                  <c:v>12.4</c:v>
                </c:pt>
                <c:pt idx="94">
                  <c:v>12.4</c:v>
                </c:pt>
                <c:pt idx="95">
                  <c:v>12.4</c:v>
                </c:pt>
                <c:pt idx="96">
                  <c:v>12.6</c:v>
                </c:pt>
                <c:pt idx="97">
                  <c:v>12.4</c:v>
                </c:pt>
                <c:pt idx="98">
                  <c:v>13</c:v>
                </c:pt>
                <c:pt idx="99">
                  <c:v>13</c:v>
                </c:pt>
                <c:pt idx="100">
                  <c:v>13.2</c:v>
                </c:pt>
                <c:pt idx="101">
                  <c:v>13.8</c:v>
                </c:pt>
                <c:pt idx="102">
                  <c:v>13.8</c:v>
                </c:pt>
                <c:pt idx="103">
                  <c:v>14</c:v>
                </c:pt>
                <c:pt idx="104">
                  <c:v>14.2</c:v>
                </c:pt>
                <c:pt idx="105">
                  <c:v>14.2</c:v>
                </c:pt>
                <c:pt idx="106">
                  <c:v>13.8</c:v>
                </c:pt>
                <c:pt idx="107">
                  <c:v>14.2</c:v>
                </c:pt>
                <c:pt idx="108">
                  <c:v>14.4</c:v>
                </c:pt>
                <c:pt idx="109">
                  <c:v>14.6</c:v>
                </c:pt>
                <c:pt idx="110">
                  <c:v>14.8</c:v>
                </c:pt>
                <c:pt idx="111">
                  <c:v>15.2</c:v>
                </c:pt>
                <c:pt idx="112">
                  <c:v>15.2</c:v>
                </c:pt>
                <c:pt idx="113">
                  <c:v>15.2</c:v>
                </c:pt>
                <c:pt idx="114">
                  <c:v>15.6</c:v>
                </c:pt>
                <c:pt idx="115">
                  <c:v>15.6</c:v>
                </c:pt>
                <c:pt idx="116">
                  <c:v>15.8</c:v>
                </c:pt>
                <c:pt idx="117">
                  <c:v>15.8</c:v>
                </c:pt>
                <c:pt idx="118">
                  <c:v>15.8</c:v>
                </c:pt>
                <c:pt idx="119">
                  <c:v>15.8</c:v>
                </c:pt>
                <c:pt idx="120">
                  <c:v>16</c:v>
                </c:pt>
                <c:pt idx="121">
                  <c:v>16</c:v>
                </c:pt>
                <c:pt idx="122">
                  <c:v>15.6</c:v>
                </c:pt>
                <c:pt idx="123">
                  <c:v>15.2</c:v>
                </c:pt>
                <c:pt idx="124">
                  <c:v>15.2</c:v>
                </c:pt>
                <c:pt idx="125">
                  <c:v>15.4</c:v>
                </c:pt>
                <c:pt idx="126">
                  <c:v>15.2</c:v>
                </c:pt>
                <c:pt idx="127">
                  <c:v>15.6</c:v>
                </c:pt>
                <c:pt idx="128">
                  <c:v>15.2</c:v>
                </c:pt>
                <c:pt idx="129">
                  <c:v>15.6</c:v>
                </c:pt>
                <c:pt idx="130">
                  <c:v>15.6</c:v>
                </c:pt>
                <c:pt idx="131">
                  <c:v>15.8</c:v>
                </c:pt>
                <c:pt idx="132">
                  <c:v>15.8</c:v>
                </c:pt>
                <c:pt idx="133">
                  <c:v>16.2</c:v>
                </c:pt>
                <c:pt idx="134">
                  <c:v>16.600000000000001</c:v>
                </c:pt>
                <c:pt idx="135">
                  <c:v>16.8</c:v>
                </c:pt>
                <c:pt idx="136">
                  <c:v>16.8</c:v>
                </c:pt>
                <c:pt idx="137">
                  <c:v>17</c:v>
                </c:pt>
                <c:pt idx="138">
                  <c:v>17.399999999999999</c:v>
                </c:pt>
                <c:pt idx="139">
                  <c:v>17.399999999999999</c:v>
                </c:pt>
                <c:pt idx="140">
                  <c:v>17.2</c:v>
                </c:pt>
                <c:pt idx="141">
                  <c:v>17</c:v>
                </c:pt>
                <c:pt idx="142">
                  <c:v>17</c:v>
                </c:pt>
                <c:pt idx="143">
                  <c:v>17.399999999999999</c:v>
                </c:pt>
                <c:pt idx="144">
                  <c:v>17.600000000000001</c:v>
                </c:pt>
                <c:pt idx="145">
                  <c:v>18</c:v>
                </c:pt>
                <c:pt idx="146">
                  <c:v>17.8</c:v>
                </c:pt>
                <c:pt idx="147">
                  <c:v>17.8</c:v>
                </c:pt>
                <c:pt idx="148">
                  <c:v>18.2</c:v>
                </c:pt>
                <c:pt idx="149">
                  <c:v>18.399999999999999</c:v>
                </c:pt>
                <c:pt idx="150">
                  <c:v>18.8</c:v>
                </c:pt>
                <c:pt idx="151">
                  <c:v>18.8</c:v>
                </c:pt>
                <c:pt idx="152">
                  <c:v>18.8</c:v>
                </c:pt>
                <c:pt idx="153">
                  <c:v>18.8</c:v>
                </c:pt>
                <c:pt idx="154">
                  <c:v>19</c:v>
                </c:pt>
                <c:pt idx="155">
                  <c:v>19.399999999999999</c:v>
                </c:pt>
                <c:pt idx="156">
                  <c:v>19.399999999999999</c:v>
                </c:pt>
                <c:pt idx="157">
                  <c:v>20</c:v>
                </c:pt>
                <c:pt idx="158">
                  <c:v>20</c:v>
                </c:pt>
                <c:pt idx="159">
                  <c:v>20.8</c:v>
                </c:pt>
                <c:pt idx="160">
                  <c:v>20.6</c:v>
                </c:pt>
                <c:pt idx="161">
                  <c:v>21</c:v>
                </c:pt>
                <c:pt idx="162">
                  <c:v>21.2</c:v>
                </c:pt>
                <c:pt idx="163">
                  <c:v>20.8</c:v>
                </c:pt>
                <c:pt idx="164">
                  <c:v>20.6</c:v>
                </c:pt>
                <c:pt idx="165">
                  <c:v>20.6</c:v>
                </c:pt>
                <c:pt idx="166">
                  <c:v>20.6</c:v>
                </c:pt>
                <c:pt idx="167">
                  <c:v>20.6</c:v>
                </c:pt>
                <c:pt idx="168">
                  <c:v>20.8</c:v>
                </c:pt>
                <c:pt idx="169">
                  <c:v>20.8</c:v>
                </c:pt>
                <c:pt idx="170">
                  <c:v>21.6</c:v>
                </c:pt>
                <c:pt idx="171">
                  <c:v>21.8</c:v>
                </c:pt>
                <c:pt idx="172">
                  <c:v>21.6</c:v>
                </c:pt>
                <c:pt idx="173">
                  <c:v>21.6</c:v>
                </c:pt>
                <c:pt idx="174">
                  <c:v>22</c:v>
                </c:pt>
                <c:pt idx="175">
                  <c:v>21.4</c:v>
                </c:pt>
                <c:pt idx="176">
                  <c:v>21.8</c:v>
                </c:pt>
                <c:pt idx="177">
                  <c:v>21.2</c:v>
                </c:pt>
                <c:pt idx="178">
                  <c:v>21</c:v>
                </c:pt>
                <c:pt idx="179">
                  <c:v>21.4</c:v>
                </c:pt>
                <c:pt idx="180">
                  <c:v>21.2</c:v>
                </c:pt>
                <c:pt idx="181">
                  <c:v>21</c:v>
                </c:pt>
                <c:pt idx="182">
                  <c:v>21.2</c:v>
                </c:pt>
                <c:pt idx="183">
                  <c:v>21.6</c:v>
                </c:pt>
                <c:pt idx="184">
                  <c:v>21.8</c:v>
                </c:pt>
                <c:pt idx="185">
                  <c:v>21.6</c:v>
                </c:pt>
                <c:pt idx="186">
                  <c:v>22.2</c:v>
                </c:pt>
                <c:pt idx="187">
                  <c:v>22</c:v>
                </c:pt>
                <c:pt idx="188">
                  <c:v>22.6</c:v>
                </c:pt>
                <c:pt idx="189">
                  <c:v>22.6</c:v>
                </c:pt>
                <c:pt idx="190">
                  <c:v>22.8</c:v>
                </c:pt>
                <c:pt idx="191">
                  <c:v>22.4</c:v>
                </c:pt>
                <c:pt idx="192">
                  <c:v>22.2</c:v>
                </c:pt>
                <c:pt idx="193">
                  <c:v>22.6</c:v>
                </c:pt>
                <c:pt idx="194">
                  <c:v>23</c:v>
                </c:pt>
                <c:pt idx="195">
                  <c:v>23</c:v>
                </c:pt>
                <c:pt idx="196">
                  <c:v>23.2</c:v>
                </c:pt>
                <c:pt idx="197">
                  <c:v>23.4</c:v>
                </c:pt>
                <c:pt idx="198">
                  <c:v>23.4</c:v>
                </c:pt>
                <c:pt idx="199">
                  <c:v>23.4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66-4CAC-AA86-796495D0D00A}"/>
            </c:ext>
          </c:extLst>
        </c:ser>
        <c:ser>
          <c:idx val="3"/>
          <c:order val="3"/>
          <c:tx>
            <c:strRef>
              <c:f>save1!$EX$1214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save1!$EX$1215:$EX$1414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  <c:pt idx="10">
                  <c:v>1.4</c:v>
                </c:pt>
                <c:pt idx="11">
                  <c:v>1.6</c:v>
                </c:pt>
                <c:pt idx="12">
                  <c:v>1.8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2.4</c:v>
                </c:pt>
                <c:pt idx="18">
                  <c:v>2.4</c:v>
                </c:pt>
                <c:pt idx="19">
                  <c:v>3</c:v>
                </c:pt>
                <c:pt idx="20">
                  <c:v>4.5999999999999996</c:v>
                </c:pt>
                <c:pt idx="21">
                  <c:v>5.4</c:v>
                </c:pt>
                <c:pt idx="22">
                  <c:v>5.6</c:v>
                </c:pt>
                <c:pt idx="23">
                  <c:v>5.6</c:v>
                </c:pt>
                <c:pt idx="24">
                  <c:v>6</c:v>
                </c:pt>
                <c:pt idx="25">
                  <c:v>6</c:v>
                </c:pt>
                <c:pt idx="26">
                  <c:v>6.2</c:v>
                </c:pt>
                <c:pt idx="27">
                  <c:v>6.2</c:v>
                </c:pt>
                <c:pt idx="28">
                  <c:v>6.6</c:v>
                </c:pt>
                <c:pt idx="29">
                  <c:v>6.8</c:v>
                </c:pt>
                <c:pt idx="30">
                  <c:v>7.4</c:v>
                </c:pt>
                <c:pt idx="31">
                  <c:v>7.4</c:v>
                </c:pt>
                <c:pt idx="32">
                  <c:v>7.6</c:v>
                </c:pt>
                <c:pt idx="33">
                  <c:v>7.6</c:v>
                </c:pt>
                <c:pt idx="34">
                  <c:v>8.1999999999999993</c:v>
                </c:pt>
                <c:pt idx="35">
                  <c:v>8.1999999999999993</c:v>
                </c:pt>
                <c:pt idx="36">
                  <c:v>8.1999999999999993</c:v>
                </c:pt>
                <c:pt idx="37">
                  <c:v>8.4</c:v>
                </c:pt>
                <c:pt idx="38">
                  <c:v>8.8000000000000007</c:v>
                </c:pt>
                <c:pt idx="39">
                  <c:v>9</c:v>
                </c:pt>
                <c:pt idx="40">
                  <c:v>9.1999999999999993</c:v>
                </c:pt>
                <c:pt idx="41">
                  <c:v>9.4</c:v>
                </c:pt>
                <c:pt idx="42">
                  <c:v>9.8000000000000007</c:v>
                </c:pt>
                <c:pt idx="43">
                  <c:v>10</c:v>
                </c:pt>
                <c:pt idx="44">
                  <c:v>10</c:v>
                </c:pt>
                <c:pt idx="45">
                  <c:v>10.4</c:v>
                </c:pt>
                <c:pt idx="46">
                  <c:v>10.8</c:v>
                </c:pt>
                <c:pt idx="47">
                  <c:v>10.8</c:v>
                </c:pt>
                <c:pt idx="48">
                  <c:v>11</c:v>
                </c:pt>
                <c:pt idx="49">
                  <c:v>11.2</c:v>
                </c:pt>
                <c:pt idx="50">
                  <c:v>11.6</c:v>
                </c:pt>
                <c:pt idx="51">
                  <c:v>12</c:v>
                </c:pt>
                <c:pt idx="52">
                  <c:v>12.2</c:v>
                </c:pt>
                <c:pt idx="53">
                  <c:v>12.2</c:v>
                </c:pt>
                <c:pt idx="54">
                  <c:v>12.2</c:v>
                </c:pt>
                <c:pt idx="55">
                  <c:v>12.4</c:v>
                </c:pt>
                <c:pt idx="56">
                  <c:v>13</c:v>
                </c:pt>
                <c:pt idx="57">
                  <c:v>13.2</c:v>
                </c:pt>
                <c:pt idx="58">
                  <c:v>13.4</c:v>
                </c:pt>
                <c:pt idx="59">
                  <c:v>14</c:v>
                </c:pt>
                <c:pt idx="60">
                  <c:v>14.2</c:v>
                </c:pt>
                <c:pt idx="61">
                  <c:v>14.4</c:v>
                </c:pt>
                <c:pt idx="62">
                  <c:v>14.6</c:v>
                </c:pt>
                <c:pt idx="63">
                  <c:v>14.8</c:v>
                </c:pt>
                <c:pt idx="64">
                  <c:v>15</c:v>
                </c:pt>
                <c:pt idx="65">
                  <c:v>15.2</c:v>
                </c:pt>
                <c:pt idx="66">
                  <c:v>15.6</c:v>
                </c:pt>
                <c:pt idx="67">
                  <c:v>15.6</c:v>
                </c:pt>
                <c:pt idx="68">
                  <c:v>15.8</c:v>
                </c:pt>
                <c:pt idx="69">
                  <c:v>15.8</c:v>
                </c:pt>
                <c:pt idx="70">
                  <c:v>16</c:v>
                </c:pt>
                <c:pt idx="71">
                  <c:v>16</c:v>
                </c:pt>
                <c:pt idx="72">
                  <c:v>16.399999999999999</c:v>
                </c:pt>
                <c:pt idx="73">
                  <c:v>17</c:v>
                </c:pt>
                <c:pt idx="74">
                  <c:v>17.2</c:v>
                </c:pt>
                <c:pt idx="75">
                  <c:v>17.399999999999999</c:v>
                </c:pt>
                <c:pt idx="76">
                  <c:v>17.399999999999999</c:v>
                </c:pt>
                <c:pt idx="77">
                  <c:v>17.399999999999999</c:v>
                </c:pt>
                <c:pt idx="78">
                  <c:v>18.2</c:v>
                </c:pt>
                <c:pt idx="79">
                  <c:v>19</c:v>
                </c:pt>
                <c:pt idx="80">
                  <c:v>19</c:v>
                </c:pt>
                <c:pt idx="81">
                  <c:v>19.2</c:v>
                </c:pt>
                <c:pt idx="82">
                  <c:v>19.399999999999999</c:v>
                </c:pt>
                <c:pt idx="83">
                  <c:v>19.8</c:v>
                </c:pt>
                <c:pt idx="84">
                  <c:v>19.8</c:v>
                </c:pt>
                <c:pt idx="85">
                  <c:v>20</c:v>
                </c:pt>
                <c:pt idx="86">
                  <c:v>20.2</c:v>
                </c:pt>
                <c:pt idx="87">
                  <c:v>20.6</c:v>
                </c:pt>
                <c:pt idx="88">
                  <c:v>20.8</c:v>
                </c:pt>
                <c:pt idx="89">
                  <c:v>21.2</c:v>
                </c:pt>
                <c:pt idx="90">
                  <c:v>21.4</c:v>
                </c:pt>
                <c:pt idx="91">
                  <c:v>21.6</c:v>
                </c:pt>
                <c:pt idx="92">
                  <c:v>22</c:v>
                </c:pt>
                <c:pt idx="93">
                  <c:v>22.4</c:v>
                </c:pt>
                <c:pt idx="94">
                  <c:v>22.8</c:v>
                </c:pt>
                <c:pt idx="95">
                  <c:v>23</c:v>
                </c:pt>
                <c:pt idx="96">
                  <c:v>23.6</c:v>
                </c:pt>
                <c:pt idx="97">
                  <c:v>23.8</c:v>
                </c:pt>
                <c:pt idx="98">
                  <c:v>24.4</c:v>
                </c:pt>
                <c:pt idx="99">
                  <c:v>24.4</c:v>
                </c:pt>
                <c:pt idx="100">
                  <c:v>24.6</c:v>
                </c:pt>
                <c:pt idx="101">
                  <c:v>24.6</c:v>
                </c:pt>
                <c:pt idx="102">
                  <c:v>25</c:v>
                </c:pt>
                <c:pt idx="103">
                  <c:v>25</c:v>
                </c:pt>
                <c:pt idx="104">
                  <c:v>25.6</c:v>
                </c:pt>
                <c:pt idx="105">
                  <c:v>26</c:v>
                </c:pt>
                <c:pt idx="106">
                  <c:v>26.4</c:v>
                </c:pt>
                <c:pt idx="107">
                  <c:v>26.4</c:v>
                </c:pt>
                <c:pt idx="108">
                  <c:v>26.4</c:v>
                </c:pt>
                <c:pt idx="109">
                  <c:v>26.6</c:v>
                </c:pt>
                <c:pt idx="110">
                  <c:v>27.2</c:v>
                </c:pt>
                <c:pt idx="111">
                  <c:v>27.2</c:v>
                </c:pt>
                <c:pt idx="112">
                  <c:v>27.6</c:v>
                </c:pt>
                <c:pt idx="113">
                  <c:v>28</c:v>
                </c:pt>
                <c:pt idx="114">
                  <c:v>28.6</c:v>
                </c:pt>
                <c:pt idx="115">
                  <c:v>29</c:v>
                </c:pt>
                <c:pt idx="116">
                  <c:v>29</c:v>
                </c:pt>
                <c:pt idx="117">
                  <c:v>29</c:v>
                </c:pt>
                <c:pt idx="118">
                  <c:v>29.6</c:v>
                </c:pt>
                <c:pt idx="119">
                  <c:v>29.6</c:v>
                </c:pt>
                <c:pt idx="120">
                  <c:v>30.2</c:v>
                </c:pt>
                <c:pt idx="121">
                  <c:v>30.2</c:v>
                </c:pt>
                <c:pt idx="122">
                  <c:v>30.2</c:v>
                </c:pt>
                <c:pt idx="123">
                  <c:v>30.4</c:v>
                </c:pt>
                <c:pt idx="124">
                  <c:v>30.4</c:v>
                </c:pt>
                <c:pt idx="125">
                  <c:v>31.6</c:v>
                </c:pt>
                <c:pt idx="126">
                  <c:v>32.4</c:v>
                </c:pt>
                <c:pt idx="127">
                  <c:v>32.799999999999997</c:v>
                </c:pt>
                <c:pt idx="128">
                  <c:v>33.200000000000003</c:v>
                </c:pt>
                <c:pt idx="129">
                  <c:v>33.4</c:v>
                </c:pt>
                <c:pt idx="130">
                  <c:v>33.799999999999997</c:v>
                </c:pt>
                <c:pt idx="131">
                  <c:v>33.799999999999997</c:v>
                </c:pt>
                <c:pt idx="132">
                  <c:v>33.799999999999997</c:v>
                </c:pt>
                <c:pt idx="133">
                  <c:v>34.200000000000003</c:v>
                </c:pt>
                <c:pt idx="134">
                  <c:v>34.6</c:v>
                </c:pt>
                <c:pt idx="135">
                  <c:v>34.6</c:v>
                </c:pt>
                <c:pt idx="136">
                  <c:v>35</c:v>
                </c:pt>
                <c:pt idx="137">
                  <c:v>35.4</c:v>
                </c:pt>
                <c:pt idx="138">
                  <c:v>36</c:v>
                </c:pt>
                <c:pt idx="139">
                  <c:v>36</c:v>
                </c:pt>
                <c:pt idx="140">
                  <c:v>36.200000000000003</c:v>
                </c:pt>
                <c:pt idx="141">
                  <c:v>36.200000000000003</c:v>
                </c:pt>
                <c:pt idx="142">
                  <c:v>36.200000000000003</c:v>
                </c:pt>
                <c:pt idx="143">
                  <c:v>36.799999999999997</c:v>
                </c:pt>
                <c:pt idx="144">
                  <c:v>37</c:v>
                </c:pt>
                <c:pt idx="145">
                  <c:v>37.200000000000003</c:v>
                </c:pt>
                <c:pt idx="146">
                  <c:v>37.4</c:v>
                </c:pt>
                <c:pt idx="147">
                  <c:v>37.4</c:v>
                </c:pt>
                <c:pt idx="148">
                  <c:v>37.4</c:v>
                </c:pt>
                <c:pt idx="149">
                  <c:v>37.799999999999997</c:v>
                </c:pt>
                <c:pt idx="150">
                  <c:v>38</c:v>
                </c:pt>
                <c:pt idx="151">
                  <c:v>38.4</c:v>
                </c:pt>
                <c:pt idx="152">
                  <c:v>38.799999999999997</c:v>
                </c:pt>
                <c:pt idx="153">
                  <c:v>39.4</c:v>
                </c:pt>
                <c:pt idx="154">
                  <c:v>39.6</c:v>
                </c:pt>
                <c:pt idx="155">
                  <c:v>39.6</c:v>
                </c:pt>
                <c:pt idx="156">
                  <c:v>40</c:v>
                </c:pt>
                <c:pt idx="157">
                  <c:v>40</c:v>
                </c:pt>
                <c:pt idx="158">
                  <c:v>40.6</c:v>
                </c:pt>
                <c:pt idx="159">
                  <c:v>40.6</c:v>
                </c:pt>
                <c:pt idx="160">
                  <c:v>41.2</c:v>
                </c:pt>
                <c:pt idx="161">
                  <c:v>41.8</c:v>
                </c:pt>
                <c:pt idx="162">
                  <c:v>42.2</c:v>
                </c:pt>
                <c:pt idx="163">
                  <c:v>42.2</c:v>
                </c:pt>
                <c:pt idx="164">
                  <c:v>42.4</c:v>
                </c:pt>
                <c:pt idx="165">
                  <c:v>43.2</c:v>
                </c:pt>
                <c:pt idx="166">
                  <c:v>43.4</c:v>
                </c:pt>
                <c:pt idx="167">
                  <c:v>43.4</c:v>
                </c:pt>
                <c:pt idx="168">
                  <c:v>43.6</c:v>
                </c:pt>
                <c:pt idx="169">
                  <c:v>43.6</c:v>
                </c:pt>
                <c:pt idx="170">
                  <c:v>43.6</c:v>
                </c:pt>
                <c:pt idx="171">
                  <c:v>43.6</c:v>
                </c:pt>
                <c:pt idx="172">
                  <c:v>43.6</c:v>
                </c:pt>
                <c:pt idx="173">
                  <c:v>43.8</c:v>
                </c:pt>
                <c:pt idx="174">
                  <c:v>44</c:v>
                </c:pt>
                <c:pt idx="175">
                  <c:v>44</c:v>
                </c:pt>
                <c:pt idx="176">
                  <c:v>44.4</c:v>
                </c:pt>
                <c:pt idx="177">
                  <c:v>45.4</c:v>
                </c:pt>
                <c:pt idx="178">
                  <c:v>45.4</c:v>
                </c:pt>
                <c:pt idx="179">
                  <c:v>45.4</c:v>
                </c:pt>
                <c:pt idx="180">
                  <c:v>45.4</c:v>
                </c:pt>
                <c:pt idx="181">
                  <c:v>45.8</c:v>
                </c:pt>
                <c:pt idx="182">
                  <c:v>45.8</c:v>
                </c:pt>
                <c:pt idx="183">
                  <c:v>46.2</c:v>
                </c:pt>
                <c:pt idx="184">
                  <c:v>46.4</c:v>
                </c:pt>
                <c:pt idx="185">
                  <c:v>46.6</c:v>
                </c:pt>
                <c:pt idx="186">
                  <c:v>46.8</c:v>
                </c:pt>
                <c:pt idx="187">
                  <c:v>46.8</c:v>
                </c:pt>
                <c:pt idx="188">
                  <c:v>47</c:v>
                </c:pt>
                <c:pt idx="189">
                  <c:v>47.8</c:v>
                </c:pt>
                <c:pt idx="190">
                  <c:v>48</c:v>
                </c:pt>
                <c:pt idx="191">
                  <c:v>48</c:v>
                </c:pt>
                <c:pt idx="192">
                  <c:v>48.4</c:v>
                </c:pt>
                <c:pt idx="193">
                  <c:v>48.4</c:v>
                </c:pt>
                <c:pt idx="194">
                  <c:v>48.8</c:v>
                </c:pt>
                <c:pt idx="195">
                  <c:v>49</c:v>
                </c:pt>
                <c:pt idx="196">
                  <c:v>49.2</c:v>
                </c:pt>
                <c:pt idx="197">
                  <c:v>49.2</c:v>
                </c:pt>
                <c:pt idx="198">
                  <c:v>49.6</c:v>
                </c:pt>
                <c:pt idx="199">
                  <c:v>49.6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66-4CAC-AA86-796495D0D00A}"/>
            </c:ext>
          </c:extLst>
        </c:ser>
        <c:ser>
          <c:idx val="4"/>
          <c:order val="4"/>
          <c:tx>
            <c:strRef>
              <c:f>save1!$EY$1214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save1!$EY$1215:$EY$1414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0.4</c:v>
                </c:pt>
                <c:pt idx="15">
                  <c:v>0.4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0.8</c:v>
                </c:pt>
                <c:pt idx="20">
                  <c:v>0.8</c:v>
                </c:pt>
                <c:pt idx="21">
                  <c:v>1</c:v>
                </c:pt>
                <c:pt idx="22">
                  <c:v>1</c:v>
                </c:pt>
                <c:pt idx="23">
                  <c:v>1.4</c:v>
                </c:pt>
                <c:pt idx="24">
                  <c:v>1.4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2.2000000000000002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2.2000000000000002</c:v>
                </c:pt>
                <c:pt idx="42">
                  <c:v>2.2000000000000002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2.4</c:v>
                </c:pt>
                <c:pt idx="49">
                  <c:v>2.4</c:v>
                </c:pt>
                <c:pt idx="50">
                  <c:v>2.6</c:v>
                </c:pt>
                <c:pt idx="51">
                  <c:v>2.6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2.8</c:v>
                </c:pt>
                <c:pt idx="59">
                  <c:v>2.8</c:v>
                </c:pt>
                <c:pt idx="60">
                  <c:v>3</c:v>
                </c:pt>
                <c:pt idx="61">
                  <c:v>3.2</c:v>
                </c:pt>
                <c:pt idx="62">
                  <c:v>3.2</c:v>
                </c:pt>
                <c:pt idx="63">
                  <c:v>3.2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3.4</c:v>
                </c:pt>
                <c:pt idx="68">
                  <c:v>3.4</c:v>
                </c:pt>
                <c:pt idx="69">
                  <c:v>3.4</c:v>
                </c:pt>
                <c:pt idx="70">
                  <c:v>3.6</c:v>
                </c:pt>
                <c:pt idx="71">
                  <c:v>3.6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3.6</c:v>
                </c:pt>
                <c:pt idx="76">
                  <c:v>3.6</c:v>
                </c:pt>
                <c:pt idx="77">
                  <c:v>3.6</c:v>
                </c:pt>
                <c:pt idx="78">
                  <c:v>3.6</c:v>
                </c:pt>
                <c:pt idx="79">
                  <c:v>3.6</c:v>
                </c:pt>
                <c:pt idx="80">
                  <c:v>3.8</c:v>
                </c:pt>
                <c:pt idx="81">
                  <c:v>3.8</c:v>
                </c:pt>
                <c:pt idx="82">
                  <c:v>3.8</c:v>
                </c:pt>
                <c:pt idx="83">
                  <c:v>3.8</c:v>
                </c:pt>
                <c:pt idx="84">
                  <c:v>3.8</c:v>
                </c:pt>
                <c:pt idx="85">
                  <c:v>3.8</c:v>
                </c:pt>
                <c:pt idx="86">
                  <c:v>3.8</c:v>
                </c:pt>
                <c:pt idx="87">
                  <c:v>3.8</c:v>
                </c:pt>
                <c:pt idx="88">
                  <c:v>3.8</c:v>
                </c:pt>
                <c:pt idx="89">
                  <c:v>4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4.4000000000000004</c:v>
                </c:pt>
                <c:pt idx="96">
                  <c:v>4.4000000000000004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4.5999999999999996</c:v>
                </c:pt>
                <c:pt idx="104">
                  <c:v>4.5999999999999996</c:v>
                </c:pt>
                <c:pt idx="105">
                  <c:v>4.5999999999999996</c:v>
                </c:pt>
                <c:pt idx="106">
                  <c:v>4.8</c:v>
                </c:pt>
                <c:pt idx="107">
                  <c:v>4.8</c:v>
                </c:pt>
                <c:pt idx="108">
                  <c:v>4.8</c:v>
                </c:pt>
                <c:pt idx="109">
                  <c:v>4.8</c:v>
                </c:pt>
                <c:pt idx="110">
                  <c:v>5</c:v>
                </c:pt>
                <c:pt idx="111">
                  <c:v>5</c:v>
                </c:pt>
                <c:pt idx="112">
                  <c:v>5.4</c:v>
                </c:pt>
                <c:pt idx="113">
                  <c:v>5.4</c:v>
                </c:pt>
                <c:pt idx="114">
                  <c:v>5.4</c:v>
                </c:pt>
                <c:pt idx="115">
                  <c:v>5.6</c:v>
                </c:pt>
                <c:pt idx="116">
                  <c:v>5.6</c:v>
                </c:pt>
                <c:pt idx="117">
                  <c:v>5.6</c:v>
                </c:pt>
                <c:pt idx="118">
                  <c:v>5.6</c:v>
                </c:pt>
                <c:pt idx="119">
                  <c:v>5.6</c:v>
                </c:pt>
                <c:pt idx="120">
                  <c:v>5.6</c:v>
                </c:pt>
                <c:pt idx="121">
                  <c:v>5.6</c:v>
                </c:pt>
                <c:pt idx="122">
                  <c:v>5.8</c:v>
                </c:pt>
                <c:pt idx="123">
                  <c:v>5.8</c:v>
                </c:pt>
                <c:pt idx="124">
                  <c:v>5.8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6.2</c:v>
                </c:pt>
                <c:pt idx="137">
                  <c:v>6.2</c:v>
                </c:pt>
                <c:pt idx="138">
                  <c:v>6.2</c:v>
                </c:pt>
                <c:pt idx="139">
                  <c:v>6.2</c:v>
                </c:pt>
                <c:pt idx="140">
                  <c:v>6.2</c:v>
                </c:pt>
                <c:pt idx="141">
                  <c:v>6.4</c:v>
                </c:pt>
                <c:pt idx="142">
                  <c:v>6.4</c:v>
                </c:pt>
                <c:pt idx="143">
                  <c:v>6.4</c:v>
                </c:pt>
                <c:pt idx="144">
                  <c:v>6.4</c:v>
                </c:pt>
                <c:pt idx="145">
                  <c:v>6.4</c:v>
                </c:pt>
                <c:pt idx="146">
                  <c:v>6.6</c:v>
                </c:pt>
                <c:pt idx="147">
                  <c:v>6.8</c:v>
                </c:pt>
                <c:pt idx="148">
                  <c:v>7</c:v>
                </c:pt>
                <c:pt idx="149">
                  <c:v>7</c:v>
                </c:pt>
                <c:pt idx="150">
                  <c:v>7</c:v>
                </c:pt>
                <c:pt idx="151">
                  <c:v>7.2</c:v>
                </c:pt>
                <c:pt idx="152">
                  <c:v>7.4</c:v>
                </c:pt>
                <c:pt idx="153">
                  <c:v>7.4</c:v>
                </c:pt>
                <c:pt idx="154">
                  <c:v>7.6</c:v>
                </c:pt>
                <c:pt idx="155">
                  <c:v>7.6</c:v>
                </c:pt>
                <c:pt idx="156">
                  <c:v>7.6</c:v>
                </c:pt>
                <c:pt idx="157">
                  <c:v>7.6</c:v>
                </c:pt>
                <c:pt idx="158">
                  <c:v>7.6</c:v>
                </c:pt>
                <c:pt idx="159">
                  <c:v>7.6</c:v>
                </c:pt>
                <c:pt idx="160">
                  <c:v>7.6</c:v>
                </c:pt>
                <c:pt idx="161">
                  <c:v>7.6</c:v>
                </c:pt>
                <c:pt idx="162">
                  <c:v>7.8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7.8</c:v>
                </c:pt>
                <c:pt idx="171">
                  <c:v>7.8</c:v>
                </c:pt>
                <c:pt idx="172">
                  <c:v>7.8</c:v>
                </c:pt>
                <c:pt idx="173">
                  <c:v>8</c:v>
                </c:pt>
                <c:pt idx="174">
                  <c:v>8</c:v>
                </c:pt>
                <c:pt idx="175">
                  <c:v>8</c:v>
                </c:pt>
                <c:pt idx="176">
                  <c:v>8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8.6</c:v>
                </c:pt>
                <c:pt idx="183">
                  <c:v>8.6</c:v>
                </c:pt>
                <c:pt idx="184">
                  <c:v>8.6</c:v>
                </c:pt>
                <c:pt idx="185">
                  <c:v>8.8000000000000007</c:v>
                </c:pt>
                <c:pt idx="186">
                  <c:v>8.8000000000000007</c:v>
                </c:pt>
                <c:pt idx="187">
                  <c:v>8.8000000000000007</c:v>
                </c:pt>
                <c:pt idx="188">
                  <c:v>9</c:v>
                </c:pt>
                <c:pt idx="189">
                  <c:v>9</c:v>
                </c:pt>
                <c:pt idx="190">
                  <c:v>9.1999999999999993</c:v>
                </c:pt>
                <c:pt idx="191">
                  <c:v>9.6</c:v>
                </c:pt>
                <c:pt idx="192">
                  <c:v>9.6</c:v>
                </c:pt>
                <c:pt idx="193">
                  <c:v>9.6</c:v>
                </c:pt>
                <c:pt idx="194">
                  <c:v>9.6</c:v>
                </c:pt>
                <c:pt idx="195">
                  <c:v>9.6</c:v>
                </c:pt>
                <c:pt idx="196">
                  <c:v>9.6</c:v>
                </c:pt>
                <c:pt idx="197">
                  <c:v>9.6</c:v>
                </c:pt>
                <c:pt idx="198">
                  <c:v>9.6</c:v>
                </c:pt>
                <c:pt idx="199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866-4CAC-AA86-796495D0D00A}"/>
            </c:ext>
          </c:extLst>
        </c:ser>
        <c:ser>
          <c:idx val="5"/>
          <c:order val="5"/>
          <c:tx>
            <c:strRef>
              <c:f>save1!$EZ$1214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save1!$EZ$1215:$EZ$1414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1</c:v>
                </c:pt>
                <c:pt idx="3">
                  <c:v>1.2</c:v>
                </c:pt>
                <c:pt idx="4">
                  <c:v>1.8</c:v>
                </c:pt>
                <c:pt idx="5">
                  <c:v>2.4</c:v>
                </c:pt>
                <c:pt idx="6">
                  <c:v>2.8</c:v>
                </c:pt>
                <c:pt idx="7">
                  <c:v>3.2</c:v>
                </c:pt>
                <c:pt idx="8">
                  <c:v>4</c:v>
                </c:pt>
                <c:pt idx="9">
                  <c:v>4.5999999999999996</c:v>
                </c:pt>
                <c:pt idx="10">
                  <c:v>5</c:v>
                </c:pt>
                <c:pt idx="11">
                  <c:v>5</c:v>
                </c:pt>
                <c:pt idx="12">
                  <c:v>5.2</c:v>
                </c:pt>
                <c:pt idx="13">
                  <c:v>5.6</c:v>
                </c:pt>
                <c:pt idx="14">
                  <c:v>6</c:v>
                </c:pt>
                <c:pt idx="15">
                  <c:v>6</c:v>
                </c:pt>
                <c:pt idx="16">
                  <c:v>6.4</c:v>
                </c:pt>
                <c:pt idx="17">
                  <c:v>6.6</c:v>
                </c:pt>
                <c:pt idx="18">
                  <c:v>7</c:v>
                </c:pt>
                <c:pt idx="19">
                  <c:v>7.4</c:v>
                </c:pt>
                <c:pt idx="20">
                  <c:v>7.8</c:v>
                </c:pt>
                <c:pt idx="21">
                  <c:v>8.1999999999999993</c:v>
                </c:pt>
                <c:pt idx="22">
                  <c:v>8.4</c:v>
                </c:pt>
                <c:pt idx="23">
                  <c:v>8.8000000000000007</c:v>
                </c:pt>
                <c:pt idx="24">
                  <c:v>9</c:v>
                </c:pt>
                <c:pt idx="25">
                  <c:v>9</c:v>
                </c:pt>
                <c:pt idx="26">
                  <c:v>9</c:v>
                </c:pt>
                <c:pt idx="27">
                  <c:v>9.1999999999999993</c:v>
                </c:pt>
                <c:pt idx="28">
                  <c:v>9.8000000000000007</c:v>
                </c:pt>
                <c:pt idx="29">
                  <c:v>10.199999999999999</c:v>
                </c:pt>
                <c:pt idx="30">
                  <c:v>10.6</c:v>
                </c:pt>
                <c:pt idx="31">
                  <c:v>11</c:v>
                </c:pt>
                <c:pt idx="32">
                  <c:v>11.6</c:v>
                </c:pt>
                <c:pt idx="33">
                  <c:v>11.8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13</c:v>
                </c:pt>
                <c:pt idx="38">
                  <c:v>13</c:v>
                </c:pt>
                <c:pt idx="39">
                  <c:v>13.2</c:v>
                </c:pt>
                <c:pt idx="40">
                  <c:v>13.2</c:v>
                </c:pt>
                <c:pt idx="41">
                  <c:v>13.6</c:v>
                </c:pt>
                <c:pt idx="42">
                  <c:v>14.2</c:v>
                </c:pt>
                <c:pt idx="43">
                  <c:v>14.6</c:v>
                </c:pt>
                <c:pt idx="44">
                  <c:v>14.6</c:v>
                </c:pt>
                <c:pt idx="45">
                  <c:v>15</c:v>
                </c:pt>
                <c:pt idx="46">
                  <c:v>15.8</c:v>
                </c:pt>
                <c:pt idx="47">
                  <c:v>16.2</c:v>
                </c:pt>
                <c:pt idx="48">
                  <c:v>16.600000000000001</c:v>
                </c:pt>
                <c:pt idx="49">
                  <c:v>16.8</c:v>
                </c:pt>
                <c:pt idx="50">
                  <c:v>17.2</c:v>
                </c:pt>
                <c:pt idx="51">
                  <c:v>17.8</c:v>
                </c:pt>
                <c:pt idx="52">
                  <c:v>18</c:v>
                </c:pt>
                <c:pt idx="53">
                  <c:v>18.2</c:v>
                </c:pt>
                <c:pt idx="54">
                  <c:v>18.399999999999999</c:v>
                </c:pt>
                <c:pt idx="55">
                  <c:v>19.2</c:v>
                </c:pt>
                <c:pt idx="56">
                  <c:v>19.600000000000001</c:v>
                </c:pt>
                <c:pt idx="57">
                  <c:v>20</c:v>
                </c:pt>
                <c:pt idx="58">
                  <c:v>20.6</c:v>
                </c:pt>
                <c:pt idx="59">
                  <c:v>21.2</c:v>
                </c:pt>
                <c:pt idx="60">
                  <c:v>21.8</c:v>
                </c:pt>
                <c:pt idx="61">
                  <c:v>22.2</c:v>
                </c:pt>
                <c:pt idx="62">
                  <c:v>22.4</c:v>
                </c:pt>
                <c:pt idx="63">
                  <c:v>22.6</c:v>
                </c:pt>
                <c:pt idx="64">
                  <c:v>22.8</c:v>
                </c:pt>
                <c:pt idx="65">
                  <c:v>23</c:v>
                </c:pt>
                <c:pt idx="66">
                  <c:v>23.6</c:v>
                </c:pt>
                <c:pt idx="67">
                  <c:v>24</c:v>
                </c:pt>
                <c:pt idx="68">
                  <c:v>24.4</c:v>
                </c:pt>
                <c:pt idx="69">
                  <c:v>24.4</c:v>
                </c:pt>
                <c:pt idx="70">
                  <c:v>25</c:v>
                </c:pt>
                <c:pt idx="71">
                  <c:v>25.4</c:v>
                </c:pt>
                <c:pt idx="72">
                  <c:v>25.8</c:v>
                </c:pt>
                <c:pt idx="73">
                  <c:v>26.2</c:v>
                </c:pt>
                <c:pt idx="74">
                  <c:v>26.4</c:v>
                </c:pt>
                <c:pt idx="75">
                  <c:v>27</c:v>
                </c:pt>
                <c:pt idx="76">
                  <c:v>27.4</c:v>
                </c:pt>
                <c:pt idx="77">
                  <c:v>27.4</c:v>
                </c:pt>
                <c:pt idx="78">
                  <c:v>27.8</c:v>
                </c:pt>
                <c:pt idx="79">
                  <c:v>28.4</c:v>
                </c:pt>
                <c:pt idx="80">
                  <c:v>28.8</c:v>
                </c:pt>
                <c:pt idx="81">
                  <c:v>29</c:v>
                </c:pt>
                <c:pt idx="82">
                  <c:v>29.2</c:v>
                </c:pt>
                <c:pt idx="83">
                  <c:v>29.4</c:v>
                </c:pt>
                <c:pt idx="84">
                  <c:v>29.4</c:v>
                </c:pt>
                <c:pt idx="85">
                  <c:v>29.6</c:v>
                </c:pt>
                <c:pt idx="86">
                  <c:v>30</c:v>
                </c:pt>
                <c:pt idx="87">
                  <c:v>30.2</c:v>
                </c:pt>
                <c:pt idx="88">
                  <c:v>30.6</c:v>
                </c:pt>
                <c:pt idx="89">
                  <c:v>31.4</c:v>
                </c:pt>
                <c:pt idx="90">
                  <c:v>32.200000000000003</c:v>
                </c:pt>
                <c:pt idx="91">
                  <c:v>32.200000000000003</c:v>
                </c:pt>
                <c:pt idx="92">
                  <c:v>32.6</c:v>
                </c:pt>
                <c:pt idx="93">
                  <c:v>33.200000000000003</c:v>
                </c:pt>
                <c:pt idx="94">
                  <c:v>33.4</c:v>
                </c:pt>
                <c:pt idx="95">
                  <c:v>33.799999999999997</c:v>
                </c:pt>
                <c:pt idx="96">
                  <c:v>34.200000000000003</c:v>
                </c:pt>
                <c:pt idx="97">
                  <c:v>34.799999999999997</c:v>
                </c:pt>
                <c:pt idx="98">
                  <c:v>35.4</c:v>
                </c:pt>
                <c:pt idx="99">
                  <c:v>35.4</c:v>
                </c:pt>
                <c:pt idx="100">
                  <c:v>35.6</c:v>
                </c:pt>
                <c:pt idx="101">
                  <c:v>35.799999999999997</c:v>
                </c:pt>
                <c:pt idx="102">
                  <c:v>36.4</c:v>
                </c:pt>
                <c:pt idx="103">
                  <c:v>36.6</c:v>
                </c:pt>
                <c:pt idx="104">
                  <c:v>37.4</c:v>
                </c:pt>
                <c:pt idx="105">
                  <c:v>37.799999999999997</c:v>
                </c:pt>
                <c:pt idx="106">
                  <c:v>38.4</c:v>
                </c:pt>
                <c:pt idx="107">
                  <c:v>38.6</c:v>
                </c:pt>
                <c:pt idx="108">
                  <c:v>39.200000000000003</c:v>
                </c:pt>
                <c:pt idx="109">
                  <c:v>39.4</c:v>
                </c:pt>
                <c:pt idx="110">
                  <c:v>40.200000000000003</c:v>
                </c:pt>
                <c:pt idx="111">
                  <c:v>40.200000000000003</c:v>
                </c:pt>
                <c:pt idx="112">
                  <c:v>41</c:v>
                </c:pt>
                <c:pt idx="113">
                  <c:v>41.4</c:v>
                </c:pt>
                <c:pt idx="114">
                  <c:v>42.2</c:v>
                </c:pt>
                <c:pt idx="115">
                  <c:v>42.6</c:v>
                </c:pt>
                <c:pt idx="116">
                  <c:v>43</c:v>
                </c:pt>
                <c:pt idx="117">
                  <c:v>43</c:v>
                </c:pt>
                <c:pt idx="118">
                  <c:v>43.2</c:v>
                </c:pt>
                <c:pt idx="119">
                  <c:v>43.4</c:v>
                </c:pt>
                <c:pt idx="120">
                  <c:v>44</c:v>
                </c:pt>
                <c:pt idx="121">
                  <c:v>44</c:v>
                </c:pt>
                <c:pt idx="122">
                  <c:v>44.4</c:v>
                </c:pt>
                <c:pt idx="123">
                  <c:v>45</c:v>
                </c:pt>
                <c:pt idx="124">
                  <c:v>45.2</c:v>
                </c:pt>
                <c:pt idx="125">
                  <c:v>46.4</c:v>
                </c:pt>
                <c:pt idx="126">
                  <c:v>46.8</c:v>
                </c:pt>
                <c:pt idx="127">
                  <c:v>47.2</c:v>
                </c:pt>
                <c:pt idx="128">
                  <c:v>48.2</c:v>
                </c:pt>
                <c:pt idx="129">
                  <c:v>48.4</c:v>
                </c:pt>
                <c:pt idx="130">
                  <c:v>49.2</c:v>
                </c:pt>
                <c:pt idx="131">
                  <c:v>49.2</c:v>
                </c:pt>
                <c:pt idx="132">
                  <c:v>49.6</c:v>
                </c:pt>
                <c:pt idx="133">
                  <c:v>50.2</c:v>
                </c:pt>
                <c:pt idx="134">
                  <c:v>50.8</c:v>
                </c:pt>
                <c:pt idx="135">
                  <c:v>51.2</c:v>
                </c:pt>
                <c:pt idx="136">
                  <c:v>51.4</c:v>
                </c:pt>
                <c:pt idx="137">
                  <c:v>51.8</c:v>
                </c:pt>
                <c:pt idx="138">
                  <c:v>52.2</c:v>
                </c:pt>
                <c:pt idx="139">
                  <c:v>52.4</c:v>
                </c:pt>
                <c:pt idx="140">
                  <c:v>53</c:v>
                </c:pt>
                <c:pt idx="141">
                  <c:v>53.6</c:v>
                </c:pt>
                <c:pt idx="142">
                  <c:v>53.6</c:v>
                </c:pt>
                <c:pt idx="143">
                  <c:v>54</c:v>
                </c:pt>
                <c:pt idx="144">
                  <c:v>54.2</c:v>
                </c:pt>
                <c:pt idx="145">
                  <c:v>54.6</c:v>
                </c:pt>
                <c:pt idx="146">
                  <c:v>55.2</c:v>
                </c:pt>
                <c:pt idx="147">
                  <c:v>55.4</c:v>
                </c:pt>
                <c:pt idx="148">
                  <c:v>55.6</c:v>
                </c:pt>
                <c:pt idx="149">
                  <c:v>56</c:v>
                </c:pt>
                <c:pt idx="150">
                  <c:v>56</c:v>
                </c:pt>
                <c:pt idx="151">
                  <c:v>56.2</c:v>
                </c:pt>
                <c:pt idx="152">
                  <c:v>56.8</c:v>
                </c:pt>
                <c:pt idx="153">
                  <c:v>57.2</c:v>
                </c:pt>
                <c:pt idx="154">
                  <c:v>57.6</c:v>
                </c:pt>
                <c:pt idx="155">
                  <c:v>58</c:v>
                </c:pt>
                <c:pt idx="156">
                  <c:v>58.6</c:v>
                </c:pt>
                <c:pt idx="157">
                  <c:v>59.2</c:v>
                </c:pt>
                <c:pt idx="158">
                  <c:v>59.4</c:v>
                </c:pt>
                <c:pt idx="159">
                  <c:v>59.6</c:v>
                </c:pt>
                <c:pt idx="160">
                  <c:v>59.8</c:v>
                </c:pt>
                <c:pt idx="161">
                  <c:v>60.4</c:v>
                </c:pt>
                <c:pt idx="162">
                  <c:v>60.6</c:v>
                </c:pt>
                <c:pt idx="163">
                  <c:v>61</c:v>
                </c:pt>
                <c:pt idx="164">
                  <c:v>61.6</c:v>
                </c:pt>
                <c:pt idx="165">
                  <c:v>62</c:v>
                </c:pt>
                <c:pt idx="166">
                  <c:v>62.4</c:v>
                </c:pt>
                <c:pt idx="167">
                  <c:v>62.6</c:v>
                </c:pt>
                <c:pt idx="168">
                  <c:v>62.8</c:v>
                </c:pt>
                <c:pt idx="169">
                  <c:v>63</c:v>
                </c:pt>
                <c:pt idx="170">
                  <c:v>63.2</c:v>
                </c:pt>
                <c:pt idx="171">
                  <c:v>63.4</c:v>
                </c:pt>
                <c:pt idx="172">
                  <c:v>64</c:v>
                </c:pt>
                <c:pt idx="173">
                  <c:v>64.400000000000006</c:v>
                </c:pt>
                <c:pt idx="174">
                  <c:v>65</c:v>
                </c:pt>
                <c:pt idx="175">
                  <c:v>66</c:v>
                </c:pt>
                <c:pt idx="176">
                  <c:v>66.400000000000006</c:v>
                </c:pt>
                <c:pt idx="177">
                  <c:v>67.2</c:v>
                </c:pt>
                <c:pt idx="178">
                  <c:v>67.400000000000006</c:v>
                </c:pt>
                <c:pt idx="179">
                  <c:v>67.599999999999994</c:v>
                </c:pt>
                <c:pt idx="180">
                  <c:v>67.8</c:v>
                </c:pt>
                <c:pt idx="181">
                  <c:v>68.400000000000006</c:v>
                </c:pt>
                <c:pt idx="182">
                  <c:v>69</c:v>
                </c:pt>
                <c:pt idx="183">
                  <c:v>69.400000000000006</c:v>
                </c:pt>
                <c:pt idx="184">
                  <c:v>69.599999999999994</c:v>
                </c:pt>
                <c:pt idx="185">
                  <c:v>70.2</c:v>
                </c:pt>
                <c:pt idx="186">
                  <c:v>70.599999999999994</c:v>
                </c:pt>
                <c:pt idx="187">
                  <c:v>71</c:v>
                </c:pt>
                <c:pt idx="188">
                  <c:v>71.8</c:v>
                </c:pt>
                <c:pt idx="189">
                  <c:v>72.599999999999994</c:v>
                </c:pt>
                <c:pt idx="190">
                  <c:v>73</c:v>
                </c:pt>
                <c:pt idx="191">
                  <c:v>73.8</c:v>
                </c:pt>
                <c:pt idx="192">
                  <c:v>74</c:v>
                </c:pt>
                <c:pt idx="193">
                  <c:v>74</c:v>
                </c:pt>
                <c:pt idx="194">
                  <c:v>74.400000000000006</c:v>
                </c:pt>
                <c:pt idx="195">
                  <c:v>74.8</c:v>
                </c:pt>
                <c:pt idx="196">
                  <c:v>75</c:v>
                </c:pt>
                <c:pt idx="197">
                  <c:v>75</c:v>
                </c:pt>
                <c:pt idx="198">
                  <c:v>75.400000000000006</c:v>
                </c:pt>
                <c:pt idx="199">
                  <c:v>75.400000000000006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866-4CAC-AA86-796495D0D00A}"/>
            </c:ext>
          </c:extLst>
        </c:ser>
        <c:ser>
          <c:idx val="6"/>
          <c:order val="6"/>
          <c:tx>
            <c:strRef>
              <c:f>save1!$FA$1214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save1!$FA$1215:$FA$1414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2.2000000000000002</c:v>
                </c:pt>
                <c:pt idx="78">
                  <c:v>2.2000000000000002</c:v>
                </c:pt>
                <c:pt idx="79">
                  <c:v>2.2000000000000002</c:v>
                </c:pt>
                <c:pt idx="80">
                  <c:v>2.2000000000000002</c:v>
                </c:pt>
                <c:pt idx="81">
                  <c:v>2.4</c:v>
                </c:pt>
                <c:pt idx="82">
                  <c:v>2.6</c:v>
                </c:pt>
                <c:pt idx="83">
                  <c:v>2.6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3.2</c:v>
                </c:pt>
                <c:pt idx="99">
                  <c:v>3.4</c:v>
                </c:pt>
                <c:pt idx="100">
                  <c:v>3.4</c:v>
                </c:pt>
                <c:pt idx="101">
                  <c:v>3.4</c:v>
                </c:pt>
                <c:pt idx="102">
                  <c:v>3.4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</c:v>
                </c:pt>
                <c:pt idx="107">
                  <c:v>4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4.2</c:v>
                </c:pt>
                <c:pt idx="112">
                  <c:v>4.2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4.2</c:v>
                </c:pt>
                <c:pt idx="121">
                  <c:v>4.2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4.5999999999999996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5.2</c:v>
                </c:pt>
                <c:pt idx="136">
                  <c:v>5.2</c:v>
                </c:pt>
                <c:pt idx="137">
                  <c:v>5.2</c:v>
                </c:pt>
                <c:pt idx="138">
                  <c:v>5.2</c:v>
                </c:pt>
                <c:pt idx="139">
                  <c:v>5.2</c:v>
                </c:pt>
                <c:pt idx="140">
                  <c:v>5.2</c:v>
                </c:pt>
                <c:pt idx="141">
                  <c:v>5.4</c:v>
                </c:pt>
                <c:pt idx="142">
                  <c:v>5.4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5.4</c:v>
                </c:pt>
                <c:pt idx="149">
                  <c:v>5.4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5.8</c:v>
                </c:pt>
                <c:pt idx="162">
                  <c:v>5.8</c:v>
                </c:pt>
                <c:pt idx="163">
                  <c:v>6</c:v>
                </c:pt>
                <c:pt idx="164">
                  <c:v>6.2</c:v>
                </c:pt>
                <c:pt idx="165">
                  <c:v>6.2</c:v>
                </c:pt>
                <c:pt idx="166">
                  <c:v>6.2</c:v>
                </c:pt>
                <c:pt idx="167">
                  <c:v>6.2</c:v>
                </c:pt>
                <c:pt idx="168">
                  <c:v>6.4</c:v>
                </c:pt>
                <c:pt idx="169">
                  <c:v>6.4</c:v>
                </c:pt>
                <c:pt idx="170">
                  <c:v>6.4</c:v>
                </c:pt>
                <c:pt idx="171">
                  <c:v>6.4</c:v>
                </c:pt>
                <c:pt idx="172">
                  <c:v>6.4</c:v>
                </c:pt>
                <c:pt idx="173">
                  <c:v>6.4</c:v>
                </c:pt>
                <c:pt idx="174">
                  <c:v>6.6</c:v>
                </c:pt>
                <c:pt idx="175">
                  <c:v>6.8</c:v>
                </c:pt>
                <c:pt idx="176">
                  <c:v>7</c:v>
                </c:pt>
                <c:pt idx="177">
                  <c:v>7</c:v>
                </c:pt>
                <c:pt idx="178">
                  <c:v>7</c:v>
                </c:pt>
                <c:pt idx="179">
                  <c:v>7</c:v>
                </c:pt>
                <c:pt idx="180">
                  <c:v>7</c:v>
                </c:pt>
                <c:pt idx="181">
                  <c:v>7</c:v>
                </c:pt>
                <c:pt idx="182">
                  <c:v>7</c:v>
                </c:pt>
                <c:pt idx="183">
                  <c:v>7</c:v>
                </c:pt>
                <c:pt idx="184">
                  <c:v>7</c:v>
                </c:pt>
                <c:pt idx="185">
                  <c:v>7</c:v>
                </c:pt>
                <c:pt idx="186">
                  <c:v>7</c:v>
                </c:pt>
                <c:pt idx="187">
                  <c:v>7</c:v>
                </c:pt>
                <c:pt idx="188">
                  <c:v>7</c:v>
                </c:pt>
                <c:pt idx="189">
                  <c:v>7</c:v>
                </c:pt>
                <c:pt idx="190">
                  <c:v>7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866-4CAC-AA86-796495D0D00A}"/>
            </c:ext>
          </c:extLst>
        </c:ser>
        <c:ser>
          <c:idx val="7"/>
          <c:order val="7"/>
          <c:tx>
            <c:strRef>
              <c:f>save1!$FB$1214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save1!$FB$1215:$FB$1414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1.2</c:v>
                </c:pt>
                <c:pt idx="99">
                  <c:v>1.2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1.2</c:v>
                </c:pt>
                <c:pt idx="117">
                  <c:v>1.2</c:v>
                </c:pt>
                <c:pt idx="118">
                  <c:v>1.2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1.4</c:v>
                </c:pt>
                <c:pt idx="127">
                  <c:v>1.4</c:v>
                </c:pt>
                <c:pt idx="128">
                  <c:v>1.4</c:v>
                </c:pt>
                <c:pt idx="129">
                  <c:v>1.4</c:v>
                </c:pt>
                <c:pt idx="130">
                  <c:v>1.4</c:v>
                </c:pt>
                <c:pt idx="131">
                  <c:v>1.4</c:v>
                </c:pt>
                <c:pt idx="132">
                  <c:v>1.4</c:v>
                </c:pt>
                <c:pt idx="133">
                  <c:v>1.4</c:v>
                </c:pt>
                <c:pt idx="134">
                  <c:v>1.4</c:v>
                </c:pt>
                <c:pt idx="135">
                  <c:v>1.4</c:v>
                </c:pt>
                <c:pt idx="136">
                  <c:v>1.4</c:v>
                </c:pt>
                <c:pt idx="137">
                  <c:v>1.4</c:v>
                </c:pt>
                <c:pt idx="138">
                  <c:v>1.4</c:v>
                </c:pt>
                <c:pt idx="139">
                  <c:v>1.4</c:v>
                </c:pt>
                <c:pt idx="140">
                  <c:v>1.4</c:v>
                </c:pt>
                <c:pt idx="141">
                  <c:v>1.4</c:v>
                </c:pt>
                <c:pt idx="142">
                  <c:v>1.4</c:v>
                </c:pt>
                <c:pt idx="143">
                  <c:v>1.4</c:v>
                </c:pt>
                <c:pt idx="144">
                  <c:v>1.4</c:v>
                </c:pt>
                <c:pt idx="145">
                  <c:v>1.4</c:v>
                </c:pt>
                <c:pt idx="146">
                  <c:v>1.4</c:v>
                </c:pt>
                <c:pt idx="147">
                  <c:v>1.4</c:v>
                </c:pt>
                <c:pt idx="148">
                  <c:v>1.4</c:v>
                </c:pt>
                <c:pt idx="149">
                  <c:v>1.4</c:v>
                </c:pt>
                <c:pt idx="150">
                  <c:v>1.4</c:v>
                </c:pt>
                <c:pt idx="151">
                  <c:v>1.4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1.4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7866-4CAC-AA86-796495D0D00A}"/>
            </c:ext>
          </c:extLst>
        </c:ser>
        <c:ser>
          <c:idx val="8"/>
          <c:order val="8"/>
          <c:tx>
            <c:strRef>
              <c:f>save1!$FC$1214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save1!$FC$1215:$FC$1414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7866-4CAC-AA86-796495D0D00A}"/>
            </c:ext>
          </c:extLst>
        </c:ser>
        <c:ser>
          <c:idx val="9"/>
          <c:order val="9"/>
          <c:tx>
            <c:strRef>
              <c:f>save1!$FD$1214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save1!$FD$1215:$FD$1414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0.8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1.2</c:v>
                </c:pt>
                <c:pt idx="58">
                  <c:v>1.2</c:v>
                </c:pt>
                <c:pt idx="59">
                  <c:v>1.2</c:v>
                </c:pt>
                <c:pt idx="60">
                  <c:v>1.4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2.4</c:v>
                </c:pt>
                <c:pt idx="94">
                  <c:v>2.4</c:v>
                </c:pt>
                <c:pt idx="95">
                  <c:v>2.6</c:v>
                </c:pt>
                <c:pt idx="96">
                  <c:v>2.6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3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3.2</c:v>
                </c:pt>
                <c:pt idx="115">
                  <c:v>3.2</c:v>
                </c:pt>
                <c:pt idx="116">
                  <c:v>3.2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3.4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3.8</c:v>
                </c:pt>
                <c:pt idx="127">
                  <c:v>3.8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4.8</c:v>
                </c:pt>
                <c:pt idx="143">
                  <c:v>4.8</c:v>
                </c:pt>
                <c:pt idx="144">
                  <c:v>4.8</c:v>
                </c:pt>
                <c:pt idx="145">
                  <c:v>4.8</c:v>
                </c:pt>
                <c:pt idx="146">
                  <c:v>4.8</c:v>
                </c:pt>
                <c:pt idx="147">
                  <c:v>4.8</c:v>
                </c:pt>
                <c:pt idx="148">
                  <c:v>4.8</c:v>
                </c:pt>
                <c:pt idx="149">
                  <c:v>4.8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4.8</c:v>
                </c:pt>
                <c:pt idx="154">
                  <c:v>4.8</c:v>
                </c:pt>
                <c:pt idx="155">
                  <c:v>4.8</c:v>
                </c:pt>
                <c:pt idx="156">
                  <c:v>5</c:v>
                </c:pt>
                <c:pt idx="157">
                  <c:v>5.2</c:v>
                </c:pt>
                <c:pt idx="158">
                  <c:v>5.2</c:v>
                </c:pt>
                <c:pt idx="159">
                  <c:v>5.2</c:v>
                </c:pt>
                <c:pt idx="160">
                  <c:v>5.2</c:v>
                </c:pt>
                <c:pt idx="161">
                  <c:v>5.2</c:v>
                </c:pt>
                <c:pt idx="162">
                  <c:v>5.2</c:v>
                </c:pt>
                <c:pt idx="163">
                  <c:v>5.4</c:v>
                </c:pt>
                <c:pt idx="164">
                  <c:v>5.6</c:v>
                </c:pt>
                <c:pt idx="165">
                  <c:v>5.6</c:v>
                </c:pt>
                <c:pt idx="166">
                  <c:v>5.6</c:v>
                </c:pt>
                <c:pt idx="167">
                  <c:v>5.8</c:v>
                </c:pt>
                <c:pt idx="168">
                  <c:v>5.8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</c:v>
                </c:pt>
                <c:pt idx="174">
                  <c:v>6</c:v>
                </c:pt>
                <c:pt idx="175">
                  <c:v>6.2</c:v>
                </c:pt>
                <c:pt idx="176">
                  <c:v>6.2</c:v>
                </c:pt>
                <c:pt idx="177">
                  <c:v>6.4</c:v>
                </c:pt>
                <c:pt idx="178">
                  <c:v>6.6</c:v>
                </c:pt>
                <c:pt idx="179">
                  <c:v>6.6</c:v>
                </c:pt>
                <c:pt idx="180">
                  <c:v>6.8</c:v>
                </c:pt>
                <c:pt idx="181">
                  <c:v>6.8</c:v>
                </c:pt>
                <c:pt idx="182">
                  <c:v>6.8</c:v>
                </c:pt>
                <c:pt idx="183">
                  <c:v>6.8</c:v>
                </c:pt>
                <c:pt idx="184">
                  <c:v>6.8</c:v>
                </c:pt>
                <c:pt idx="185">
                  <c:v>6.8</c:v>
                </c:pt>
                <c:pt idx="186">
                  <c:v>7</c:v>
                </c:pt>
                <c:pt idx="187">
                  <c:v>7.2</c:v>
                </c:pt>
                <c:pt idx="188">
                  <c:v>7.2</c:v>
                </c:pt>
                <c:pt idx="189">
                  <c:v>7.2</c:v>
                </c:pt>
                <c:pt idx="190">
                  <c:v>7.2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7.4</c:v>
                </c:pt>
                <c:pt idx="196">
                  <c:v>7.4</c:v>
                </c:pt>
                <c:pt idx="197">
                  <c:v>7.4</c:v>
                </c:pt>
                <c:pt idx="198">
                  <c:v>7.6</c:v>
                </c:pt>
                <c:pt idx="199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866-4CAC-AA86-796495D0D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(Lucky Foot,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save1!$EC$1416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save1!$EC$1417:$EC$1616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  <c:pt idx="10">
                  <c:v>1.4</c:v>
                </c:pt>
                <c:pt idx="11">
                  <c:v>1.4</c:v>
                </c:pt>
                <c:pt idx="12">
                  <c:v>1.8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3</c:v>
                </c:pt>
                <c:pt idx="16">
                  <c:v>3</c:v>
                </c:pt>
                <c:pt idx="17">
                  <c:v>3.6</c:v>
                </c:pt>
                <c:pt idx="18">
                  <c:v>4.2</c:v>
                </c:pt>
                <c:pt idx="19">
                  <c:v>4.5999999999999996</c:v>
                </c:pt>
                <c:pt idx="20">
                  <c:v>4.5999999999999996</c:v>
                </c:pt>
                <c:pt idx="21">
                  <c:v>4.5999999999999996</c:v>
                </c:pt>
                <c:pt idx="22">
                  <c:v>4.8</c:v>
                </c:pt>
                <c:pt idx="23">
                  <c:v>5.8</c:v>
                </c:pt>
                <c:pt idx="24">
                  <c:v>6</c:v>
                </c:pt>
                <c:pt idx="25">
                  <c:v>6</c:v>
                </c:pt>
                <c:pt idx="26">
                  <c:v>6.2</c:v>
                </c:pt>
                <c:pt idx="27">
                  <c:v>6.2</c:v>
                </c:pt>
                <c:pt idx="28">
                  <c:v>6.4</c:v>
                </c:pt>
                <c:pt idx="29">
                  <c:v>7</c:v>
                </c:pt>
                <c:pt idx="30">
                  <c:v>7</c:v>
                </c:pt>
                <c:pt idx="31">
                  <c:v>7.2</c:v>
                </c:pt>
                <c:pt idx="32">
                  <c:v>7.6</c:v>
                </c:pt>
                <c:pt idx="33">
                  <c:v>7.8</c:v>
                </c:pt>
                <c:pt idx="34">
                  <c:v>7.8</c:v>
                </c:pt>
                <c:pt idx="35">
                  <c:v>7.8</c:v>
                </c:pt>
                <c:pt idx="36">
                  <c:v>8</c:v>
                </c:pt>
                <c:pt idx="37">
                  <c:v>8.1999999999999993</c:v>
                </c:pt>
                <c:pt idx="38">
                  <c:v>9.1999999999999993</c:v>
                </c:pt>
                <c:pt idx="39">
                  <c:v>9.4</c:v>
                </c:pt>
                <c:pt idx="40">
                  <c:v>10.199999999999999</c:v>
                </c:pt>
                <c:pt idx="41">
                  <c:v>10.199999999999999</c:v>
                </c:pt>
                <c:pt idx="42">
                  <c:v>10.199999999999999</c:v>
                </c:pt>
                <c:pt idx="43">
                  <c:v>10.4</c:v>
                </c:pt>
                <c:pt idx="44">
                  <c:v>11</c:v>
                </c:pt>
                <c:pt idx="45">
                  <c:v>11.2</c:v>
                </c:pt>
                <c:pt idx="46">
                  <c:v>11.2</c:v>
                </c:pt>
                <c:pt idx="47">
                  <c:v>11.4</c:v>
                </c:pt>
                <c:pt idx="48">
                  <c:v>12.2</c:v>
                </c:pt>
                <c:pt idx="49">
                  <c:v>12.4</c:v>
                </c:pt>
                <c:pt idx="50">
                  <c:v>13</c:v>
                </c:pt>
                <c:pt idx="51">
                  <c:v>13.2</c:v>
                </c:pt>
                <c:pt idx="52">
                  <c:v>13.2</c:v>
                </c:pt>
                <c:pt idx="53">
                  <c:v>13.4</c:v>
                </c:pt>
                <c:pt idx="54">
                  <c:v>13.6</c:v>
                </c:pt>
                <c:pt idx="55">
                  <c:v>13.6</c:v>
                </c:pt>
                <c:pt idx="56">
                  <c:v>14.4</c:v>
                </c:pt>
                <c:pt idx="57">
                  <c:v>14.4</c:v>
                </c:pt>
                <c:pt idx="58">
                  <c:v>14.4</c:v>
                </c:pt>
                <c:pt idx="59">
                  <c:v>14.6</c:v>
                </c:pt>
                <c:pt idx="60">
                  <c:v>14.6</c:v>
                </c:pt>
                <c:pt idx="61">
                  <c:v>14.6</c:v>
                </c:pt>
                <c:pt idx="62">
                  <c:v>14.8</c:v>
                </c:pt>
                <c:pt idx="63">
                  <c:v>14.8</c:v>
                </c:pt>
                <c:pt idx="64">
                  <c:v>15</c:v>
                </c:pt>
                <c:pt idx="65">
                  <c:v>15.4</c:v>
                </c:pt>
                <c:pt idx="66">
                  <c:v>15.6</c:v>
                </c:pt>
                <c:pt idx="67">
                  <c:v>15.8</c:v>
                </c:pt>
                <c:pt idx="68">
                  <c:v>15.8</c:v>
                </c:pt>
                <c:pt idx="69">
                  <c:v>15.8</c:v>
                </c:pt>
                <c:pt idx="70">
                  <c:v>16</c:v>
                </c:pt>
                <c:pt idx="71">
                  <c:v>16</c:v>
                </c:pt>
                <c:pt idx="72">
                  <c:v>16.2</c:v>
                </c:pt>
                <c:pt idx="73">
                  <c:v>16.8</c:v>
                </c:pt>
                <c:pt idx="74">
                  <c:v>16.8</c:v>
                </c:pt>
                <c:pt idx="75">
                  <c:v>17</c:v>
                </c:pt>
                <c:pt idx="76">
                  <c:v>17.2</c:v>
                </c:pt>
                <c:pt idx="77">
                  <c:v>17.2</c:v>
                </c:pt>
                <c:pt idx="78">
                  <c:v>17.399999999999999</c:v>
                </c:pt>
                <c:pt idx="79">
                  <c:v>17.600000000000001</c:v>
                </c:pt>
                <c:pt idx="80">
                  <c:v>17.8</c:v>
                </c:pt>
                <c:pt idx="81">
                  <c:v>18.399999999999999</c:v>
                </c:pt>
                <c:pt idx="82">
                  <c:v>18.399999999999999</c:v>
                </c:pt>
                <c:pt idx="83">
                  <c:v>18.399999999999999</c:v>
                </c:pt>
                <c:pt idx="84">
                  <c:v>18.399999999999999</c:v>
                </c:pt>
                <c:pt idx="85">
                  <c:v>18.399999999999999</c:v>
                </c:pt>
                <c:pt idx="86">
                  <c:v>19</c:v>
                </c:pt>
                <c:pt idx="87">
                  <c:v>19.399999999999999</c:v>
                </c:pt>
                <c:pt idx="88">
                  <c:v>19.399999999999999</c:v>
                </c:pt>
                <c:pt idx="89">
                  <c:v>20</c:v>
                </c:pt>
                <c:pt idx="90">
                  <c:v>20.2</c:v>
                </c:pt>
                <c:pt idx="91">
                  <c:v>20.2</c:v>
                </c:pt>
                <c:pt idx="92">
                  <c:v>20.2</c:v>
                </c:pt>
                <c:pt idx="93">
                  <c:v>20.2</c:v>
                </c:pt>
                <c:pt idx="94">
                  <c:v>20.399999999999999</c:v>
                </c:pt>
                <c:pt idx="95">
                  <c:v>20.6</c:v>
                </c:pt>
                <c:pt idx="96">
                  <c:v>21.2</c:v>
                </c:pt>
                <c:pt idx="97">
                  <c:v>21.4</c:v>
                </c:pt>
                <c:pt idx="98">
                  <c:v>21.4</c:v>
                </c:pt>
                <c:pt idx="99">
                  <c:v>21.6</c:v>
                </c:pt>
                <c:pt idx="100">
                  <c:v>21.8</c:v>
                </c:pt>
                <c:pt idx="101">
                  <c:v>21.8</c:v>
                </c:pt>
                <c:pt idx="102">
                  <c:v>22</c:v>
                </c:pt>
                <c:pt idx="103">
                  <c:v>22.4</c:v>
                </c:pt>
                <c:pt idx="104">
                  <c:v>22.6</c:v>
                </c:pt>
                <c:pt idx="105">
                  <c:v>22.6</c:v>
                </c:pt>
                <c:pt idx="106">
                  <c:v>23</c:v>
                </c:pt>
                <c:pt idx="107">
                  <c:v>23.4</c:v>
                </c:pt>
                <c:pt idx="108">
                  <c:v>24.2</c:v>
                </c:pt>
                <c:pt idx="109">
                  <c:v>24.4</c:v>
                </c:pt>
                <c:pt idx="110">
                  <c:v>24.4</c:v>
                </c:pt>
                <c:pt idx="111">
                  <c:v>24.6</c:v>
                </c:pt>
                <c:pt idx="112">
                  <c:v>25.4</c:v>
                </c:pt>
                <c:pt idx="113">
                  <c:v>25.8</c:v>
                </c:pt>
                <c:pt idx="114">
                  <c:v>25.8</c:v>
                </c:pt>
                <c:pt idx="115">
                  <c:v>26</c:v>
                </c:pt>
                <c:pt idx="116">
                  <c:v>26</c:v>
                </c:pt>
                <c:pt idx="117">
                  <c:v>26</c:v>
                </c:pt>
                <c:pt idx="118">
                  <c:v>26.2</c:v>
                </c:pt>
                <c:pt idx="119">
                  <c:v>26.8</c:v>
                </c:pt>
                <c:pt idx="120">
                  <c:v>26.8</c:v>
                </c:pt>
                <c:pt idx="121">
                  <c:v>26.8</c:v>
                </c:pt>
                <c:pt idx="122">
                  <c:v>27.2</c:v>
                </c:pt>
                <c:pt idx="123">
                  <c:v>27.4</c:v>
                </c:pt>
                <c:pt idx="124">
                  <c:v>27.4</c:v>
                </c:pt>
                <c:pt idx="125">
                  <c:v>27.6</c:v>
                </c:pt>
                <c:pt idx="126">
                  <c:v>27.8</c:v>
                </c:pt>
                <c:pt idx="127">
                  <c:v>27.8</c:v>
                </c:pt>
                <c:pt idx="128">
                  <c:v>27.8</c:v>
                </c:pt>
                <c:pt idx="129">
                  <c:v>29.4</c:v>
                </c:pt>
                <c:pt idx="130">
                  <c:v>29.4</c:v>
                </c:pt>
                <c:pt idx="131">
                  <c:v>29.4</c:v>
                </c:pt>
                <c:pt idx="132">
                  <c:v>29.6</c:v>
                </c:pt>
                <c:pt idx="133">
                  <c:v>29.8</c:v>
                </c:pt>
                <c:pt idx="134">
                  <c:v>30.2</c:v>
                </c:pt>
                <c:pt idx="135">
                  <c:v>30.2</c:v>
                </c:pt>
                <c:pt idx="136">
                  <c:v>30.6</c:v>
                </c:pt>
                <c:pt idx="137">
                  <c:v>31</c:v>
                </c:pt>
                <c:pt idx="138">
                  <c:v>31.4</c:v>
                </c:pt>
                <c:pt idx="139">
                  <c:v>31.8</c:v>
                </c:pt>
                <c:pt idx="140">
                  <c:v>32</c:v>
                </c:pt>
                <c:pt idx="141">
                  <c:v>32.200000000000003</c:v>
                </c:pt>
                <c:pt idx="142">
                  <c:v>32.200000000000003</c:v>
                </c:pt>
                <c:pt idx="143">
                  <c:v>32.200000000000003</c:v>
                </c:pt>
                <c:pt idx="144">
                  <c:v>32.200000000000003</c:v>
                </c:pt>
                <c:pt idx="145">
                  <c:v>32.4</c:v>
                </c:pt>
                <c:pt idx="146">
                  <c:v>32.6</c:v>
                </c:pt>
                <c:pt idx="147">
                  <c:v>32.6</c:v>
                </c:pt>
                <c:pt idx="148">
                  <c:v>32.799999999999997</c:v>
                </c:pt>
                <c:pt idx="149">
                  <c:v>33.4</c:v>
                </c:pt>
                <c:pt idx="150">
                  <c:v>33.799999999999997</c:v>
                </c:pt>
                <c:pt idx="151">
                  <c:v>33.799999999999997</c:v>
                </c:pt>
                <c:pt idx="152">
                  <c:v>34</c:v>
                </c:pt>
                <c:pt idx="153">
                  <c:v>34.200000000000003</c:v>
                </c:pt>
                <c:pt idx="154">
                  <c:v>34.6</c:v>
                </c:pt>
                <c:pt idx="155">
                  <c:v>35</c:v>
                </c:pt>
                <c:pt idx="156">
                  <c:v>35.4</c:v>
                </c:pt>
                <c:pt idx="157">
                  <c:v>35.6</c:v>
                </c:pt>
                <c:pt idx="158">
                  <c:v>36</c:v>
                </c:pt>
                <c:pt idx="159">
                  <c:v>36.200000000000003</c:v>
                </c:pt>
                <c:pt idx="160">
                  <c:v>36.200000000000003</c:v>
                </c:pt>
                <c:pt idx="161">
                  <c:v>36.4</c:v>
                </c:pt>
                <c:pt idx="162">
                  <c:v>36.6</c:v>
                </c:pt>
                <c:pt idx="163">
                  <c:v>36.799999999999997</c:v>
                </c:pt>
                <c:pt idx="164">
                  <c:v>36.799999999999997</c:v>
                </c:pt>
                <c:pt idx="165">
                  <c:v>36.799999999999997</c:v>
                </c:pt>
                <c:pt idx="166">
                  <c:v>37</c:v>
                </c:pt>
                <c:pt idx="167">
                  <c:v>37</c:v>
                </c:pt>
                <c:pt idx="168">
                  <c:v>37.200000000000003</c:v>
                </c:pt>
                <c:pt idx="169">
                  <c:v>37.4</c:v>
                </c:pt>
                <c:pt idx="170">
                  <c:v>37.6</c:v>
                </c:pt>
                <c:pt idx="171">
                  <c:v>37.799999999999997</c:v>
                </c:pt>
                <c:pt idx="172">
                  <c:v>38</c:v>
                </c:pt>
                <c:pt idx="173">
                  <c:v>38.200000000000003</c:v>
                </c:pt>
                <c:pt idx="174">
                  <c:v>38.799999999999997</c:v>
                </c:pt>
                <c:pt idx="175">
                  <c:v>39.4</c:v>
                </c:pt>
                <c:pt idx="176">
                  <c:v>40.4</c:v>
                </c:pt>
                <c:pt idx="177">
                  <c:v>40.4</c:v>
                </c:pt>
                <c:pt idx="178">
                  <c:v>40.4</c:v>
                </c:pt>
                <c:pt idx="179">
                  <c:v>40.799999999999997</c:v>
                </c:pt>
                <c:pt idx="180">
                  <c:v>41</c:v>
                </c:pt>
                <c:pt idx="181">
                  <c:v>41.2</c:v>
                </c:pt>
                <c:pt idx="182">
                  <c:v>41.2</c:v>
                </c:pt>
                <c:pt idx="183">
                  <c:v>41.4</c:v>
                </c:pt>
                <c:pt idx="184">
                  <c:v>41.8</c:v>
                </c:pt>
                <c:pt idx="185">
                  <c:v>42</c:v>
                </c:pt>
                <c:pt idx="186">
                  <c:v>42</c:v>
                </c:pt>
                <c:pt idx="187">
                  <c:v>42.4</c:v>
                </c:pt>
                <c:pt idx="188">
                  <c:v>42.4</c:v>
                </c:pt>
                <c:pt idx="189">
                  <c:v>42.6</c:v>
                </c:pt>
                <c:pt idx="190">
                  <c:v>42.6</c:v>
                </c:pt>
                <c:pt idx="191">
                  <c:v>42.8</c:v>
                </c:pt>
                <c:pt idx="192">
                  <c:v>43</c:v>
                </c:pt>
                <c:pt idx="193">
                  <c:v>43.2</c:v>
                </c:pt>
                <c:pt idx="194">
                  <c:v>43.6</c:v>
                </c:pt>
                <c:pt idx="195">
                  <c:v>43.6</c:v>
                </c:pt>
                <c:pt idx="196">
                  <c:v>44</c:v>
                </c:pt>
                <c:pt idx="197">
                  <c:v>44.2</c:v>
                </c:pt>
                <c:pt idx="198">
                  <c:v>44.2</c:v>
                </c:pt>
                <c:pt idx="199">
                  <c:v>44.4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38-4FDF-9413-EE889A92DF23}"/>
            </c:ext>
          </c:extLst>
        </c:ser>
        <c:ser>
          <c:idx val="1"/>
          <c:order val="1"/>
          <c:tx>
            <c:strRef>
              <c:f>save1!$ED$1416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save1!$ED$1417:$ED$1616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0.6</c:v>
                </c:pt>
                <c:pt idx="3">
                  <c:v>0.8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1.2</c:v>
                </c:pt>
                <c:pt idx="12">
                  <c:v>1.2</c:v>
                </c:pt>
                <c:pt idx="13">
                  <c:v>1.4</c:v>
                </c:pt>
                <c:pt idx="14">
                  <c:v>1.6</c:v>
                </c:pt>
                <c:pt idx="15">
                  <c:v>2</c:v>
                </c:pt>
                <c:pt idx="16">
                  <c:v>2.2000000000000002</c:v>
                </c:pt>
                <c:pt idx="17">
                  <c:v>2.2000000000000002</c:v>
                </c:pt>
                <c:pt idx="18">
                  <c:v>2.4</c:v>
                </c:pt>
                <c:pt idx="19">
                  <c:v>2.4</c:v>
                </c:pt>
                <c:pt idx="20">
                  <c:v>2.4</c:v>
                </c:pt>
                <c:pt idx="21">
                  <c:v>2.4</c:v>
                </c:pt>
                <c:pt idx="22">
                  <c:v>2.4</c:v>
                </c:pt>
                <c:pt idx="23">
                  <c:v>2.4</c:v>
                </c:pt>
                <c:pt idx="24">
                  <c:v>2.6</c:v>
                </c:pt>
                <c:pt idx="25">
                  <c:v>2.8</c:v>
                </c:pt>
                <c:pt idx="26">
                  <c:v>2.8</c:v>
                </c:pt>
                <c:pt idx="27">
                  <c:v>3</c:v>
                </c:pt>
                <c:pt idx="28">
                  <c:v>3.2</c:v>
                </c:pt>
                <c:pt idx="29">
                  <c:v>3.2</c:v>
                </c:pt>
                <c:pt idx="30">
                  <c:v>3.2</c:v>
                </c:pt>
                <c:pt idx="31">
                  <c:v>3.4</c:v>
                </c:pt>
                <c:pt idx="32">
                  <c:v>3.4</c:v>
                </c:pt>
                <c:pt idx="33">
                  <c:v>3.8</c:v>
                </c:pt>
                <c:pt idx="34">
                  <c:v>3.8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4.4000000000000004</c:v>
                </c:pt>
                <c:pt idx="39">
                  <c:v>4.5999999999999996</c:v>
                </c:pt>
                <c:pt idx="40">
                  <c:v>4.5999999999999996</c:v>
                </c:pt>
                <c:pt idx="41">
                  <c:v>4.5999999999999996</c:v>
                </c:pt>
                <c:pt idx="42">
                  <c:v>4.5999999999999996</c:v>
                </c:pt>
                <c:pt idx="43">
                  <c:v>4.5999999999999996</c:v>
                </c:pt>
                <c:pt idx="44">
                  <c:v>4.8</c:v>
                </c:pt>
                <c:pt idx="45">
                  <c:v>5</c:v>
                </c:pt>
                <c:pt idx="46">
                  <c:v>5.2</c:v>
                </c:pt>
                <c:pt idx="47">
                  <c:v>5.2</c:v>
                </c:pt>
                <c:pt idx="48">
                  <c:v>5.4</c:v>
                </c:pt>
                <c:pt idx="49">
                  <c:v>5.8</c:v>
                </c:pt>
                <c:pt idx="50">
                  <c:v>6.4</c:v>
                </c:pt>
                <c:pt idx="51">
                  <c:v>6.4</c:v>
                </c:pt>
                <c:pt idx="52">
                  <c:v>6.8</c:v>
                </c:pt>
                <c:pt idx="53">
                  <c:v>7.2</c:v>
                </c:pt>
                <c:pt idx="54">
                  <c:v>7.4</c:v>
                </c:pt>
                <c:pt idx="55">
                  <c:v>7.8</c:v>
                </c:pt>
                <c:pt idx="56">
                  <c:v>7.8</c:v>
                </c:pt>
                <c:pt idx="57">
                  <c:v>7.8</c:v>
                </c:pt>
                <c:pt idx="58">
                  <c:v>8</c:v>
                </c:pt>
                <c:pt idx="59">
                  <c:v>8.1999999999999993</c:v>
                </c:pt>
                <c:pt idx="60">
                  <c:v>8.4</c:v>
                </c:pt>
                <c:pt idx="61">
                  <c:v>8.8000000000000007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9.1999999999999993</c:v>
                </c:pt>
                <c:pt idx="66">
                  <c:v>9.6</c:v>
                </c:pt>
                <c:pt idx="67">
                  <c:v>9.8000000000000007</c:v>
                </c:pt>
                <c:pt idx="68">
                  <c:v>10.199999999999999</c:v>
                </c:pt>
                <c:pt idx="69">
                  <c:v>10.199999999999999</c:v>
                </c:pt>
                <c:pt idx="70">
                  <c:v>10.4</c:v>
                </c:pt>
                <c:pt idx="71">
                  <c:v>10.4</c:v>
                </c:pt>
                <c:pt idx="72">
                  <c:v>10.4</c:v>
                </c:pt>
                <c:pt idx="73">
                  <c:v>10.4</c:v>
                </c:pt>
                <c:pt idx="74">
                  <c:v>10.6</c:v>
                </c:pt>
                <c:pt idx="75">
                  <c:v>10.8</c:v>
                </c:pt>
                <c:pt idx="76">
                  <c:v>11</c:v>
                </c:pt>
                <c:pt idx="77">
                  <c:v>11</c:v>
                </c:pt>
                <c:pt idx="78">
                  <c:v>11.4</c:v>
                </c:pt>
                <c:pt idx="79">
                  <c:v>11.4</c:v>
                </c:pt>
                <c:pt idx="80">
                  <c:v>11.6</c:v>
                </c:pt>
                <c:pt idx="81">
                  <c:v>11.6</c:v>
                </c:pt>
                <c:pt idx="82">
                  <c:v>12</c:v>
                </c:pt>
                <c:pt idx="83">
                  <c:v>12</c:v>
                </c:pt>
                <c:pt idx="84">
                  <c:v>12</c:v>
                </c:pt>
                <c:pt idx="85">
                  <c:v>12.4</c:v>
                </c:pt>
                <c:pt idx="86">
                  <c:v>12.4</c:v>
                </c:pt>
                <c:pt idx="87">
                  <c:v>12.6</c:v>
                </c:pt>
                <c:pt idx="88">
                  <c:v>12.6</c:v>
                </c:pt>
                <c:pt idx="89">
                  <c:v>12.6</c:v>
                </c:pt>
                <c:pt idx="90">
                  <c:v>12.8</c:v>
                </c:pt>
                <c:pt idx="91">
                  <c:v>13</c:v>
                </c:pt>
                <c:pt idx="92">
                  <c:v>13.4</c:v>
                </c:pt>
                <c:pt idx="93">
                  <c:v>13.8</c:v>
                </c:pt>
                <c:pt idx="94">
                  <c:v>13.8</c:v>
                </c:pt>
                <c:pt idx="95">
                  <c:v>14.2</c:v>
                </c:pt>
                <c:pt idx="96">
                  <c:v>14.4</c:v>
                </c:pt>
                <c:pt idx="97">
                  <c:v>14.4</c:v>
                </c:pt>
                <c:pt idx="98">
                  <c:v>14.6</c:v>
                </c:pt>
                <c:pt idx="99">
                  <c:v>14.6</c:v>
                </c:pt>
                <c:pt idx="100">
                  <c:v>14.6</c:v>
                </c:pt>
                <c:pt idx="101">
                  <c:v>14.6</c:v>
                </c:pt>
                <c:pt idx="102">
                  <c:v>14.6</c:v>
                </c:pt>
                <c:pt idx="103">
                  <c:v>14.6</c:v>
                </c:pt>
                <c:pt idx="104">
                  <c:v>14.6</c:v>
                </c:pt>
                <c:pt idx="105">
                  <c:v>14.8</c:v>
                </c:pt>
                <c:pt idx="106">
                  <c:v>14.8</c:v>
                </c:pt>
                <c:pt idx="107">
                  <c:v>15</c:v>
                </c:pt>
                <c:pt idx="108">
                  <c:v>15.2</c:v>
                </c:pt>
                <c:pt idx="109">
                  <c:v>15.6</c:v>
                </c:pt>
                <c:pt idx="110">
                  <c:v>15.8</c:v>
                </c:pt>
                <c:pt idx="111">
                  <c:v>16.2</c:v>
                </c:pt>
                <c:pt idx="112">
                  <c:v>16.399999999999999</c:v>
                </c:pt>
                <c:pt idx="113">
                  <c:v>16.8</c:v>
                </c:pt>
                <c:pt idx="114">
                  <c:v>17</c:v>
                </c:pt>
                <c:pt idx="115">
                  <c:v>17.2</c:v>
                </c:pt>
                <c:pt idx="116">
                  <c:v>17.2</c:v>
                </c:pt>
                <c:pt idx="117">
                  <c:v>17.399999999999999</c:v>
                </c:pt>
                <c:pt idx="118">
                  <c:v>17.399999999999999</c:v>
                </c:pt>
                <c:pt idx="119">
                  <c:v>17.399999999999999</c:v>
                </c:pt>
                <c:pt idx="120">
                  <c:v>17.600000000000001</c:v>
                </c:pt>
                <c:pt idx="121">
                  <c:v>17.600000000000001</c:v>
                </c:pt>
                <c:pt idx="122">
                  <c:v>17.8</c:v>
                </c:pt>
                <c:pt idx="123">
                  <c:v>18</c:v>
                </c:pt>
                <c:pt idx="124">
                  <c:v>18.600000000000001</c:v>
                </c:pt>
                <c:pt idx="125">
                  <c:v>18.600000000000001</c:v>
                </c:pt>
                <c:pt idx="126">
                  <c:v>19</c:v>
                </c:pt>
                <c:pt idx="127">
                  <c:v>19.2</c:v>
                </c:pt>
                <c:pt idx="128">
                  <c:v>19.399999999999999</c:v>
                </c:pt>
                <c:pt idx="129">
                  <c:v>19.399999999999999</c:v>
                </c:pt>
                <c:pt idx="130">
                  <c:v>19.8</c:v>
                </c:pt>
                <c:pt idx="131">
                  <c:v>20.2</c:v>
                </c:pt>
                <c:pt idx="132">
                  <c:v>20.399999999999999</c:v>
                </c:pt>
                <c:pt idx="133">
                  <c:v>20.399999999999999</c:v>
                </c:pt>
                <c:pt idx="134">
                  <c:v>20.6</c:v>
                </c:pt>
                <c:pt idx="135">
                  <c:v>20.6</c:v>
                </c:pt>
                <c:pt idx="136">
                  <c:v>20.8</c:v>
                </c:pt>
                <c:pt idx="137">
                  <c:v>21</c:v>
                </c:pt>
                <c:pt idx="138">
                  <c:v>21</c:v>
                </c:pt>
                <c:pt idx="139">
                  <c:v>21</c:v>
                </c:pt>
                <c:pt idx="140">
                  <c:v>21.2</c:v>
                </c:pt>
                <c:pt idx="141">
                  <c:v>21.4</c:v>
                </c:pt>
                <c:pt idx="142">
                  <c:v>21.8</c:v>
                </c:pt>
                <c:pt idx="143">
                  <c:v>22</c:v>
                </c:pt>
                <c:pt idx="144">
                  <c:v>22.2</c:v>
                </c:pt>
                <c:pt idx="145">
                  <c:v>22.2</c:v>
                </c:pt>
                <c:pt idx="146">
                  <c:v>22.4</c:v>
                </c:pt>
                <c:pt idx="147">
                  <c:v>22.4</c:v>
                </c:pt>
                <c:pt idx="148">
                  <c:v>22.4</c:v>
                </c:pt>
                <c:pt idx="149">
                  <c:v>22.4</c:v>
                </c:pt>
                <c:pt idx="150">
                  <c:v>22.6</c:v>
                </c:pt>
                <c:pt idx="151">
                  <c:v>22.8</c:v>
                </c:pt>
                <c:pt idx="152">
                  <c:v>22.8</c:v>
                </c:pt>
                <c:pt idx="153">
                  <c:v>22.8</c:v>
                </c:pt>
                <c:pt idx="154">
                  <c:v>23.2</c:v>
                </c:pt>
                <c:pt idx="155">
                  <c:v>23.6</c:v>
                </c:pt>
                <c:pt idx="156">
                  <c:v>23.8</c:v>
                </c:pt>
                <c:pt idx="157">
                  <c:v>24</c:v>
                </c:pt>
                <c:pt idx="158">
                  <c:v>24</c:v>
                </c:pt>
                <c:pt idx="159">
                  <c:v>24.2</c:v>
                </c:pt>
                <c:pt idx="160">
                  <c:v>24.4</c:v>
                </c:pt>
                <c:pt idx="161">
                  <c:v>24.6</c:v>
                </c:pt>
                <c:pt idx="162">
                  <c:v>24.8</c:v>
                </c:pt>
                <c:pt idx="163">
                  <c:v>25</c:v>
                </c:pt>
                <c:pt idx="164">
                  <c:v>25</c:v>
                </c:pt>
                <c:pt idx="165">
                  <c:v>25.6</c:v>
                </c:pt>
                <c:pt idx="166">
                  <c:v>26</c:v>
                </c:pt>
                <c:pt idx="167">
                  <c:v>26</c:v>
                </c:pt>
                <c:pt idx="168">
                  <c:v>26.2</c:v>
                </c:pt>
                <c:pt idx="169">
                  <c:v>26.2</c:v>
                </c:pt>
                <c:pt idx="170">
                  <c:v>26.2</c:v>
                </c:pt>
                <c:pt idx="171">
                  <c:v>26.6</c:v>
                </c:pt>
                <c:pt idx="172">
                  <c:v>26.6</c:v>
                </c:pt>
                <c:pt idx="173">
                  <c:v>27</c:v>
                </c:pt>
                <c:pt idx="174">
                  <c:v>27.6</c:v>
                </c:pt>
                <c:pt idx="175">
                  <c:v>27.6</c:v>
                </c:pt>
                <c:pt idx="176">
                  <c:v>27.8</c:v>
                </c:pt>
                <c:pt idx="177">
                  <c:v>28</c:v>
                </c:pt>
                <c:pt idx="178">
                  <c:v>28.2</c:v>
                </c:pt>
                <c:pt idx="179">
                  <c:v>28.2</c:v>
                </c:pt>
                <c:pt idx="180">
                  <c:v>28.4</c:v>
                </c:pt>
                <c:pt idx="181">
                  <c:v>28.6</c:v>
                </c:pt>
                <c:pt idx="182">
                  <c:v>29</c:v>
                </c:pt>
                <c:pt idx="183">
                  <c:v>29.2</c:v>
                </c:pt>
                <c:pt idx="184">
                  <c:v>29.2</c:v>
                </c:pt>
                <c:pt idx="185">
                  <c:v>29.6</c:v>
                </c:pt>
                <c:pt idx="186">
                  <c:v>30.2</c:v>
                </c:pt>
                <c:pt idx="187">
                  <c:v>30.2</c:v>
                </c:pt>
                <c:pt idx="188">
                  <c:v>30.6</c:v>
                </c:pt>
                <c:pt idx="189">
                  <c:v>30.8</c:v>
                </c:pt>
                <c:pt idx="190">
                  <c:v>31.4</c:v>
                </c:pt>
                <c:pt idx="191">
                  <c:v>31.4</c:v>
                </c:pt>
                <c:pt idx="192">
                  <c:v>31.4</c:v>
                </c:pt>
                <c:pt idx="193">
                  <c:v>31.4</c:v>
                </c:pt>
                <c:pt idx="194">
                  <c:v>32</c:v>
                </c:pt>
                <c:pt idx="195">
                  <c:v>32.4</c:v>
                </c:pt>
                <c:pt idx="196">
                  <c:v>32.799999999999997</c:v>
                </c:pt>
                <c:pt idx="197">
                  <c:v>33</c:v>
                </c:pt>
                <c:pt idx="198">
                  <c:v>33.4</c:v>
                </c:pt>
                <c:pt idx="199">
                  <c:v>33.6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38-4FDF-9413-EE889A92DF23}"/>
            </c:ext>
          </c:extLst>
        </c:ser>
        <c:ser>
          <c:idx val="2"/>
          <c:order val="2"/>
          <c:tx>
            <c:strRef>
              <c:f>save1!$EE$1416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save1!$EE$1417:$EE$1616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0.8</c:v>
                </c:pt>
                <c:pt idx="3">
                  <c:v>1.2</c:v>
                </c:pt>
                <c:pt idx="4">
                  <c:v>1.8</c:v>
                </c:pt>
                <c:pt idx="5">
                  <c:v>2</c:v>
                </c:pt>
                <c:pt idx="6">
                  <c:v>2.2000000000000002</c:v>
                </c:pt>
                <c:pt idx="7">
                  <c:v>2.6</c:v>
                </c:pt>
                <c:pt idx="8">
                  <c:v>3.2</c:v>
                </c:pt>
                <c:pt idx="9">
                  <c:v>4.2</c:v>
                </c:pt>
                <c:pt idx="10">
                  <c:v>4.4000000000000004</c:v>
                </c:pt>
                <c:pt idx="11">
                  <c:v>4.8</c:v>
                </c:pt>
                <c:pt idx="12">
                  <c:v>5</c:v>
                </c:pt>
                <c:pt idx="13">
                  <c:v>5</c:v>
                </c:pt>
                <c:pt idx="14">
                  <c:v>5.2</c:v>
                </c:pt>
                <c:pt idx="15">
                  <c:v>5.2</c:v>
                </c:pt>
                <c:pt idx="16">
                  <c:v>6.2</c:v>
                </c:pt>
                <c:pt idx="17">
                  <c:v>6.8</c:v>
                </c:pt>
                <c:pt idx="18">
                  <c:v>7.2</c:v>
                </c:pt>
                <c:pt idx="19">
                  <c:v>7.6</c:v>
                </c:pt>
                <c:pt idx="20">
                  <c:v>7.8</c:v>
                </c:pt>
                <c:pt idx="21">
                  <c:v>8.4</c:v>
                </c:pt>
                <c:pt idx="22">
                  <c:v>8.4</c:v>
                </c:pt>
                <c:pt idx="23">
                  <c:v>8.6</c:v>
                </c:pt>
                <c:pt idx="24">
                  <c:v>9</c:v>
                </c:pt>
                <c:pt idx="25">
                  <c:v>9.6</c:v>
                </c:pt>
                <c:pt idx="26">
                  <c:v>9.8000000000000007</c:v>
                </c:pt>
                <c:pt idx="27">
                  <c:v>10</c:v>
                </c:pt>
                <c:pt idx="28">
                  <c:v>10.199999999999999</c:v>
                </c:pt>
                <c:pt idx="29">
                  <c:v>10.6</c:v>
                </c:pt>
                <c:pt idx="30">
                  <c:v>11</c:v>
                </c:pt>
                <c:pt idx="31">
                  <c:v>11.4</c:v>
                </c:pt>
                <c:pt idx="32">
                  <c:v>11.6</c:v>
                </c:pt>
                <c:pt idx="33">
                  <c:v>12</c:v>
                </c:pt>
                <c:pt idx="34">
                  <c:v>12.4</c:v>
                </c:pt>
                <c:pt idx="35">
                  <c:v>12.6</c:v>
                </c:pt>
                <c:pt idx="36">
                  <c:v>12.8</c:v>
                </c:pt>
                <c:pt idx="37">
                  <c:v>13.2</c:v>
                </c:pt>
                <c:pt idx="38">
                  <c:v>13.2</c:v>
                </c:pt>
                <c:pt idx="39">
                  <c:v>13.4</c:v>
                </c:pt>
                <c:pt idx="40">
                  <c:v>13.6</c:v>
                </c:pt>
                <c:pt idx="41">
                  <c:v>13.8</c:v>
                </c:pt>
                <c:pt idx="42">
                  <c:v>14.6</c:v>
                </c:pt>
                <c:pt idx="43">
                  <c:v>15.2</c:v>
                </c:pt>
                <c:pt idx="44">
                  <c:v>15.4</c:v>
                </c:pt>
                <c:pt idx="45">
                  <c:v>15.6</c:v>
                </c:pt>
                <c:pt idx="46">
                  <c:v>15.8</c:v>
                </c:pt>
                <c:pt idx="47">
                  <c:v>16</c:v>
                </c:pt>
                <c:pt idx="48">
                  <c:v>16.399999999999999</c:v>
                </c:pt>
                <c:pt idx="49">
                  <c:v>16.600000000000001</c:v>
                </c:pt>
                <c:pt idx="50">
                  <c:v>16.600000000000001</c:v>
                </c:pt>
                <c:pt idx="51">
                  <c:v>17.2</c:v>
                </c:pt>
                <c:pt idx="52">
                  <c:v>17.600000000000001</c:v>
                </c:pt>
                <c:pt idx="53">
                  <c:v>17.8</c:v>
                </c:pt>
                <c:pt idx="54">
                  <c:v>17.8</c:v>
                </c:pt>
                <c:pt idx="55">
                  <c:v>17.8</c:v>
                </c:pt>
                <c:pt idx="56">
                  <c:v>17.8</c:v>
                </c:pt>
                <c:pt idx="57">
                  <c:v>18</c:v>
                </c:pt>
                <c:pt idx="58">
                  <c:v>18</c:v>
                </c:pt>
                <c:pt idx="59">
                  <c:v>18.2</c:v>
                </c:pt>
                <c:pt idx="60">
                  <c:v>18.8</c:v>
                </c:pt>
                <c:pt idx="61">
                  <c:v>19.2</c:v>
                </c:pt>
                <c:pt idx="62">
                  <c:v>19.600000000000001</c:v>
                </c:pt>
                <c:pt idx="63">
                  <c:v>20</c:v>
                </c:pt>
                <c:pt idx="64">
                  <c:v>20.399999999999999</c:v>
                </c:pt>
                <c:pt idx="65">
                  <c:v>20.6</c:v>
                </c:pt>
                <c:pt idx="66">
                  <c:v>20.6</c:v>
                </c:pt>
                <c:pt idx="67">
                  <c:v>21.2</c:v>
                </c:pt>
                <c:pt idx="68">
                  <c:v>21.6</c:v>
                </c:pt>
                <c:pt idx="69">
                  <c:v>22.2</c:v>
                </c:pt>
                <c:pt idx="70">
                  <c:v>22.4</c:v>
                </c:pt>
                <c:pt idx="71">
                  <c:v>22.4</c:v>
                </c:pt>
                <c:pt idx="72">
                  <c:v>22.4</c:v>
                </c:pt>
                <c:pt idx="73">
                  <c:v>22.6</c:v>
                </c:pt>
                <c:pt idx="74">
                  <c:v>23</c:v>
                </c:pt>
                <c:pt idx="75">
                  <c:v>23</c:v>
                </c:pt>
                <c:pt idx="76">
                  <c:v>23.8</c:v>
                </c:pt>
                <c:pt idx="77">
                  <c:v>24</c:v>
                </c:pt>
                <c:pt idx="78">
                  <c:v>24</c:v>
                </c:pt>
                <c:pt idx="79">
                  <c:v>24.2</c:v>
                </c:pt>
                <c:pt idx="80">
                  <c:v>24.2</c:v>
                </c:pt>
                <c:pt idx="81">
                  <c:v>24.4</c:v>
                </c:pt>
                <c:pt idx="82">
                  <c:v>24.4</c:v>
                </c:pt>
                <c:pt idx="83">
                  <c:v>25</c:v>
                </c:pt>
                <c:pt idx="84">
                  <c:v>25.6</c:v>
                </c:pt>
                <c:pt idx="85">
                  <c:v>25.8</c:v>
                </c:pt>
                <c:pt idx="86">
                  <c:v>26.2</c:v>
                </c:pt>
                <c:pt idx="87">
                  <c:v>26.4</c:v>
                </c:pt>
                <c:pt idx="88">
                  <c:v>26.8</c:v>
                </c:pt>
                <c:pt idx="89">
                  <c:v>26.8</c:v>
                </c:pt>
                <c:pt idx="90">
                  <c:v>27</c:v>
                </c:pt>
                <c:pt idx="91">
                  <c:v>27.2</c:v>
                </c:pt>
                <c:pt idx="92">
                  <c:v>27.6</c:v>
                </c:pt>
                <c:pt idx="93">
                  <c:v>27.8</c:v>
                </c:pt>
                <c:pt idx="94">
                  <c:v>28.4</c:v>
                </c:pt>
                <c:pt idx="95">
                  <c:v>28.6</c:v>
                </c:pt>
                <c:pt idx="96">
                  <c:v>29</c:v>
                </c:pt>
                <c:pt idx="97">
                  <c:v>29.4</c:v>
                </c:pt>
                <c:pt idx="98">
                  <c:v>29.8</c:v>
                </c:pt>
                <c:pt idx="99">
                  <c:v>30.2</c:v>
                </c:pt>
                <c:pt idx="100">
                  <c:v>30.4</c:v>
                </c:pt>
                <c:pt idx="101">
                  <c:v>31</c:v>
                </c:pt>
                <c:pt idx="102">
                  <c:v>31.2</c:v>
                </c:pt>
                <c:pt idx="103">
                  <c:v>31.4</c:v>
                </c:pt>
                <c:pt idx="104">
                  <c:v>31.8</c:v>
                </c:pt>
                <c:pt idx="105">
                  <c:v>32.200000000000003</c:v>
                </c:pt>
                <c:pt idx="106">
                  <c:v>32.6</c:v>
                </c:pt>
                <c:pt idx="107">
                  <c:v>32.6</c:v>
                </c:pt>
                <c:pt idx="108">
                  <c:v>32.799999999999997</c:v>
                </c:pt>
                <c:pt idx="109">
                  <c:v>33.200000000000003</c:v>
                </c:pt>
                <c:pt idx="110">
                  <c:v>33.4</c:v>
                </c:pt>
                <c:pt idx="111">
                  <c:v>33.6</c:v>
                </c:pt>
                <c:pt idx="112">
                  <c:v>33.799999999999997</c:v>
                </c:pt>
                <c:pt idx="113">
                  <c:v>34</c:v>
                </c:pt>
                <c:pt idx="114">
                  <c:v>34.200000000000003</c:v>
                </c:pt>
                <c:pt idx="115">
                  <c:v>34.200000000000003</c:v>
                </c:pt>
                <c:pt idx="116">
                  <c:v>34.6</c:v>
                </c:pt>
                <c:pt idx="117">
                  <c:v>34.799999999999997</c:v>
                </c:pt>
                <c:pt idx="118">
                  <c:v>35.200000000000003</c:v>
                </c:pt>
                <c:pt idx="119">
                  <c:v>35.4</c:v>
                </c:pt>
                <c:pt idx="120">
                  <c:v>35.799999999999997</c:v>
                </c:pt>
                <c:pt idx="121">
                  <c:v>36</c:v>
                </c:pt>
                <c:pt idx="122">
                  <c:v>36.4</c:v>
                </c:pt>
                <c:pt idx="123">
                  <c:v>36.799999999999997</c:v>
                </c:pt>
                <c:pt idx="124">
                  <c:v>37.200000000000003</c:v>
                </c:pt>
                <c:pt idx="125">
                  <c:v>37.6</c:v>
                </c:pt>
                <c:pt idx="126">
                  <c:v>38</c:v>
                </c:pt>
                <c:pt idx="127">
                  <c:v>38.200000000000003</c:v>
                </c:pt>
                <c:pt idx="128">
                  <c:v>38.4</c:v>
                </c:pt>
                <c:pt idx="129">
                  <c:v>38.6</c:v>
                </c:pt>
                <c:pt idx="130">
                  <c:v>39</c:v>
                </c:pt>
                <c:pt idx="131">
                  <c:v>39.200000000000003</c:v>
                </c:pt>
                <c:pt idx="132">
                  <c:v>39.4</c:v>
                </c:pt>
                <c:pt idx="133">
                  <c:v>39.6</c:v>
                </c:pt>
                <c:pt idx="134">
                  <c:v>39.6</c:v>
                </c:pt>
                <c:pt idx="135">
                  <c:v>39.799999999999997</c:v>
                </c:pt>
                <c:pt idx="136">
                  <c:v>39.799999999999997</c:v>
                </c:pt>
                <c:pt idx="137">
                  <c:v>40</c:v>
                </c:pt>
                <c:pt idx="138">
                  <c:v>40.200000000000003</c:v>
                </c:pt>
                <c:pt idx="139">
                  <c:v>40.799999999999997</c:v>
                </c:pt>
                <c:pt idx="140">
                  <c:v>41</c:v>
                </c:pt>
                <c:pt idx="141">
                  <c:v>41.4</c:v>
                </c:pt>
                <c:pt idx="142">
                  <c:v>41.6</c:v>
                </c:pt>
                <c:pt idx="143">
                  <c:v>42</c:v>
                </c:pt>
                <c:pt idx="144">
                  <c:v>42.4</c:v>
                </c:pt>
                <c:pt idx="145">
                  <c:v>42.6</c:v>
                </c:pt>
                <c:pt idx="146">
                  <c:v>43</c:v>
                </c:pt>
                <c:pt idx="147">
                  <c:v>43.4</c:v>
                </c:pt>
                <c:pt idx="148">
                  <c:v>44</c:v>
                </c:pt>
                <c:pt idx="149">
                  <c:v>44</c:v>
                </c:pt>
                <c:pt idx="150">
                  <c:v>44</c:v>
                </c:pt>
                <c:pt idx="151">
                  <c:v>44</c:v>
                </c:pt>
                <c:pt idx="152">
                  <c:v>44</c:v>
                </c:pt>
                <c:pt idx="153">
                  <c:v>44.4</c:v>
                </c:pt>
                <c:pt idx="154">
                  <c:v>44.6</c:v>
                </c:pt>
                <c:pt idx="155">
                  <c:v>44.6</c:v>
                </c:pt>
                <c:pt idx="156">
                  <c:v>44.6</c:v>
                </c:pt>
                <c:pt idx="157">
                  <c:v>44.8</c:v>
                </c:pt>
                <c:pt idx="158">
                  <c:v>45.4</c:v>
                </c:pt>
                <c:pt idx="159">
                  <c:v>45.6</c:v>
                </c:pt>
                <c:pt idx="160">
                  <c:v>45.8</c:v>
                </c:pt>
                <c:pt idx="161">
                  <c:v>46.2</c:v>
                </c:pt>
                <c:pt idx="162">
                  <c:v>46.4</c:v>
                </c:pt>
                <c:pt idx="163">
                  <c:v>46.4</c:v>
                </c:pt>
                <c:pt idx="164">
                  <c:v>46.8</c:v>
                </c:pt>
                <c:pt idx="165">
                  <c:v>47.2</c:v>
                </c:pt>
                <c:pt idx="166">
                  <c:v>47.4</c:v>
                </c:pt>
                <c:pt idx="167">
                  <c:v>47.8</c:v>
                </c:pt>
                <c:pt idx="168">
                  <c:v>48.4</c:v>
                </c:pt>
                <c:pt idx="169">
                  <c:v>48.4</c:v>
                </c:pt>
                <c:pt idx="170">
                  <c:v>49.2</c:v>
                </c:pt>
                <c:pt idx="171">
                  <c:v>49.2</c:v>
                </c:pt>
                <c:pt idx="172">
                  <c:v>49.2</c:v>
                </c:pt>
                <c:pt idx="173">
                  <c:v>49.4</c:v>
                </c:pt>
                <c:pt idx="174">
                  <c:v>49.8</c:v>
                </c:pt>
                <c:pt idx="175">
                  <c:v>50.2</c:v>
                </c:pt>
                <c:pt idx="176">
                  <c:v>50.2</c:v>
                </c:pt>
                <c:pt idx="177">
                  <c:v>50.4</c:v>
                </c:pt>
                <c:pt idx="178">
                  <c:v>51.2</c:v>
                </c:pt>
                <c:pt idx="179">
                  <c:v>51.6</c:v>
                </c:pt>
                <c:pt idx="180">
                  <c:v>52</c:v>
                </c:pt>
                <c:pt idx="181">
                  <c:v>52</c:v>
                </c:pt>
                <c:pt idx="182">
                  <c:v>52</c:v>
                </c:pt>
                <c:pt idx="183">
                  <c:v>52</c:v>
                </c:pt>
                <c:pt idx="184">
                  <c:v>52.2</c:v>
                </c:pt>
                <c:pt idx="185">
                  <c:v>52.4</c:v>
                </c:pt>
                <c:pt idx="186">
                  <c:v>52.6</c:v>
                </c:pt>
                <c:pt idx="187">
                  <c:v>52.6</c:v>
                </c:pt>
                <c:pt idx="188">
                  <c:v>52.8</c:v>
                </c:pt>
                <c:pt idx="189">
                  <c:v>53.2</c:v>
                </c:pt>
                <c:pt idx="190">
                  <c:v>53.6</c:v>
                </c:pt>
                <c:pt idx="191">
                  <c:v>54.4</c:v>
                </c:pt>
                <c:pt idx="192">
                  <c:v>54.6</c:v>
                </c:pt>
                <c:pt idx="193">
                  <c:v>55</c:v>
                </c:pt>
                <c:pt idx="194">
                  <c:v>55</c:v>
                </c:pt>
                <c:pt idx="195">
                  <c:v>55.2</c:v>
                </c:pt>
                <c:pt idx="196">
                  <c:v>55.4</c:v>
                </c:pt>
                <c:pt idx="197">
                  <c:v>55.4</c:v>
                </c:pt>
                <c:pt idx="198">
                  <c:v>55.6</c:v>
                </c:pt>
                <c:pt idx="199">
                  <c:v>55.6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38-4FDF-9413-EE889A92DF23}"/>
            </c:ext>
          </c:extLst>
        </c:ser>
        <c:ser>
          <c:idx val="3"/>
          <c:order val="3"/>
          <c:tx>
            <c:strRef>
              <c:f>save1!$EF$1416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save1!$EF$1417:$EF$1616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  <c:pt idx="10">
                  <c:v>1.6</c:v>
                </c:pt>
                <c:pt idx="11">
                  <c:v>1.8</c:v>
                </c:pt>
                <c:pt idx="12">
                  <c:v>2</c:v>
                </c:pt>
                <c:pt idx="13">
                  <c:v>2.2000000000000002</c:v>
                </c:pt>
                <c:pt idx="14">
                  <c:v>2.6</c:v>
                </c:pt>
                <c:pt idx="15">
                  <c:v>2.8</c:v>
                </c:pt>
                <c:pt idx="16">
                  <c:v>3</c:v>
                </c:pt>
                <c:pt idx="17">
                  <c:v>3</c:v>
                </c:pt>
                <c:pt idx="18">
                  <c:v>3.2</c:v>
                </c:pt>
                <c:pt idx="19">
                  <c:v>3.2</c:v>
                </c:pt>
                <c:pt idx="20">
                  <c:v>3.2</c:v>
                </c:pt>
                <c:pt idx="21">
                  <c:v>3.2</c:v>
                </c:pt>
                <c:pt idx="22">
                  <c:v>3.2</c:v>
                </c:pt>
                <c:pt idx="23">
                  <c:v>3.4</c:v>
                </c:pt>
                <c:pt idx="24">
                  <c:v>3.6</c:v>
                </c:pt>
                <c:pt idx="25">
                  <c:v>3.8</c:v>
                </c:pt>
                <c:pt idx="26">
                  <c:v>4</c:v>
                </c:pt>
                <c:pt idx="27">
                  <c:v>4.4000000000000004</c:v>
                </c:pt>
                <c:pt idx="28">
                  <c:v>4.5999999999999996</c:v>
                </c:pt>
                <c:pt idx="29">
                  <c:v>4.5999999999999996</c:v>
                </c:pt>
                <c:pt idx="30">
                  <c:v>4.8</c:v>
                </c:pt>
                <c:pt idx="31">
                  <c:v>4.8</c:v>
                </c:pt>
                <c:pt idx="32">
                  <c:v>5</c:v>
                </c:pt>
                <c:pt idx="33">
                  <c:v>5</c:v>
                </c:pt>
                <c:pt idx="34">
                  <c:v>5.4</c:v>
                </c:pt>
                <c:pt idx="35">
                  <c:v>6</c:v>
                </c:pt>
                <c:pt idx="36">
                  <c:v>6.2</c:v>
                </c:pt>
                <c:pt idx="37">
                  <c:v>6.4</c:v>
                </c:pt>
                <c:pt idx="38">
                  <c:v>6.6</c:v>
                </c:pt>
                <c:pt idx="39">
                  <c:v>6.8</c:v>
                </c:pt>
                <c:pt idx="40">
                  <c:v>7.2</c:v>
                </c:pt>
                <c:pt idx="41">
                  <c:v>7.4</c:v>
                </c:pt>
                <c:pt idx="42">
                  <c:v>7.6</c:v>
                </c:pt>
                <c:pt idx="43">
                  <c:v>7.6</c:v>
                </c:pt>
                <c:pt idx="44">
                  <c:v>7.8</c:v>
                </c:pt>
                <c:pt idx="45">
                  <c:v>7.8</c:v>
                </c:pt>
                <c:pt idx="46">
                  <c:v>8.4</c:v>
                </c:pt>
                <c:pt idx="47">
                  <c:v>8.6</c:v>
                </c:pt>
                <c:pt idx="48">
                  <c:v>8.6</c:v>
                </c:pt>
                <c:pt idx="49">
                  <c:v>9</c:v>
                </c:pt>
                <c:pt idx="50">
                  <c:v>9</c:v>
                </c:pt>
                <c:pt idx="51">
                  <c:v>9.1999999999999993</c:v>
                </c:pt>
                <c:pt idx="52">
                  <c:v>9.4</c:v>
                </c:pt>
                <c:pt idx="53">
                  <c:v>9.6</c:v>
                </c:pt>
                <c:pt idx="54">
                  <c:v>9.6</c:v>
                </c:pt>
                <c:pt idx="55">
                  <c:v>9.8000000000000007</c:v>
                </c:pt>
                <c:pt idx="56">
                  <c:v>9.8000000000000007</c:v>
                </c:pt>
                <c:pt idx="57">
                  <c:v>10</c:v>
                </c:pt>
                <c:pt idx="58">
                  <c:v>10.6</c:v>
                </c:pt>
                <c:pt idx="59">
                  <c:v>10.6</c:v>
                </c:pt>
                <c:pt idx="60">
                  <c:v>10.8</c:v>
                </c:pt>
                <c:pt idx="61">
                  <c:v>11</c:v>
                </c:pt>
                <c:pt idx="62">
                  <c:v>11.2</c:v>
                </c:pt>
                <c:pt idx="63">
                  <c:v>11.2</c:v>
                </c:pt>
                <c:pt idx="64">
                  <c:v>11.4</c:v>
                </c:pt>
                <c:pt idx="65">
                  <c:v>11.4</c:v>
                </c:pt>
                <c:pt idx="66">
                  <c:v>11.6</c:v>
                </c:pt>
                <c:pt idx="67">
                  <c:v>11.8</c:v>
                </c:pt>
                <c:pt idx="68">
                  <c:v>11.8</c:v>
                </c:pt>
                <c:pt idx="69">
                  <c:v>12</c:v>
                </c:pt>
                <c:pt idx="70">
                  <c:v>12.2</c:v>
                </c:pt>
                <c:pt idx="71">
                  <c:v>12.6</c:v>
                </c:pt>
                <c:pt idx="72">
                  <c:v>13</c:v>
                </c:pt>
                <c:pt idx="73">
                  <c:v>13</c:v>
                </c:pt>
                <c:pt idx="74">
                  <c:v>13</c:v>
                </c:pt>
                <c:pt idx="75">
                  <c:v>13.4</c:v>
                </c:pt>
                <c:pt idx="76">
                  <c:v>13.6</c:v>
                </c:pt>
                <c:pt idx="77">
                  <c:v>13.8</c:v>
                </c:pt>
                <c:pt idx="78">
                  <c:v>13.8</c:v>
                </c:pt>
                <c:pt idx="79">
                  <c:v>14</c:v>
                </c:pt>
                <c:pt idx="80">
                  <c:v>14.2</c:v>
                </c:pt>
                <c:pt idx="81">
                  <c:v>14.2</c:v>
                </c:pt>
                <c:pt idx="82">
                  <c:v>14.2</c:v>
                </c:pt>
                <c:pt idx="83">
                  <c:v>14.6</c:v>
                </c:pt>
                <c:pt idx="84">
                  <c:v>14.8</c:v>
                </c:pt>
                <c:pt idx="85">
                  <c:v>14.8</c:v>
                </c:pt>
                <c:pt idx="86">
                  <c:v>15</c:v>
                </c:pt>
                <c:pt idx="87">
                  <c:v>15.2</c:v>
                </c:pt>
                <c:pt idx="88">
                  <c:v>15.4</c:v>
                </c:pt>
                <c:pt idx="89">
                  <c:v>15.6</c:v>
                </c:pt>
                <c:pt idx="90">
                  <c:v>15.8</c:v>
                </c:pt>
                <c:pt idx="91">
                  <c:v>16.2</c:v>
                </c:pt>
                <c:pt idx="92">
                  <c:v>16.399999999999999</c:v>
                </c:pt>
                <c:pt idx="93">
                  <c:v>16.399999999999999</c:v>
                </c:pt>
                <c:pt idx="94">
                  <c:v>17</c:v>
                </c:pt>
                <c:pt idx="95">
                  <c:v>17</c:v>
                </c:pt>
                <c:pt idx="96">
                  <c:v>17</c:v>
                </c:pt>
                <c:pt idx="97">
                  <c:v>17</c:v>
                </c:pt>
                <c:pt idx="98">
                  <c:v>17.399999999999999</c:v>
                </c:pt>
                <c:pt idx="99">
                  <c:v>17.399999999999999</c:v>
                </c:pt>
                <c:pt idx="100">
                  <c:v>17.600000000000001</c:v>
                </c:pt>
                <c:pt idx="101">
                  <c:v>18</c:v>
                </c:pt>
                <c:pt idx="102">
                  <c:v>18.600000000000001</c:v>
                </c:pt>
                <c:pt idx="103">
                  <c:v>18.600000000000001</c:v>
                </c:pt>
                <c:pt idx="104">
                  <c:v>18.600000000000001</c:v>
                </c:pt>
                <c:pt idx="105">
                  <c:v>18.600000000000001</c:v>
                </c:pt>
                <c:pt idx="106">
                  <c:v>18.8</c:v>
                </c:pt>
                <c:pt idx="107">
                  <c:v>19</c:v>
                </c:pt>
                <c:pt idx="108">
                  <c:v>19.399999999999999</c:v>
                </c:pt>
                <c:pt idx="109">
                  <c:v>19.399999999999999</c:v>
                </c:pt>
                <c:pt idx="110">
                  <c:v>19.600000000000001</c:v>
                </c:pt>
                <c:pt idx="111">
                  <c:v>19.8</c:v>
                </c:pt>
                <c:pt idx="112">
                  <c:v>20</c:v>
                </c:pt>
                <c:pt idx="113">
                  <c:v>20.2</c:v>
                </c:pt>
                <c:pt idx="114">
                  <c:v>20.6</c:v>
                </c:pt>
                <c:pt idx="115">
                  <c:v>21</c:v>
                </c:pt>
                <c:pt idx="116">
                  <c:v>21.2</c:v>
                </c:pt>
                <c:pt idx="117">
                  <c:v>21.8</c:v>
                </c:pt>
                <c:pt idx="118">
                  <c:v>22.2</c:v>
                </c:pt>
                <c:pt idx="119">
                  <c:v>22.4</c:v>
                </c:pt>
                <c:pt idx="120">
                  <c:v>22.6</c:v>
                </c:pt>
                <c:pt idx="121">
                  <c:v>23.2</c:v>
                </c:pt>
                <c:pt idx="122">
                  <c:v>23.2</c:v>
                </c:pt>
                <c:pt idx="123">
                  <c:v>23.2</c:v>
                </c:pt>
                <c:pt idx="124">
                  <c:v>23.2</c:v>
                </c:pt>
                <c:pt idx="125">
                  <c:v>23.4</c:v>
                </c:pt>
                <c:pt idx="126">
                  <c:v>23.4</c:v>
                </c:pt>
                <c:pt idx="127">
                  <c:v>23.4</c:v>
                </c:pt>
                <c:pt idx="128">
                  <c:v>24</c:v>
                </c:pt>
                <c:pt idx="129">
                  <c:v>24.4</c:v>
                </c:pt>
                <c:pt idx="130">
                  <c:v>24.6</c:v>
                </c:pt>
                <c:pt idx="131">
                  <c:v>24.6</c:v>
                </c:pt>
                <c:pt idx="132">
                  <c:v>24.8</c:v>
                </c:pt>
                <c:pt idx="133">
                  <c:v>25</c:v>
                </c:pt>
                <c:pt idx="134">
                  <c:v>25</c:v>
                </c:pt>
                <c:pt idx="135">
                  <c:v>25.2</c:v>
                </c:pt>
                <c:pt idx="136">
                  <c:v>25.2</c:v>
                </c:pt>
                <c:pt idx="137">
                  <c:v>25.2</c:v>
                </c:pt>
                <c:pt idx="138">
                  <c:v>25.6</c:v>
                </c:pt>
                <c:pt idx="139">
                  <c:v>25.6</c:v>
                </c:pt>
                <c:pt idx="140">
                  <c:v>25.6</c:v>
                </c:pt>
                <c:pt idx="141">
                  <c:v>25.8</c:v>
                </c:pt>
                <c:pt idx="142">
                  <c:v>26</c:v>
                </c:pt>
                <c:pt idx="143">
                  <c:v>26</c:v>
                </c:pt>
                <c:pt idx="144">
                  <c:v>26.4</c:v>
                </c:pt>
                <c:pt idx="145">
                  <c:v>26.6</c:v>
                </c:pt>
                <c:pt idx="146">
                  <c:v>26.6</c:v>
                </c:pt>
                <c:pt idx="147">
                  <c:v>26.8</c:v>
                </c:pt>
                <c:pt idx="148">
                  <c:v>27</c:v>
                </c:pt>
                <c:pt idx="149">
                  <c:v>27.2</c:v>
                </c:pt>
                <c:pt idx="150">
                  <c:v>27.2</c:v>
                </c:pt>
                <c:pt idx="151">
                  <c:v>27.6</c:v>
                </c:pt>
                <c:pt idx="152">
                  <c:v>28</c:v>
                </c:pt>
                <c:pt idx="153">
                  <c:v>28.2</c:v>
                </c:pt>
                <c:pt idx="154">
                  <c:v>28.4</c:v>
                </c:pt>
                <c:pt idx="155">
                  <c:v>28.6</c:v>
                </c:pt>
                <c:pt idx="156">
                  <c:v>28.8</c:v>
                </c:pt>
                <c:pt idx="157">
                  <c:v>28.8</c:v>
                </c:pt>
                <c:pt idx="158">
                  <c:v>28.8</c:v>
                </c:pt>
                <c:pt idx="159">
                  <c:v>28.8</c:v>
                </c:pt>
                <c:pt idx="160">
                  <c:v>29.4</c:v>
                </c:pt>
                <c:pt idx="161">
                  <c:v>29.4</c:v>
                </c:pt>
                <c:pt idx="162">
                  <c:v>29.4</c:v>
                </c:pt>
                <c:pt idx="163">
                  <c:v>30</c:v>
                </c:pt>
                <c:pt idx="164">
                  <c:v>30.4</c:v>
                </c:pt>
                <c:pt idx="165">
                  <c:v>30.6</c:v>
                </c:pt>
                <c:pt idx="166">
                  <c:v>30.6</c:v>
                </c:pt>
                <c:pt idx="167">
                  <c:v>31</c:v>
                </c:pt>
                <c:pt idx="168">
                  <c:v>31</c:v>
                </c:pt>
                <c:pt idx="169">
                  <c:v>31.2</c:v>
                </c:pt>
                <c:pt idx="170">
                  <c:v>31.2</c:v>
                </c:pt>
                <c:pt idx="171">
                  <c:v>31.4</c:v>
                </c:pt>
                <c:pt idx="172">
                  <c:v>32</c:v>
                </c:pt>
                <c:pt idx="173">
                  <c:v>32.200000000000003</c:v>
                </c:pt>
                <c:pt idx="174">
                  <c:v>32.200000000000003</c:v>
                </c:pt>
                <c:pt idx="175">
                  <c:v>32.6</c:v>
                </c:pt>
                <c:pt idx="176">
                  <c:v>32.799999999999997</c:v>
                </c:pt>
                <c:pt idx="177">
                  <c:v>33</c:v>
                </c:pt>
                <c:pt idx="178">
                  <c:v>33</c:v>
                </c:pt>
                <c:pt idx="179">
                  <c:v>33.200000000000003</c:v>
                </c:pt>
                <c:pt idx="180">
                  <c:v>33.4</c:v>
                </c:pt>
                <c:pt idx="181">
                  <c:v>33.6</c:v>
                </c:pt>
                <c:pt idx="182">
                  <c:v>33.6</c:v>
                </c:pt>
                <c:pt idx="183">
                  <c:v>33.6</c:v>
                </c:pt>
                <c:pt idx="184">
                  <c:v>33.6</c:v>
                </c:pt>
                <c:pt idx="185">
                  <c:v>33.799999999999997</c:v>
                </c:pt>
                <c:pt idx="186">
                  <c:v>33.799999999999997</c:v>
                </c:pt>
                <c:pt idx="187">
                  <c:v>34</c:v>
                </c:pt>
                <c:pt idx="188">
                  <c:v>34.200000000000003</c:v>
                </c:pt>
                <c:pt idx="189">
                  <c:v>34.200000000000003</c:v>
                </c:pt>
                <c:pt idx="190">
                  <c:v>34.200000000000003</c:v>
                </c:pt>
                <c:pt idx="191">
                  <c:v>34.4</c:v>
                </c:pt>
                <c:pt idx="192">
                  <c:v>34.799999999999997</c:v>
                </c:pt>
                <c:pt idx="193">
                  <c:v>35</c:v>
                </c:pt>
                <c:pt idx="194">
                  <c:v>35.200000000000003</c:v>
                </c:pt>
                <c:pt idx="195">
                  <c:v>35.4</c:v>
                </c:pt>
                <c:pt idx="196">
                  <c:v>35.4</c:v>
                </c:pt>
                <c:pt idx="197">
                  <c:v>35.799999999999997</c:v>
                </c:pt>
                <c:pt idx="198">
                  <c:v>35.799999999999997</c:v>
                </c:pt>
                <c:pt idx="199">
                  <c:v>35.799999999999997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E38-4FDF-9413-EE889A92DF23}"/>
            </c:ext>
          </c:extLst>
        </c:ser>
        <c:ser>
          <c:idx val="4"/>
          <c:order val="4"/>
          <c:tx>
            <c:strRef>
              <c:f>save1!$EG$1416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save1!$EG$1417:$EG$1616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0.4</c:v>
                </c:pt>
                <c:pt idx="14">
                  <c:v>0.4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1.6</c:v>
                </c:pt>
                <c:pt idx="69">
                  <c:v>1.6</c:v>
                </c:pt>
                <c:pt idx="70">
                  <c:v>1.6</c:v>
                </c:pt>
                <c:pt idx="71">
                  <c:v>1.6</c:v>
                </c:pt>
                <c:pt idx="72">
                  <c:v>1.6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2</c:v>
                </c:pt>
                <c:pt idx="78">
                  <c:v>2.2000000000000002</c:v>
                </c:pt>
                <c:pt idx="79">
                  <c:v>2.2000000000000002</c:v>
                </c:pt>
                <c:pt idx="80">
                  <c:v>2.2000000000000002</c:v>
                </c:pt>
                <c:pt idx="81">
                  <c:v>2.2000000000000002</c:v>
                </c:pt>
                <c:pt idx="82">
                  <c:v>2.2000000000000002</c:v>
                </c:pt>
                <c:pt idx="83">
                  <c:v>2.2000000000000002</c:v>
                </c:pt>
                <c:pt idx="84">
                  <c:v>2.4</c:v>
                </c:pt>
                <c:pt idx="85">
                  <c:v>2.6</c:v>
                </c:pt>
                <c:pt idx="86">
                  <c:v>2.6</c:v>
                </c:pt>
                <c:pt idx="87">
                  <c:v>2.6</c:v>
                </c:pt>
                <c:pt idx="88">
                  <c:v>2.6</c:v>
                </c:pt>
                <c:pt idx="89">
                  <c:v>2.6</c:v>
                </c:pt>
                <c:pt idx="90">
                  <c:v>2.8</c:v>
                </c:pt>
                <c:pt idx="91">
                  <c:v>2.8</c:v>
                </c:pt>
                <c:pt idx="92">
                  <c:v>2.8</c:v>
                </c:pt>
                <c:pt idx="93">
                  <c:v>2.8</c:v>
                </c:pt>
                <c:pt idx="94">
                  <c:v>2.8</c:v>
                </c:pt>
                <c:pt idx="95">
                  <c:v>3</c:v>
                </c:pt>
                <c:pt idx="96">
                  <c:v>3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3.4</c:v>
                </c:pt>
                <c:pt idx="118">
                  <c:v>3.4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3.6</c:v>
                </c:pt>
                <c:pt idx="127">
                  <c:v>3.6</c:v>
                </c:pt>
                <c:pt idx="128">
                  <c:v>3.6</c:v>
                </c:pt>
                <c:pt idx="129">
                  <c:v>3.6</c:v>
                </c:pt>
                <c:pt idx="130">
                  <c:v>3.6</c:v>
                </c:pt>
                <c:pt idx="131">
                  <c:v>3.6</c:v>
                </c:pt>
                <c:pt idx="132">
                  <c:v>3.6</c:v>
                </c:pt>
                <c:pt idx="133">
                  <c:v>3.6</c:v>
                </c:pt>
                <c:pt idx="134">
                  <c:v>3.8</c:v>
                </c:pt>
                <c:pt idx="135">
                  <c:v>3.8</c:v>
                </c:pt>
                <c:pt idx="136">
                  <c:v>4</c:v>
                </c:pt>
                <c:pt idx="137">
                  <c:v>4</c:v>
                </c:pt>
                <c:pt idx="138">
                  <c:v>4</c:v>
                </c:pt>
                <c:pt idx="139">
                  <c:v>4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4.4000000000000004</c:v>
                </c:pt>
                <c:pt idx="152">
                  <c:v>4.4000000000000004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4.4000000000000004</c:v>
                </c:pt>
                <c:pt idx="165">
                  <c:v>4.4000000000000004</c:v>
                </c:pt>
                <c:pt idx="166">
                  <c:v>4.4000000000000004</c:v>
                </c:pt>
                <c:pt idx="167">
                  <c:v>4.5999999999999996</c:v>
                </c:pt>
                <c:pt idx="168">
                  <c:v>4.5999999999999996</c:v>
                </c:pt>
                <c:pt idx="169">
                  <c:v>4.5999999999999996</c:v>
                </c:pt>
                <c:pt idx="170">
                  <c:v>4.5999999999999996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4.5999999999999996</c:v>
                </c:pt>
                <c:pt idx="175">
                  <c:v>4.5999999999999996</c:v>
                </c:pt>
                <c:pt idx="176">
                  <c:v>4.5999999999999996</c:v>
                </c:pt>
                <c:pt idx="177">
                  <c:v>4.5999999999999996</c:v>
                </c:pt>
                <c:pt idx="178">
                  <c:v>4.5999999999999996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4.5999999999999996</c:v>
                </c:pt>
                <c:pt idx="182">
                  <c:v>4.5999999999999996</c:v>
                </c:pt>
                <c:pt idx="183">
                  <c:v>4.5999999999999996</c:v>
                </c:pt>
                <c:pt idx="184">
                  <c:v>4.5999999999999996</c:v>
                </c:pt>
                <c:pt idx="185">
                  <c:v>4.5999999999999996</c:v>
                </c:pt>
                <c:pt idx="186">
                  <c:v>4.5999999999999996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4.8</c:v>
                </c:pt>
                <c:pt idx="192">
                  <c:v>4.8</c:v>
                </c:pt>
                <c:pt idx="193">
                  <c:v>4.8</c:v>
                </c:pt>
                <c:pt idx="194">
                  <c:v>4.8</c:v>
                </c:pt>
                <c:pt idx="195">
                  <c:v>4.8</c:v>
                </c:pt>
                <c:pt idx="196">
                  <c:v>4.8</c:v>
                </c:pt>
                <c:pt idx="197">
                  <c:v>4.8</c:v>
                </c:pt>
                <c:pt idx="198">
                  <c:v>4.8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E38-4FDF-9413-EE889A92DF23}"/>
            </c:ext>
          </c:extLst>
        </c:ser>
        <c:ser>
          <c:idx val="5"/>
          <c:order val="5"/>
          <c:tx>
            <c:strRef>
              <c:f>save1!$EH$1416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save1!$EH$1417:$EH$1616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1.2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1.6</c:v>
                </c:pt>
                <c:pt idx="24">
                  <c:v>1.6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1.8</c:v>
                </c:pt>
                <c:pt idx="34">
                  <c:v>1.8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2.4</c:v>
                </c:pt>
                <c:pt idx="41">
                  <c:v>2.6</c:v>
                </c:pt>
                <c:pt idx="42">
                  <c:v>2.6</c:v>
                </c:pt>
                <c:pt idx="43">
                  <c:v>2.6</c:v>
                </c:pt>
                <c:pt idx="44">
                  <c:v>2.8</c:v>
                </c:pt>
                <c:pt idx="45">
                  <c:v>2.8</c:v>
                </c:pt>
                <c:pt idx="46">
                  <c:v>3</c:v>
                </c:pt>
                <c:pt idx="47">
                  <c:v>3</c:v>
                </c:pt>
                <c:pt idx="48">
                  <c:v>3.2</c:v>
                </c:pt>
                <c:pt idx="49">
                  <c:v>3.4</c:v>
                </c:pt>
                <c:pt idx="50">
                  <c:v>3.6</c:v>
                </c:pt>
                <c:pt idx="51">
                  <c:v>3.6</c:v>
                </c:pt>
                <c:pt idx="52">
                  <c:v>3.6</c:v>
                </c:pt>
                <c:pt idx="53">
                  <c:v>3.8</c:v>
                </c:pt>
                <c:pt idx="54">
                  <c:v>4</c:v>
                </c:pt>
                <c:pt idx="55">
                  <c:v>4.2</c:v>
                </c:pt>
                <c:pt idx="56">
                  <c:v>4.2</c:v>
                </c:pt>
                <c:pt idx="57">
                  <c:v>4.2</c:v>
                </c:pt>
                <c:pt idx="58">
                  <c:v>4.4000000000000004</c:v>
                </c:pt>
                <c:pt idx="59">
                  <c:v>4.4000000000000004</c:v>
                </c:pt>
                <c:pt idx="60">
                  <c:v>4.4000000000000004</c:v>
                </c:pt>
                <c:pt idx="61">
                  <c:v>4.4000000000000004</c:v>
                </c:pt>
                <c:pt idx="62">
                  <c:v>4.4000000000000004</c:v>
                </c:pt>
                <c:pt idx="63">
                  <c:v>4.5999999999999996</c:v>
                </c:pt>
                <c:pt idx="64">
                  <c:v>4.5999999999999996</c:v>
                </c:pt>
                <c:pt idx="65">
                  <c:v>4.5999999999999996</c:v>
                </c:pt>
                <c:pt idx="66">
                  <c:v>4.5999999999999996</c:v>
                </c:pt>
                <c:pt idx="67">
                  <c:v>4.5999999999999996</c:v>
                </c:pt>
                <c:pt idx="68">
                  <c:v>4.5999999999999996</c:v>
                </c:pt>
                <c:pt idx="69">
                  <c:v>4.5999999999999996</c:v>
                </c:pt>
                <c:pt idx="70">
                  <c:v>4.5999999999999996</c:v>
                </c:pt>
                <c:pt idx="71">
                  <c:v>4.5999999999999996</c:v>
                </c:pt>
                <c:pt idx="72">
                  <c:v>4.5999999999999996</c:v>
                </c:pt>
                <c:pt idx="73">
                  <c:v>4.5999999999999996</c:v>
                </c:pt>
                <c:pt idx="74">
                  <c:v>4.5999999999999996</c:v>
                </c:pt>
                <c:pt idx="75">
                  <c:v>4.5999999999999996</c:v>
                </c:pt>
                <c:pt idx="76">
                  <c:v>4.5999999999999996</c:v>
                </c:pt>
                <c:pt idx="77">
                  <c:v>4.5999999999999996</c:v>
                </c:pt>
                <c:pt idx="78">
                  <c:v>4.5999999999999996</c:v>
                </c:pt>
                <c:pt idx="79">
                  <c:v>4.5999999999999996</c:v>
                </c:pt>
                <c:pt idx="80">
                  <c:v>4.5999999999999996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5.2</c:v>
                </c:pt>
                <c:pt idx="87">
                  <c:v>5.2</c:v>
                </c:pt>
                <c:pt idx="88">
                  <c:v>5.2</c:v>
                </c:pt>
                <c:pt idx="89">
                  <c:v>5.2</c:v>
                </c:pt>
                <c:pt idx="90">
                  <c:v>5.2</c:v>
                </c:pt>
                <c:pt idx="91">
                  <c:v>5.2</c:v>
                </c:pt>
                <c:pt idx="92">
                  <c:v>5.2</c:v>
                </c:pt>
                <c:pt idx="93">
                  <c:v>5.2</c:v>
                </c:pt>
                <c:pt idx="94">
                  <c:v>5.2</c:v>
                </c:pt>
                <c:pt idx="95">
                  <c:v>5.2</c:v>
                </c:pt>
                <c:pt idx="96">
                  <c:v>5.2</c:v>
                </c:pt>
                <c:pt idx="97">
                  <c:v>5.2</c:v>
                </c:pt>
                <c:pt idx="98">
                  <c:v>5.2</c:v>
                </c:pt>
                <c:pt idx="99">
                  <c:v>5.2</c:v>
                </c:pt>
                <c:pt idx="100">
                  <c:v>5.2</c:v>
                </c:pt>
                <c:pt idx="101">
                  <c:v>5.2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5.4</c:v>
                </c:pt>
                <c:pt idx="107">
                  <c:v>5.4</c:v>
                </c:pt>
                <c:pt idx="108">
                  <c:v>5.6</c:v>
                </c:pt>
                <c:pt idx="109">
                  <c:v>5.6</c:v>
                </c:pt>
                <c:pt idx="110">
                  <c:v>5.6</c:v>
                </c:pt>
                <c:pt idx="111">
                  <c:v>5.8</c:v>
                </c:pt>
                <c:pt idx="112">
                  <c:v>6</c:v>
                </c:pt>
                <c:pt idx="113">
                  <c:v>6.2</c:v>
                </c:pt>
                <c:pt idx="114">
                  <c:v>6.2</c:v>
                </c:pt>
                <c:pt idx="115">
                  <c:v>6.2</c:v>
                </c:pt>
                <c:pt idx="116">
                  <c:v>6.2</c:v>
                </c:pt>
                <c:pt idx="117">
                  <c:v>6.2</c:v>
                </c:pt>
                <c:pt idx="118">
                  <c:v>6.2</c:v>
                </c:pt>
                <c:pt idx="119">
                  <c:v>6.2</c:v>
                </c:pt>
                <c:pt idx="120">
                  <c:v>6.2</c:v>
                </c:pt>
                <c:pt idx="121">
                  <c:v>6.2</c:v>
                </c:pt>
                <c:pt idx="122">
                  <c:v>6.2</c:v>
                </c:pt>
                <c:pt idx="123">
                  <c:v>6.2</c:v>
                </c:pt>
                <c:pt idx="124">
                  <c:v>6.2</c:v>
                </c:pt>
                <c:pt idx="125">
                  <c:v>6.2</c:v>
                </c:pt>
                <c:pt idx="126">
                  <c:v>6.2</c:v>
                </c:pt>
                <c:pt idx="127">
                  <c:v>6.2</c:v>
                </c:pt>
                <c:pt idx="128">
                  <c:v>6.4</c:v>
                </c:pt>
                <c:pt idx="129">
                  <c:v>6.8</c:v>
                </c:pt>
                <c:pt idx="130">
                  <c:v>7</c:v>
                </c:pt>
                <c:pt idx="131">
                  <c:v>7</c:v>
                </c:pt>
                <c:pt idx="132">
                  <c:v>7</c:v>
                </c:pt>
                <c:pt idx="133">
                  <c:v>7.2</c:v>
                </c:pt>
                <c:pt idx="134">
                  <c:v>7.2</c:v>
                </c:pt>
                <c:pt idx="135">
                  <c:v>7.2</c:v>
                </c:pt>
                <c:pt idx="136">
                  <c:v>7.2</c:v>
                </c:pt>
                <c:pt idx="137">
                  <c:v>7.2</c:v>
                </c:pt>
                <c:pt idx="138">
                  <c:v>7.2</c:v>
                </c:pt>
                <c:pt idx="139">
                  <c:v>7.2</c:v>
                </c:pt>
                <c:pt idx="140">
                  <c:v>7.4</c:v>
                </c:pt>
                <c:pt idx="141">
                  <c:v>7.4</c:v>
                </c:pt>
                <c:pt idx="142">
                  <c:v>7.6</c:v>
                </c:pt>
                <c:pt idx="143">
                  <c:v>7.8</c:v>
                </c:pt>
                <c:pt idx="144">
                  <c:v>7.8</c:v>
                </c:pt>
                <c:pt idx="145">
                  <c:v>7.8</c:v>
                </c:pt>
                <c:pt idx="146">
                  <c:v>7.8</c:v>
                </c:pt>
                <c:pt idx="147">
                  <c:v>7.8</c:v>
                </c:pt>
                <c:pt idx="148">
                  <c:v>7.8</c:v>
                </c:pt>
                <c:pt idx="149">
                  <c:v>7.8</c:v>
                </c:pt>
                <c:pt idx="150">
                  <c:v>7.8</c:v>
                </c:pt>
                <c:pt idx="151">
                  <c:v>8</c:v>
                </c:pt>
                <c:pt idx="152">
                  <c:v>8</c:v>
                </c:pt>
                <c:pt idx="153">
                  <c:v>8</c:v>
                </c:pt>
                <c:pt idx="154">
                  <c:v>8.1999999999999993</c:v>
                </c:pt>
                <c:pt idx="155">
                  <c:v>8.1999999999999993</c:v>
                </c:pt>
                <c:pt idx="156">
                  <c:v>8.1999999999999993</c:v>
                </c:pt>
                <c:pt idx="157">
                  <c:v>8.1999999999999993</c:v>
                </c:pt>
                <c:pt idx="158">
                  <c:v>8.1999999999999993</c:v>
                </c:pt>
                <c:pt idx="159">
                  <c:v>8.1999999999999993</c:v>
                </c:pt>
                <c:pt idx="160">
                  <c:v>8.1999999999999993</c:v>
                </c:pt>
                <c:pt idx="161">
                  <c:v>8.1999999999999993</c:v>
                </c:pt>
                <c:pt idx="162">
                  <c:v>8.1999999999999993</c:v>
                </c:pt>
                <c:pt idx="163">
                  <c:v>8.4</c:v>
                </c:pt>
                <c:pt idx="164">
                  <c:v>8.4</c:v>
                </c:pt>
                <c:pt idx="165">
                  <c:v>8.6</c:v>
                </c:pt>
                <c:pt idx="166">
                  <c:v>8.6</c:v>
                </c:pt>
                <c:pt idx="167">
                  <c:v>8.8000000000000007</c:v>
                </c:pt>
                <c:pt idx="168">
                  <c:v>8.8000000000000007</c:v>
                </c:pt>
                <c:pt idx="169">
                  <c:v>8.8000000000000007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9</c:v>
                </c:pt>
                <c:pt idx="174">
                  <c:v>9.1999999999999993</c:v>
                </c:pt>
                <c:pt idx="175">
                  <c:v>9.4</c:v>
                </c:pt>
                <c:pt idx="176">
                  <c:v>9.6</c:v>
                </c:pt>
                <c:pt idx="177">
                  <c:v>9.6</c:v>
                </c:pt>
                <c:pt idx="178">
                  <c:v>9.6</c:v>
                </c:pt>
                <c:pt idx="179">
                  <c:v>9.6</c:v>
                </c:pt>
                <c:pt idx="180">
                  <c:v>9.6</c:v>
                </c:pt>
                <c:pt idx="181">
                  <c:v>9.6</c:v>
                </c:pt>
                <c:pt idx="182">
                  <c:v>9.6</c:v>
                </c:pt>
                <c:pt idx="183">
                  <c:v>9.8000000000000007</c:v>
                </c:pt>
                <c:pt idx="184">
                  <c:v>9.8000000000000007</c:v>
                </c:pt>
                <c:pt idx="185">
                  <c:v>9.8000000000000007</c:v>
                </c:pt>
                <c:pt idx="186">
                  <c:v>9.8000000000000007</c:v>
                </c:pt>
                <c:pt idx="187">
                  <c:v>9.8000000000000007</c:v>
                </c:pt>
                <c:pt idx="188">
                  <c:v>9.8000000000000007</c:v>
                </c:pt>
                <c:pt idx="189">
                  <c:v>9.8000000000000007</c:v>
                </c:pt>
                <c:pt idx="190">
                  <c:v>9.8000000000000007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10.199999999999999</c:v>
                </c:pt>
                <c:pt idx="195">
                  <c:v>10.199999999999999</c:v>
                </c:pt>
                <c:pt idx="196">
                  <c:v>10.199999999999999</c:v>
                </c:pt>
                <c:pt idx="197">
                  <c:v>10.199999999999999</c:v>
                </c:pt>
                <c:pt idx="198">
                  <c:v>10.199999999999999</c:v>
                </c:pt>
                <c:pt idx="199">
                  <c:v>10.4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E38-4FDF-9413-EE889A92DF23}"/>
            </c:ext>
          </c:extLst>
        </c:ser>
        <c:ser>
          <c:idx val="6"/>
          <c:order val="6"/>
          <c:tx>
            <c:strRef>
              <c:f>save1!$EI$1416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save1!$EI$1417:$EI$1616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0.6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1.2</c:v>
                </c:pt>
                <c:pt idx="31">
                  <c:v>1.2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1.6</c:v>
                </c:pt>
                <c:pt idx="39">
                  <c:v>1.6</c:v>
                </c:pt>
                <c:pt idx="40">
                  <c:v>1.6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2.4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2.8</c:v>
                </c:pt>
                <c:pt idx="63">
                  <c:v>3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3</c:v>
                </c:pt>
                <c:pt idx="68">
                  <c:v>3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3.2</c:v>
                </c:pt>
                <c:pt idx="73">
                  <c:v>3.2</c:v>
                </c:pt>
                <c:pt idx="74">
                  <c:v>3.4</c:v>
                </c:pt>
                <c:pt idx="75">
                  <c:v>3.4</c:v>
                </c:pt>
                <c:pt idx="76">
                  <c:v>3.4</c:v>
                </c:pt>
                <c:pt idx="77">
                  <c:v>3.4</c:v>
                </c:pt>
                <c:pt idx="78">
                  <c:v>3.6</c:v>
                </c:pt>
                <c:pt idx="79">
                  <c:v>3.6</c:v>
                </c:pt>
                <c:pt idx="80">
                  <c:v>3.6</c:v>
                </c:pt>
                <c:pt idx="81">
                  <c:v>3.6</c:v>
                </c:pt>
                <c:pt idx="82">
                  <c:v>3.6</c:v>
                </c:pt>
                <c:pt idx="83">
                  <c:v>3.6</c:v>
                </c:pt>
                <c:pt idx="84">
                  <c:v>3.6</c:v>
                </c:pt>
                <c:pt idx="85">
                  <c:v>3.6</c:v>
                </c:pt>
                <c:pt idx="86">
                  <c:v>3.6</c:v>
                </c:pt>
                <c:pt idx="87">
                  <c:v>3.6</c:v>
                </c:pt>
                <c:pt idx="88">
                  <c:v>3.6</c:v>
                </c:pt>
                <c:pt idx="89">
                  <c:v>3.6</c:v>
                </c:pt>
                <c:pt idx="90">
                  <c:v>3.6</c:v>
                </c:pt>
                <c:pt idx="91">
                  <c:v>3.6</c:v>
                </c:pt>
                <c:pt idx="92">
                  <c:v>3.6</c:v>
                </c:pt>
                <c:pt idx="93">
                  <c:v>3.6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3.6</c:v>
                </c:pt>
                <c:pt idx="99">
                  <c:v>3.6</c:v>
                </c:pt>
                <c:pt idx="100">
                  <c:v>3.6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3.8</c:v>
                </c:pt>
                <c:pt idx="106">
                  <c:v>3.8</c:v>
                </c:pt>
                <c:pt idx="107">
                  <c:v>3.8</c:v>
                </c:pt>
                <c:pt idx="108">
                  <c:v>3.8</c:v>
                </c:pt>
                <c:pt idx="109">
                  <c:v>3.8</c:v>
                </c:pt>
                <c:pt idx="110">
                  <c:v>3.8</c:v>
                </c:pt>
                <c:pt idx="111">
                  <c:v>3.8</c:v>
                </c:pt>
                <c:pt idx="112">
                  <c:v>3.8</c:v>
                </c:pt>
                <c:pt idx="113">
                  <c:v>3.8</c:v>
                </c:pt>
                <c:pt idx="114">
                  <c:v>3.8</c:v>
                </c:pt>
                <c:pt idx="115">
                  <c:v>3.8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</c:v>
                </c:pt>
                <c:pt idx="124">
                  <c:v>4</c:v>
                </c:pt>
                <c:pt idx="125">
                  <c:v>4</c:v>
                </c:pt>
                <c:pt idx="126">
                  <c:v>4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4.4000000000000004</c:v>
                </c:pt>
                <c:pt idx="132">
                  <c:v>4.4000000000000004</c:v>
                </c:pt>
                <c:pt idx="133">
                  <c:v>4.4000000000000004</c:v>
                </c:pt>
                <c:pt idx="134">
                  <c:v>4.4000000000000004</c:v>
                </c:pt>
                <c:pt idx="135">
                  <c:v>4.5999999999999996</c:v>
                </c:pt>
                <c:pt idx="136">
                  <c:v>4.8</c:v>
                </c:pt>
                <c:pt idx="137">
                  <c:v>4.8</c:v>
                </c:pt>
                <c:pt idx="138">
                  <c:v>4.8</c:v>
                </c:pt>
                <c:pt idx="139">
                  <c:v>4.8</c:v>
                </c:pt>
                <c:pt idx="140">
                  <c:v>5</c:v>
                </c:pt>
                <c:pt idx="141">
                  <c:v>5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5.4</c:v>
                </c:pt>
                <c:pt idx="151">
                  <c:v>5.6</c:v>
                </c:pt>
                <c:pt idx="152">
                  <c:v>5.6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5.8</c:v>
                </c:pt>
                <c:pt idx="162">
                  <c:v>6</c:v>
                </c:pt>
                <c:pt idx="163">
                  <c:v>6</c:v>
                </c:pt>
                <c:pt idx="164">
                  <c:v>6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6.2</c:v>
                </c:pt>
                <c:pt idx="172">
                  <c:v>6.4</c:v>
                </c:pt>
                <c:pt idx="173">
                  <c:v>6.4</c:v>
                </c:pt>
                <c:pt idx="174">
                  <c:v>6.4</c:v>
                </c:pt>
                <c:pt idx="175">
                  <c:v>6.6</c:v>
                </c:pt>
                <c:pt idx="176">
                  <c:v>6.8</c:v>
                </c:pt>
                <c:pt idx="177">
                  <c:v>7</c:v>
                </c:pt>
                <c:pt idx="178">
                  <c:v>7</c:v>
                </c:pt>
                <c:pt idx="179">
                  <c:v>7</c:v>
                </c:pt>
                <c:pt idx="180">
                  <c:v>7</c:v>
                </c:pt>
                <c:pt idx="181">
                  <c:v>7</c:v>
                </c:pt>
                <c:pt idx="182">
                  <c:v>7</c:v>
                </c:pt>
                <c:pt idx="183">
                  <c:v>7.2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7.4</c:v>
                </c:pt>
                <c:pt idx="189">
                  <c:v>7.4</c:v>
                </c:pt>
                <c:pt idx="190">
                  <c:v>7.4</c:v>
                </c:pt>
                <c:pt idx="191">
                  <c:v>7.6</c:v>
                </c:pt>
                <c:pt idx="192">
                  <c:v>7.6</c:v>
                </c:pt>
                <c:pt idx="193">
                  <c:v>7.6</c:v>
                </c:pt>
                <c:pt idx="194">
                  <c:v>7.8</c:v>
                </c:pt>
                <c:pt idx="195">
                  <c:v>7.8</c:v>
                </c:pt>
                <c:pt idx="196">
                  <c:v>7.8</c:v>
                </c:pt>
                <c:pt idx="197">
                  <c:v>8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E38-4FDF-9413-EE889A92DF23}"/>
            </c:ext>
          </c:extLst>
        </c:ser>
        <c:ser>
          <c:idx val="7"/>
          <c:order val="7"/>
          <c:tx>
            <c:strRef>
              <c:f>save1!$EJ$1416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save1!$EJ$1417:$EJ$1616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0.4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0.8</c:v>
                </c:pt>
                <c:pt idx="16">
                  <c:v>1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1.4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1.8</c:v>
                </c:pt>
                <c:pt idx="61">
                  <c:v>1.8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2.2000000000000002</c:v>
                </c:pt>
                <c:pt idx="68">
                  <c:v>2.2000000000000002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2.4</c:v>
                </c:pt>
                <c:pt idx="77">
                  <c:v>2.4</c:v>
                </c:pt>
                <c:pt idx="78">
                  <c:v>2.4</c:v>
                </c:pt>
                <c:pt idx="79">
                  <c:v>2.4</c:v>
                </c:pt>
                <c:pt idx="80">
                  <c:v>2.4</c:v>
                </c:pt>
                <c:pt idx="81">
                  <c:v>2.4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2.4</c:v>
                </c:pt>
                <c:pt idx="90">
                  <c:v>2.4</c:v>
                </c:pt>
                <c:pt idx="91">
                  <c:v>2.4</c:v>
                </c:pt>
                <c:pt idx="92">
                  <c:v>2.6</c:v>
                </c:pt>
                <c:pt idx="93">
                  <c:v>2.6</c:v>
                </c:pt>
                <c:pt idx="94">
                  <c:v>2.8</c:v>
                </c:pt>
                <c:pt idx="95">
                  <c:v>2.8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3.2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3.4</c:v>
                </c:pt>
                <c:pt idx="118">
                  <c:v>3.6</c:v>
                </c:pt>
                <c:pt idx="119">
                  <c:v>3.8</c:v>
                </c:pt>
                <c:pt idx="120">
                  <c:v>3.8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3.8</c:v>
                </c:pt>
                <c:pt idx="131">
                  <c:v>3.8</c:v>
                </c:pt>
                <c:pt idx="132">
                  <c:v>3.8</c:v>
                </c:pt>
                <c:pt idx="133">
                  <c:v>3.8</c:v>
                </c:pt>
                <c:pt idx="134">
                  <c:v>3.8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3.8</c:v>
                </c:pt>
                <c:pt idx="140">
                  <c:v>3.8</c:v>
                </c:pt>
                <c:pt idx="141">
                  <c:v>3.8</c:v>
                </c:pt>
                <c:pt idx="142">
                  <c:v>3.8</c:v>
                </c:pt>
                <c:pt idx="143">
                  <c:v>3.8</c:v>
                </c:pt>
                <c:pt idx="144">
                  <c:v>3.8</c:v>
                </c:pt>
                <c:pt idx="145">
                  <c:v>3.8</c:v>
                </c:pt>
                <c:pt idx="146">
                  <c:v>3.8</c:v>
                </c:pt>
                <c:pt idx="147">
                  <c:v>3.8</c:v>
                </c:pt>
                <c:pt idx="148">
                  <c:v>3.8</c:v>
                </c:pt>
                <c:pt idx="149">
                  <c:v>3.8</c:v>
                </c:pt>
                <c:pt idx="150">
                  <c:v>3.8</c:v>
                </c:pt>
                <c:pt idx="151">
                  <c:v>3.8</c:v>
                </c:pt>
                <c:pt idx="152">
                  <c:v>3.8</c:v>
                </c:pt>
                <c:pt idx="153">
                  <c:v>3.8</c:v>
                </c:pt>
                <c:pt idx="154">
                  <c:v>3.8</c:v>
                </c:pt>
                <c:pt idx="155">
                  <c:v>3.8</c:v>
                </c:pt>
                <c:pt idx="156">
                  <c:v>3.8</c:v>
                </c:pt>
                <c:pt idx="157">
                  <c:v>3.8</c:v>
                </c:pt>
                <c:pt idx="158">
                  <c:v>3.8</c:v>
                </c:pt>
                <c:pt idx="159">
                  <c:v>3.8</c:v>
                </c:pt>
                <c:pt idx="160">
                  <c:v>3.8</c:v>
                </c:pt>
                <c:pt idx="161">
                  <c:v>3.8</c:v>
                </c:pt>
                <c:pt idx="162">
                  <c:v>3.8</c:v>
                </c:pt>
                <c:pt idx="163">
                  <c:v>3.8</c:v>
                </c:pt>
                <c:pt idx="164">
                  <c:v>3.8</c:v>
                </c:pt>
                <c:pt idx="165">
                  <c:v>3.8</c:v>
                </c:pt>
                <c:pt idx="166">
                  <c:v>3.8</c:v>
                </c:pt>
                <c:pt idx="167">
                  <c:v>3.8</c:v>
                </c:pt>
                <c:pt idx="168">
                  <c:v>3.8</c:v>
                </c:pt>
                <c:pt idx="169">
                  <c:v>3.8</c:v>
                </c:pt>
                <c:pt idx="170">
                  <c:v>3.8</c:v>
                </c:pt>
                <c:pt idx="171">
                  <c:v>3.8</c:v>
                </c:pt>
                <c:pt idx="172">
                  <c:v>3.8</c:v>
                </c:pt>
                <c:pt idx="173">
                  <c:v>3.8</c:v>
                </c:pt>
                <c:pt idx="174">
                  <c:v>3.8</c:v>
                </c:pt>
                <c:pt idx="175">
                  <c:v>3.8</c:v>
                </c:pt>
                <c:pt idx="176">
                  <c:v>3.8</c:v>
                </c:pt>
                <c:pt idx="177">
                  <c:v>3.8</c:v>
                </c:pt>
                <c:pt idx="178">
                  <c:v>3.8</c:v>
                </c:pt>
                <c:pt idx="179">
                  <c:v>3.8</c:v>
                </c:pt>
                <c:pt idx="180">
                  <c:v>3.8</c:v>
                </c:pt>
                <c:pt idx="181">
                  <c:v>3.8</c:v>
                </c:pt>
                <c:pt idx="182">
                  <c:v>3.8</c:v>
                </c:pt>
                <c:pt idx="183">
                  <c:v>3.8</c:v>
                </c:pt>
                <c:pt idx="184">
                  <c:v>3.8</c:v>
                </c:pt>
                <c:pt idx="185">
                  <c:v>3.8</c:v>
                </c:pt>
                <c:pt idx="186">
                  <c:v>3.8</c:v>
                </c:pt>
                <c:pt idx="187">
                  <c:v>3.8</c:v>
                </c:pt>
                <c:pt idx="188">
                  <c:v>3.8</c:v>
                </c:pt>
                <c:pt idx="189">
                  <c:v>3.8</c:v>
                </c:pt>
                <c:pt idx="190">
                  <c:v>3.8</c:v>
                </c:pt>
                <c:pt idx="191">
                  <c:v>4.2</c:v>
                </c:pt>
                <c:pt idx="192">
                  <c:v>4.2</c:v>
                </c:pt>
                <c:pt idx="193">
                  <c:v>4.2</c:v>
                </c:pt>
                <c:pt idx="194">
                  <c:v>4.2</c:v>
                </c:pt>
                <c:pt idx="195">
                  <c:v>4.2</c:v>
                </c:pt>
                <c:pt idx="196">
                  <c:v>4.2</c:v>
                </c:pt>
                <c:pt idx="197">
                  <c:v>4.2</c:v>
                </c:pt>
                <c:pt idx="198">
                  <c:v>4.2</c:v>
                </c:pt>
                <c:pt idx="199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E38-4FDF-9413-EE889A92DF23}"/>
            </c:ext>
          </c:extLst>
        </c:ser>
        <c:ser>
          <c:idx val="8"/>
          <c:order val="8"/>
          <c:tx>
            <c:strRef>
              <c:f>save1!$EK$1416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save1!$EK$1417:$EK$1616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0.6</c:v>
                </c:pt>
                <c:pt idx="69">
                  <c:v>0.6</c:v>
                </c:pt>
                <c:pt idx="70">
                  <c:v>0.6</c:v>
                </c:pt>
                <c:pt idx="71">
                  <c:v>0.6</c:v>
                </c:pt>
                <c:pt idx="72">
                  <c:v>0.6</c:v>
                </c:pt>
                <c:pt idx="73">
                  <c:v>0.6</c:v>
                </c:pt>
                <c:pt idx="74">
                  <c:v>0.6</c:v>
                </c:pt>
                <c:pt idx="75">
                  <c:v>0.6</c:v>
                </c:pt>
                <c:pt idx="76">
                  <c:v>0.6</c:v>
                </c:pt>
                <c:pt idx="77">
                  <c:v>0.6</c:v>
                </c:pt>
                <c:pt idx="78">
                  <c:v>0.6</c:v>
                </c:pt>
                <c:pt idx="79">
                  <c:v>0.6</c:v>
                </c:pt>
                <c:pt idx="80">
                  <c:v>0.6</c:v>
                </c:pt>
                <c:pt idx="81">
                  <c:v>0.6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0.6</c:v>
                </c:pt>
                <c:pt idx="93">
                  <c:v>0.6</c:v>
                </c:pt>
                <c:pt idx="94">
                  <c:v>0.6</c:v>
                </c:pt>
                <c:pt idx="95">
                  <c:v>0.6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0.6</c:v>
                </c:pt>
                <c:pt idx="101">
                  <c:v>0.6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E38-4FDF-9413-EE889A92DF23}"/>
            </c:ext>
          </c:extLst>
        </c:ser>
        <c:ser>
          <c:idx val="9"/>
          <c:order val="9"/>
          <c:tx>
            <c:strRef>
              <c:f>save1!$EL$1416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save1!$EL$1417:$EL$1616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E38-4FDF-9413-EE889A92DF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(Lucky Foot,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save1!$EU$1416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save1!$EU$1417:$EU$1616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2.6</c:v>
                </c:pt>
                <c:pt idx="6">
                  <c:v>2.8</c:v>
                </c:pt>
                <c:pt idx="7">
                  <c:v>4.8</c:v>
                </c:pt>
                <c:pt idx="8">
                  <c:v>4.8</c:v>
                </c:pt>
                <c:pt idx="9">
                  <c:v>5.2</c:v>
                </c:pt>
                <c:pt idx="10">
                  <c:v>5.2</c:v>
                </c:pt>
                <c:pt idx="11">
                  <c:v>5.4</c:v>
                </c:pt>
                <c:pt idx="12">
                  <c:v>7</c:v>
                </c:pt>
                <c:pt idx="13">
                  <c:v>7.6</c:v>
                </c:pt>
                <c:pt idx="14">
                  <c:v>7.6</c:v>
                </c:pt>
                <c:pt idx="15">
                  <c:v>7.6</c:v>
                </c:pt>
                <c:pt idx="16">
                  <c:v>7.6</c:v>
                </c:pt>
                <c:pt idx="17">
                  <c:v>7.6</c:v>
                </c:pt>
                <c:pt idx="18">
                  <c:v>7.8</c:v>
                </c:pt>
                <c:pt idx="19">
                  <c:v>8.4</c:v>
                </c:pt>
                <c:pt idx="20">
                  <c:v>8.8000000000000007</c:v>
                </c:pt>
                <c:pt idx="21">
                  <c:v>8.8000000000000007</c:v>
                </c:pt>
                <c:pt idx="22">
                  <c:v>8.8000000000000007</c:v>
                </c:pt>
                <c:pt idx="23">
                  <c:v>9.4</c:v>
                </c:pt>
                <c:pt idx="24">
                  <c:v>10.199999999999999</c:v>
                </c:pt>
                <c:pt idx="25">
                  <c:v>10.4</c:v>
                </c:pt>
                <c:pt idx="26">
                  <c:v>10.4</c:v>
                </c:pt>
                <c:pt idx="27">
                  <c:v>10.4</c:v>
                </c:pt>
                <c:pt idx="28">
                  <c:v>10.4</c:v>
                </c:pt>
                <c:pt idx="29">
                  <c:v>10.4</c:v>
                </c:pt>
                <c:pt idx="30">
                  <c:v>11.8</c:v>
                </c:pt>
                <c:pt idx="31">
                  <c:v>11.8</c:v>
                </c:pt>
                <c:pt idx="32">
                  <c:v>11.8</c:v>
                </c:pt>
                <c:pt idx="33">
                  <c:v>12</c:v>
                </c:pt>
                <c:pt idx="34">
                  <c:v>12.6</c:v>
                </c:pt>
                <c:pt idx="35">
                  <c:v>13.2</c:v>
                </c:pt>
                <c:pt idx="36">
                  <c:v>14</c:v>
                </c:pt>
                <c:pt idx="37">
                  <c:v>15.2</c:v>
                </c:pt>
                <c:pt idx="38">
                  <c:v>15.2</c:v>
                </c:pt>
                <c:pt idx="39">
                  <c:v>15.4</c:v>
                </c:pt>
                <c:pt idx="40">
                  <c:v>16.2</c:v>
                </c:pt>
                <c:pt idx="41">
                  <c:v>18.2</c:v>
                </c:pt>
                <c:pt idx="42">
                  <c:v>18.399999999999999</c:v>
                </c:pt>
                <c:pt idx="43">
                  <c:v>18.399999999999999</c:v>
                </c:pt>
                <c:pt idx="44">
                  <c:v>18.8</c:v>
                </c:pt>
                <c:pt idx="45">
                  <c:v>19.2</c:v>
                </c:pt>
                <c:pt idx="46">
                  <c:v>19.2</c:v>
                </c:pt>
                <c:pt idx="47">
                  <c:v>19.8</c:v>
                </c:pt>
                <c:pt idx="48">
                  <c:v>20</c:v>
                </c:pt>
                <c:pt idx="49">
                  <c:v>21.8</c:v>
                </c:pt>
                <c:pt idx="50">
                  <c:v>22.2</c:v>
                </c:pt>
                <c:pt idx="51">
                  <c:v>22.4</c:v>
                </c:pt>
                <c:pt idx="52">
                  <c:v>22.6</c:v>
                </c:pt>
                <c:pt idx="53">
                  <c:v>23</c:v>
                </c:pt>
                <c:pt idx="54">
                  <c:v>23</c:v>
                </c:pt>
                <c:pt idx="55">
                  <c:v>23</c:v>
                </c:pt>
                <c:pt idx="56">
                  <c:v>23.2</c:v>
                </c:pt>
                <c:pt idx="57">
                  <c:v>24.6</c:v>
                </c:pt>
                <c:pt idx="58">
                  <c:v>25.8</c:v>
                </c:pt>
                <c:pt idx="59">
                  <c:v>26</c:v>
                </c:pt>
                <c:pt idx="60">
                  <c:v>26</c:v>
                </c:pt>
                <c:pt idx="61">
                  <c:v>26.6</c:v>
                </c:pt>
                <c:pt idx="62">
                  <c:v>27.4</c:v>
                </c:pt>
                <c:pt idx="63">
                  <c:v>28</c:v>
                </c:pt>
                <c:pt idx="64">
                  <c:v>28.2</c:v>
                </c:pt>
                <c:pt idx="65">
                  <c:v>28.6</c:v>
                </c:pt>
                <c:pt idx="66">
                  <c:v>28.6</c:v>
                </c:pt>
                <c:pt idx="67">
                  <c:v>30.8</c:v>
                </c:pt>
                <c:pt idx="68">
                  <c:v>31</c:v>
                </c:pt>
                <c:pt idx="69">
                  <c:v>31.8</c:v>
                </c:pt>
                <c:pt idx="70">
                  <c:v>32.6</c:v>
                </c:pt>
                <c:pt idx="71">
                  <c:v>32.6</c:v>
                </c:pt>
                <c:pt idx="72">
                  <c:v>33.4</c:v>
                </c:pt>
                <c:pt idx="73">
                  <c:v>33.4</c:v>
                </c:pt>
                <c:pt idx="74">
                  <c:v>33.4</c:v>
                </c:pt>
                <c:pt idx="75">
                  <c:v>33.6</c:v>
                </c:pt>
                <c:pt idx="76">
                  <c:v>34.200000000000003</c:v>
                </c:pt>
                <c:pt idx="77">
                  <c:v>34.200000000000003</c:v>
                </c:pt>
                <c:pt idx="78">
                  <c:v>34.6</c:v>
                </c:pt>
                <c:pt idx="79">
                  <c:v>35.4</c:v>
                </c:pt>
                <c:pt idx="80">
                  <c:v>35.6</c:v>
                </c:pt>
                <c:pt idx="81">
                  <c:v>35.799999999999997</c:v>
                </c:pt>
                <c:pt idx="82">
                  <c:v>36.200000000000003</c:v>
                </c:pt>
                <c:pt idx="83">
                  <c:v>36.799999999999997</c:v>
                </c:pt>
                <c:pt idx="84">
                  <c:v>36.799999999999997</c:v>
                </c:pt>
                <c:pt idx="85">
                  <c:v>38.6</c:v>
                </c:pt>
                <c:pt idx="86">
                  <c:v>38.6</c:v>
                </c:pt>
                <c:pt idx="87">
                  <c:v>39.4</c:v>
                </c:pt>
                <c:pt idx="88">
                  <c:v>40</c:v>
                </c:pt>
                <c:pt idx="89">
                  <c:v>40.200000000000003</c:v>
                </c:pt>
                <c:pt idx="90">
                  <c:v>41.2</c:v>
                </c:pt>
                <c:pt idx="91">
                  <c:v>41.8</c:v>
                </c:pt>
                <c:pt idx="92">
                  <c:v>42</c:v>
                </c:pt>
                <c:pt idx="93">
                  <c:v>43.4</c:v>
                </c:pt>
                <c:pt idx="94">
                  <c:v>43.4</c:v>
                </c:pt>
                <c:pt idx="95">
                  <c:v>43.4</c:v>
                </c:pt>
                <c:pt idx="96">
                  <c:v>44.4</c:v>
                </c:pt>
                <c:pt idx="97">
                  <c:v>45</c:v>
                </c:pt>
                <c:pt idx="98">
                  <c:v>45</c:v>
                </c:pt>
                <c:pt idx="99">
                  <c:v>45.6</c:v>
                </c:pt>
                <c:pt idx="100">
                  <c:v>46.4</c:v>
                </c:pt>
                <c:pt idx="101">
                  <c:v>47</c:v>
                </c:pt>
                <c:pt idx="102">
                  <c:v>48</c:v>
                </c:pt>
                <c:pt idx="103">
                  <c:v>48</c:v>
                </c:pt>
                <c:pt idx="104">
                  <c:v>48</c:v>
                </c:pt>
                <c:pt idx="105">
                  <c:v>48</c:v>
                </c:pt>
                <c:pt idx="106">
                  <c:v>48.6</c:v>
                </c:pt>
                <c:pt idx="107">
                  <c:v>48.8</c:v>
                </c:pt>
                <c:pt idx="108">
                  <c:v>49</c:v>
                </c:pt>
                <c:pt idx="109">
                  <c:v>49</c:v>
                </c:pt>
                <c:pt idx="110">
                  <c:v>49.8</c:v>
                </c:pt>
                <c:pt idx="111">
                  <c:v>50</c:v>
                </c:pt>
                <c:pt idx="112">
                  <c:v>50</c:v>
                </c:pt>
                <c:pt idx="113">
                  <c:v>51</c:v>
                </c:pt>
                <c:pt idx="114">
                  <c:v>51.2</c:v>
                </c:pt>
                <c:pt idx="115">
                  <c:v>51.2</c:v>
                </c:pt>
                <c:pt idx="116">
                  <c:v>51.6</c:v>
                </c:pt>
                <c:pt idx="117">
                  <c:v>53</c:v>
                </c:pt>
                <c:pt idx="118">
                  <c:v>54.4</c:v>
                </c:pt>
                <c:pt idx="119">
                  <c:v>56.2</c:v>
                </c:pt>
                <c:pt idx="120">
                  <c:v>56.4</c:v>
                </c:pt>
                <c:pt idx="121">
                  <c:v>56.4</c:v>
                </c:pt>
                <c:pt idx="122">
                  <c:v>57</c:v>
                </c:pt>
                <c:pt idx="123">
                  <c:v>57</c:v>
                </c:pt>
                <c:pt idx="124">
                  <c:v>57.2</c:v>
                </c:pt>
                <c:pt idx="125">
                  <c:v>57.4</c:v>
                </c:pt>
                <c:pt idx="126">
                  <c:v>57.4</c:v>
                </c:pt>
                <c:pt idx="127">
                  <c:v>58.2</c:v>
                </c:pt>
                <c:pt idx="128">
                  <c:v>58.4</c:v>
                </c:pt>
                <c:pt idx="129">
                  <c:v>59.2</c:v>
                </c:pt>
                <c:pt idx="130">
                  <c:v>59.2</c:v>
                </c:pt>
                <c:pt idx="131">
                  <c:v>59.2</c:v>
                </c:pt>
                <c:pt idx="132">
                  <c:v>59.6</c:v>
                </c:pt>
                <c:pt idx="133">
                  <c:v>59.6</c:v>
                </c:pt>
                <c:pt idx="134">
                  <c:v>60.8</c:v>
                </c:pt>
                <c:pt idx="135">
                  <c:v>61.4</c:v>
                </c:pt>
                <c:pt idx="136">
                  <c:v>61.4</c:v>
                </c:pt>
                <c:pt idx="137">
                  <c:v>61.6</c:v>
                </c:pt>
                <c:pt idx="138">
                  <c:v>61.6</c:v>
                </c:pt>
                <c:pt idx="139">
                  <c:v>62.4</c:v>
                </c:pt>
                <c:pt idx="140">
                  <c:v>62.4</c:v>
                </c:pt>
                <c:pt idx="141">
                  <c:v>62.8</c:v>
                </c:pt>
                <c:pt idx="142">
                  <c:v>62.8</c:v>
                </c:pt>
                <c:pt idx="143">
                  <c:v>62.8</c:v>
                </c:pt>
                <c:pt idx="144">
                  <c:v>62.8</c:v>
                </c:pt>
                <c:pt idx="145">
                  <c:v>63.8</c:v>
                </c:pt>
                <c:pt idx="146">
                  <c:v>67.2</c:v>
                </c:pt>
                <c:pt idx="147">
                  <c:v>67.8</c:v>
                </c:pt>
                <c:pt idx="148">
                  <c:v>68.8</c:v>
                </c:pt>
                <c:pt idx="149">
                  <c:v>70</c:v>
                </c:pt>
                <c:pt idx="150">
                  <c:v>70</c:v>
                </c:pt>
                <c:pt idx="151">
                  <c:v>71.8</c:v>
                </c:pt>
                <c:pt idx="152">
                  <c:v>72</c:v>
                </c:pt>
                <c:pt idx="153">
                  <c:v>73</c:v>
                </c:pt>
                <c:pt idx="154">
                  <c:v>74</c:v>
                </c:pt>
                <c:pt idx="155">
                  <c:v>74.8</c:v>
                </c:pt>
                <c:pt idx="156">
                  <c:v>75.400000000000006</c:v>
                </c:pt>
                <c:pt idx="157">
                  <c:v>77</c:v>
                </c:pt>
                <c:pt idx="158">
                  <c:v>77</c:v>
                </c:pt>
                <c:pt idx="159">
                  <c:v>78.599999999999994</c:v>
                </c:pt>
                <c:pt idx="160">
                  <c:v>80.2</c:v>
                </c:pt>
                <c:pt idx="161">
                  <c:v>80.599999999999994</c:v>
                </c:pt>
                <c:pt idx="162">
                  <c:v>81.2</c:v>
                </c:pt>
                <c:pt idx="163">
                  <c:v>81.2</c:v>
                </c:pt>
                <c:pt idx="164">
                  <c:v>81.400000000000006</c:v>
                </c:pt>
                <c:pt idx="165">
                  <c:v>82.2</c:v>
                </c:pt>
                <c:pt idx="166">
                  <c:v>84.2</c:v>
                </c:pt>
                <c:pt idx="167">
                  <c:v>84.2</c:v>
                </c:pt>
                <c:pt idx="168">
                  <c:v>84.6</c:v>
                </c:pt>
                <c:pt idx="169">
                  <c:v>85</c:v>
                </c:pt>
                <c:pt idx="170">
                  <c:v>85.2</c:v>
                </c:pt>
                <c:pt idx="171">
                  <c:v>85.6</c:v>
                </c:pt>
                <c:pt idx="172">
                  <c:v>86.4</c:v>
                </c:pt>
                <c:pt idx="173">
                  <c:v>86.4</c:v>
                </c:pt>
                <c:pt idx="174">
                  <c:v>87.2</c:v>
                </c:pt>
                <c:pt idx="175">
                  <c:v>87.4</c:v>
                </c:pt>
                <c:pt idx="176">
                  <c:v>87.6</c:v>
                </c:pt>
                <c:pt idx="177">
                  <c:v>88.2</c:v>
                </c:pt>
                <c:pt idx="178">
                  <c:v>88.6</c:v>
                </c:pt>
                <c:pt idx="179">
                  <c:v>89.4</c:v>
                </c:pt>
                <c:pt idx="180">
                  <c:v>89.6</c:v>
                </c:pt>
                <c:pt idx="181">
                  <c:v>89.6</c:v>
                </c:pt>
                <c:pt idx="182">
                  <c:v>90.2</c:v>
                </c:pt>
                <c:pt idx="183">
                  <c:v>91.2</c:v>
                </c:pt>
                <c:pt idx="184">
                  <c:v>91.4</c:v>
                </c:pt>
                <c:pt idx="185">
                  <c:v>91.4</c:v>
                </c:pt>
                <c:pt idx="186">
                  <c:v>93</c:v>
                </c:pt>
                <c:pt idx="187">
                  <c:v>93</c:v>
                </c:pt>
                <c:pt idx="188">
                  <c:v>94</c:v>
                </c:pt>
                <c:pt idx="189">
                  <c:v>94</c:v>
                </c:pt>
                <c:pt idx="190">
                  <c:v>94.6</c:v>
                </c:pt>
                <c:pt idx="191">
                  <c:v>95.2</c:v>
                </c:pt>
                <c:pt idx="192">
                  <c:v>97</c:v>
                </c:pt>
                <c:pt idx="193">
                  <c:v>97</c:v>
                </c:pt>
                <c:pt idx="194">
                  <c:v>97.6</c:v>
                </c:pt>
                <c:pt idx="195">
                  <c:v>97.6</c:v>
                </c:pt>
                <c:pt idx="196">
                  <c:v>97.6</c:v>
                </c:pt>
                <c:pt idx="197">
                  <c:v>97.6</c:v>
                </c:pt>
                <c:pt idx="198">
                  <c:v>98.8</c:v>
                </c:pt>
                <c:pt idx="199">
                  <c:v>99.2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B9-466D-BE52-7EEE40249D59}"/>
            </c:ext>
          </c:extLst>
        </c:ser>
        <c:ser>
          <c:idx val="1"/>
          <c:order val="1"/>
          <c:tx>
            <c:strRef>
              <c:f>save1!$EV$1416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save1!$EV$1417:$EV$1616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0.8</c:v>
                </c:pt>
                <c:pt idx="5">
                  <c:v>0.8</c:v>
                </c:pt>
                <c:pt idx="6">
                  <c:v>1.2</c:v>
                </c:pt>
                <c:pt idx="7">
                  <c:v>1.8</c:v>
                </c:pt>
                <c:pt idx="8">
                  <c:v>2.4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  <c:pt idx="15">
                  <c:v>3</c:v>
                </c:pt>
                <c:pt idx="16">
                  <c:v>3</c:v>
                </c:pt>
                <c:pt idx="17">
                  <c:v>3.2</c:v>
                </c:pt>
                <c:pt idx="18">
                  <c:v>3.2</c:v>
                </c:pt>
                <c:pt idx="19">
                  <c:v>3.8</c:v>
                </c:pt>
                <c:pt idx="20">
                  <c:v>3.8</c:v>
                </c:pt>
                <c:pt idx="21">
                  <c:v>3.8</c:v>
                </c:pt>
                <c:pt idx="22">
                  <c:v>3.8</c:v>
                </c:pt>
                <c:pt idx="23">
                  <c:v>4</c:v>
                </c:pt>
                <c:pt idx="24">
                  <c:v>4.4000000000000004</c:v>
                </c:pt>
                <c:pt idx="25">
                  <c:v>4.4000000000000004</c:v>
                </c:pt>
                <c:pt idx="26">
                  <c:v>4.5999999999999996</c:v>
                </c:pt>
                <c:pt idx="27">
                  <c:v>4.8</c:v>
                </c:pt>
                <c:pt idx="28">
                  <c:v>5.2</c:v>
                </c:pt>
                <c:pt idx="29">
                  <c:v>5.2</c:v>
                </c:pt>
                <c:pt idx="30">
                  <c:v>5.4</c:v>
                </c:pt>
                <c:pt idx="31">
                  <c:v>5.6</c:v>
                </c:pt>
                <c:pt idx="32">
                  <c:v>5.6</c:v>
                </c:pt>
                <c:pt idx="33">
                  <c:v>5.8</c:v>
                </c:pt>
                <c:pt idx="34">
                  <c:v>6</c:v>
                </c:pt>
                <c:pt idx="35">
                  <c:v>6</c:v>
                </c:pt>
                <c:pt idx="36">
                  <c:v>6.4</c:v>
                </c:pt>
                <c:pt idx="37">
                  <c:v>6.6</c:v>
                </c:pt>
                <c:pt idx="38">
                  <c:v>6.8</c:v>
                </c:pt>
                <c:pt idx="39">
                  <c:v>7.4</c:v>
                </c:pt>
                <c:pt idx="40">
                  <c:v>7.4</c:v>
                </c:pt>
                <c:pt idx="41">
                  <c:v>7.8</c:v>
                </c:pt>
                <c:pt idx="42">
                  <c:v>8</c:v>
                </c:pt>
                <c:pt idx="43">
                  <c:v>8.1999999999999993</c:v>
                </c:pt>
                <c:pt idx="44">
                  <c:v>8.4</c:v>
                </c:pt>
                <c:pt idx="45">
                  <c:v>8.6</c:v>
                </c:pt>
                <c:pt idx="46">
                  <c:v>8.8000000000000007</c:v>
                </c:pt>
                <c:pt idx="47">
                  <c:v>8.8000000000000007</c:v>
                </c:pt>
                <c:pt idx="48">
                  <c:v>9.4</c:v>
                </c:pt>
                <c:pt idx="49">
                  <c:v>9.4</c:v>
                </c:pt>
                <c:pt idx="50">
                  <c:v>9.8000000000000007</c:v>
                </c:pt>
                <c:pt idx="51">
                  <c:v>10</c:v>
                </c:pt>
                <c:pt idx="52">
                  <c:v>10.199999999999999</c:v>
                </c:pt>
                <c:pt idx="53">
                  <c:v>10.199999999999999</c:v>
                </c:pt>
                <c:pt idx="54">
                  <c:v>10.199999999999999</c:v>
                </c:pt>
                <c:pt idx="55">
                  <c:v>10.6</c:v>
                </c:pt>
                <c:pt idx="56">
                  <c:v>11</c:v>
                </c:pt>
                <c:pt idx="57">
                  <c:v>11</c:v>
                </c:pt>
                <c:pt idx="58">
                  <c:v>11.2</c:v>
                </c:pt>
                <c:pt idx="59">
                  <c:v>11.2</c:v>
                </c:pt>
                <c:pt idx="60">
                  <c:v>11.8</c:v>
                </c:pt>
                <c:pt idx="61">
                  <c:v>13</c:v>
                </c:pt>
                <c:pt idx="62">
                  <c:v>13.2</c:v>
                </c:pt>
                <c:pt idx="63">
                  <c:v>13.6</c:v>
                </c:pt>
                <c:pt idx="64">
                  <c:v>14.2</c:v>
                </c:pt>
                <c:pt idx="65">
                  <c:v>14.2</c:v>
                </c:pt>
                <c:pt idx="66">
                  <c:v>14.2</c:v>
                </c:pt>
                <c:pt idx="67">
                  <c:v>14.6</c:v>
                </c:pt>
                <c:pt idx="68">
                  <c:v>14.8</c:v>
                </c:pt>
                <c:pt idx="69">
                  <c:v>15</c:v>
                </c:pt>
                <c:pt idx="70">
                  <c:v>15</c:v>
                </c:pt>
                <c:pt idx="71">
                  <c:v>15</c:v>
                </c:pt>
                <c:pt idx="72">
                  <c:v>15.2</c:v>
                </c:pt>
                <c:pt idx="73">
                  <c:v>15.2</c:v>
                </c:pt>
                <c:pt idx="74">
                  <c:v>15.2</c:v>
                </c:pt>
                <c:pt idx="75">
                  <c:v>15.2</c:v>
                </c:pt>
                <c:pt idx="76">
                  <c:v>15.4</c:v>
                </c:pt>
                <c:pt idx="77">
                  <c:v>15.6</c:v>
                </c:pt>
                <c:pt idx="78">
                  <c:v>16.2</c:v>
                </c:pt>
                <c:pt idx="79">
                  <c:v>16.8</c:v>
                </c:pt>
                <c:pt idx="80">
                  <c:v>16.8</c:v>
                </c:pt>
                <c:pt idx="81">
                  <c:v>16.8</c:v>
                </c:pt>
                <c:pt idx="82">
                  <c:v>17.2</c:v>
                </c:pt>
                <c:pt idx="83">
                  <c:v>17.8</c:v>
                </c:pt>
                <c:pt idx="84">
                  <c:v>18</c:v>
                </c:pt>
                <c:pt idx="85">
                  <c:v>18.2</c:v>
                </c:pt>
                <c:pt idx="86">
                  <c:v>18.2</c:v>
                </c:pt>
                <c:pt idx="87">
                  <c:v>18.2</c:v>
                </c:pt>
                <c:pt idx="88">
                  <c:v>18.2</c:v>
                </c:pt>
                <c:pt idx="89">
                  <c:v>18.2</c:v>
                </c:pt>
                <c:pt idx="90">
                  <c:v>18.8</c:v>
                </c:pt>
                <c:pt idx="91">
                  <c:v>18.8</c:v>
                </c:pt>
                <c:pt idx="92">
                  <c:v>18.8</c:v>
                </c:pt>
                <c:pt idx="93">
                  <c:v>19</c:v>
                </c:pt>
                <c:pt idx="94">
                  <c:v>19</c:v>
                </c:pt>
                <c:pt idx="95">
                  <c:v>19</c:v>
                </c:pt>
                <c:pt idx="96">
                  <c:v>19</c:v>
                </c:pt>
                <c:pt idx="97">
                  <c:v>19</c:v>
                </c:pt>
                <c:pt idx="98">
                  <c:v>19.2</c:v>
                </c:pt>
                <c:pt idx="99">
                  <c:v>19.2</c:v>
                </c:pt>
                <c:pt idx="100">
                  <c:v>19.8</c:v>
                </c:pt>
                <c:pt idx="101">
                  <c:v>19.8</c:v>
                </c:pt>
                <c:pt idx="102">
                  <c:v>20</c:v>
                </c:pt>
                <c:pt idx="103">
                  <c:v>20</c:v>
                </c:pt>
                <c:pt idx="104">
                  <c:v>20.2</c:v>
                </c:pt>
                <c:pt idx="105">
                  <c:v>20.399999999999999</c:v>
                </c:pt>
                <c:pt idx="106">
                  <c:v>20.399999999999999</c:v>
                </c:pt>
                <c:pt idx="107">
                  <c:v>20.399999999999999</c:v>
                </c:pt>
                <c:pt idx="108">
                  <c:v>20.399999999999999</c:v>
                </c:pt>
                <c:pt idx="109">
                  <c:v>20.399999999999999</c:v>
                </c:pt>
                <c:pt idx="110">
                  <c:v>20.6</c:v>
                </c:pt>
                <c:pt idx="111">
                  <c:v>20.6</c:v>
                </c:pt>
                <c:pt idx="112">
                  <c:v>20.6</c:v>
                </c:pt>
                <c:pt idx="113">
                  <c:v>21</c:v>
                </c:pt>
                <c:pt idx="114">
                  <c:v>21</c:v>
                </c:pt>
                <c:pt idx="115">
                  <c:v>21.2</c:v>
                </c:pt>
                <c:pt idx="116">
                  <c:v>21.2</c:v>
                </c:pt>
                <c:pt idx="117">
                  <c:v>21.6</c:v>
                </c:pt>
                <c:pt idx="118">
                  <c:v>21.8</c:v>
                </c:pt>
                <c:pt idx="119">
                  <c:v>22.2</c:v>
                </c:pt>
                <c:pt idx="120">
                  <c:v>22.4</c:v>
                </c:pt>
                <c:pt idx="121">
                  <c:v>22.4</c:v>
                </c:pt>
                <c:pt idx="122">
                  <c:v>22.8</c:v>
                </c:pt>
                <c:pt idx="123">
                  <c:v>23</c:v>
                </c:pt>
                <c:pt idx="124">
                  <c:v>23</c:v>
                </c:pt>
                <c:pt idx="125">
                  <c:v>23.6</c:v>
                </c:pt>
                <c:pt idx="126">
                  <c:v>23.8</c:v>
                </c:pt>
                <c:pt idx="127">
                  <c:v>23.8</c:v>
                </c:pt>
                <c:pt idx="128">
                  <c:v>24</c:v>
                </c:pt>
                <c:pt idx="129">
                  <c:v>24</c:v>
                </c:pt>
                <c:pt idx="130">
                  <c:v>24</c:v>
                </c:pt>
                <c:pt idx="131">
                  <c:v>24</c:v>
                </c:pt>
                <c:pt idx="132">
                  <c:v>24.4</c:v>
                </c:pt>
                <c:pt idx="133">
                  <c:v>24.6</c:v>
                </c:pt>
                <c:pt idx="134">
                  <c:v>24.6</c:v>
                </c:pt>
                <c:pt idx="135">
                  <c:v>24.6</c:v>
                </c:pt>
                <c:pt idx="136">
                  <c:v>24.6</c:v>
                </c:pt>
                <c:pt idx="137">
                  <c:v>24.6</c:v>
                </c:pt>
                <c:pt idx="138">
                  <c:v>24.8</c:v>
                </c:pt>
                <c:pt idx="139">
                  <c:v>25</c:v>
                </c:pt>
                <c:pt idx="140">
                  <c:v>25</c:v>
                </c:pt>
                <c:pt idx="141">
                  <c:v>25.2</c:v>
                </c:pt>
                <c:pt idx="142">
                  <c:v>25.6</c:v>
                </c:pt>
                <c:pt idx="143">
                  <c:v>25.6</c:v>
                </c:pt>
                <c:pt idx="144">
                  <c:v>25.8</c:v>
                </c:pt>
                <c:pt idx="145">
                  <c:v>26</c:v>
                </c:pt>
                <c:pt idx="146">
                  <c:v>26.6</c:v>
                </c:pt>
                <c:pt idx="147">
                  <c:v>26.8</c:v>
                </c:pt>
                <c:pt idx="148">
                  <c:v>26.8</c:v>
                </c:pt>
                <c:pt idx="149">
                  <c:v>26.8</c:v>
                </c:pt>
                <c:pt idx="150">
                  <c:v>26.8</c:v>
                </c:pt>
                <c:pt idx="151">
                  <c:v>27.4</c:v>
                </c:pt>
                <c:pt idx="152">
                  <c:v>28</c:v>
                </c:pt>
                <c:pt idx="153">
                  <c:v>28.2</c:v>
                </c:pt>
                <c:pt idx="154">
                  <c:v>28.8</c:v>
                </c:pt>
                <c:pt idx="155">
                  <c:v>29.2</c:v>
                </c:pt>
                <c:pt idx="156">
                  <c:v>29.2</c:v>
                </c:pt>
                <c:pt idx="157">
                  <c:v>30</c:v>
                </c:pt>
                <c:pt idx="158">
                  <c:v>30.6</c:v>
                </c:pt>
                <c:pt idx="159">
                  <c:v>30.8</c:v>
                </c:pt>
                <c:pt idx="160">
                  <c:v>30.8</c:v>
                </c:pt>
                <c:pt idx="161">
                  <c:v>31.2</c:v>
                </c:pt>
                <c:pt idx="162">
                  <c:v>31.4</c:v>
                </c:pt>
                <c:pt idx="163">
                  <c:v>31.4</c:v>
                </c:pt>
                <c:pt idx="164">
                  <c:v>31.4</c:v>
                </c:pt>
                <c:pt idx="165">
                  <c:v>31.4</c:v>
                </c:pt>
                <c:pt idx="166">
                  <c:v>32.4</c:v>
                </c:pt>
                <c:pt idx="167">
                  <c:v>32.4</c:v>
                </c:pt>
                <c:pt idx="168">
                  <c:v>33.4</c:v>
                </c:pt>
                <c:pt idx="169">
                  <c:v>33.4</c:v>
                </c:pt>
                <c:pt idx="170">
                  <c:v>33.4</c:v>
                </c:pt>
                <c:pt idx="171">
                  <c:v>33.6</c:v>
                </c:pt>
                <c:pt idx="172">
                  <c:v>33.6</c:v>
                </c:pt>
                <c:pt idx="173">
                  <c:v>33.6</c:v>
                </c:pt>
                <c:pt idx="174">
                  <c:v>33.799999999999997</c:v>
                </c:pt>
                <c:pt idx="175">
                  <c:v>34</c:v>
                </c:pt>
                <c:pt idx="176">
                  <c:v>34.200000000000003</c:v>
                </c:pt>
                <c:pt idx="177">
                  <c:v>34.799999999999997</c:v>
                </c:pt>
                <c:pt idx="178">
                  <c:v>34.799999999999997</c:v>
                </c:pt>
                <c:pt idx="179">
                  <c:v>35.200000000000003</c:v>
                </c:pt>
                <c:pt idx="180">
                  <c:v>35.200000000000003</c:v>
                </c:pt>
                <c:pt idx="181">
                  <c:v>35.200000000000003</c:v>
                </c:pt>
                <c:pt idx="182">
                  <c:v>35.6</c:v>
                </c:pt>
                <c:pt idx="183">
                  <c:v>35.6</c:v>
                </c:pt>
                <c:pt idx="184">
                  <c:v>35.6</c:v>
                </c:pt>
                <c:pt idx="185">
                  <c:v>35.6</c:v>
                </c:pt>
                <c:pt idx="186">
                  <c:v>36</c:v>
                </c:pt>
                <c:pt idx="187">
                  <c:v>36</c:v>
                </c:pt>
                <c:pt idx="188">
                  <c:v>36.4</c:v>
                </c:pt>
                <c:pt idx="189">
                  <c:v>37.200000000000003</c:v>
                </c:pt>
                <c:pt idx="190">
                  <c:v>37.6</c:v>
                </c:pt>
                <c:pt idx="191">
                  <c:v>37.6</c:v>
                </c:pt>
                <c:pt idx="192">
                  <c:v>38</c:v>
                </c:pt>
                <c:pt idx="193">
                  <c:v>38</c:v>
                </c:pt>
                <c:pt idx="194">
                  <c:v>38.4</c:v>
                </c:pt>
                <c:pt idx="195">
                  <c:v>38.6</c:v>
                </c:pt>
                <c:pt idx="196">
                  <c:v>38.6</c:v>
                </c:pt>
                <c:pt idx="197">
                  <c:v>38.6</c:v>
                </c:pt>
                <c:pt idx="198">
                  <c:v>38.799999999999997</c:v>
                </c:pt>
                <c:pt idx="199">
                  <c:v>39.4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B9-466D-BE52-7EEE40249D59}"/>
            </c:ext>
          </c:extLst>
        </c:ser>
        <c:ser>
          <c:idx val="2"/>
          <c:order val="2"/>
          <c:tx>
            <c:strRef>
              <c:f>save1!$EW$1416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save1!$EW$1417:$EW$1616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1</c:v>
                </c:pt>
                <c:pt idx="8">
                  <c:v>1</c:v>
                </c:pt>
                <c:pt idx="9">
                  <c:v>1.2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1.2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1.2</c:v>
                </c:pt>
                <c:pt idx="18">
                  <c:v>1.2</c:v>
                </c:pt>
                <c:pt idx="19">
                  <c:v>1.4</c:v>
                </c:pt>
                <c:pt idx="20">
                  <c:v>1.4</c:v>
                </c:pt>
                <c:pt idx="21">
                  <c:v>1.8</c:v>
                </c:pt>
                <c:pt idx="22">
                  <c:v>1.8</c:v>
                </c:pt>
                <c:pt idx="23">
                  <c:v>1.8</c:v>
                </c:pt>
                <c:pt idx="24">
                  <c:v>2</c:v>
                </c:pt>
                <c:pt idx="25">
                  <c:v>2.2000000000000002</c:v>
                </c:pt>
                <c:pt idx="26">
                  <c:v>2.4</c:v>
                </c:pt>
                <c:pt idx="27">
                  <c:v>2.6</c:v>
                </c:pt>
                <c:pt idx="28">
                  <c:v>2.4</c:v>
                </c:pt>
                <c:pt idx="29">
                  <c:v>2.4</c:v>
                </c:pt>
                <c:pt idx="30">
                  <c:v>2.8</c:v>
                </c:pt>
                <c:pt idx="31">
                  <c:v>3</c:v>
                </c:pt>
                <c:pt idx="32">
                  <c:v>3.2</c:v>
                </c:pt>
                <c:pt idx="33">
                  <c:v>3.8</c:v>
                </c:pt>
                <c:pt idx="34">
                  <c:v>4.2</c:v>
                </c:pt>
                <c:pt idx="35">
                  <c:v>4.2</c:v>
                </c:pt>
                <c:pt idx="36">
                  <c:v>4.4000000000000004</c:v>
                </c:pt>
                <c:pt idx="37">
                  <c:v>4.2</c:v>
                </c:pt>
                <c:pt idx="38">
                  <c:v>4.4000000000000004</c:v>
                </c:pt>
                <c:pt idx="39">
                  <c:v>4.4000000000000004</c:v>
                </c:pt>
                <c:pt idx="40">
                  <c:v>4.4000000000000004</c:v>
                </c:pt>
                <c:pt idx="41">
                  <c:v>4.4000000000000004</c:v>
                </c:pt>
                <c:pt idx="42">
                  <c:v>4.4000000000000004</c:v>
                </c:pt>
                <c:pt idx="43">
                  <c:v>4</c:v>
                </c:pt>
                <c:pt idx="44">
                  <c:v>4.4000000000000004</c:v>
                </c:pt>
                <c:pt idx="45">
                  <c:v>5</c:v>
                </c:pt>
                <c:pt idx="46">
                  <c:v>5.2</c:v>
                </c:pt>
                <c:pt idx="47">
                  <c:v>5.6</c:v>
                </c:pt>
                <c:pt idx="48">
                  <c:v>5.8</c:v>
                </c:pt>
                <c:pt idx="49">
                  <c:v>6</c:v>
                </c:pt>
                <c:pt idx="50">
                  <c:v>6.2</c:v>
                </c:pt>
                <c:pt idx="51">
                  <c:v>6.4</c:v>
                </c:pt>
                <c:pt idx="52">
                  <c:v>6.4</c:v>
                </c:pt>
                <c:pt idx="53">
                  <c:v>6.8</c:v>
                </c:pt>
                <c:pt idx="54">
                  <c:v>6.8</c:v>
                </c:pt>
                <c:pt idx="55">
                  <c:v>7</c:v>
                </c:pt>
                <c:pt idx="56">
                  <c:v>7</c:v>
                </c:pt>
                <c:pt idx="57">
                  <c:v>7.2</c:v>
                </c:pt>
                <c:pt idx="58">
                  <c:v>7.6</c:v>
                </c:pt>
                <c:pt idx="59">
                  <c:v>7.6</c:v>
                </c:pt>
                <c:pt idx="60">
                  <c:v>7.6</c:v>
                </c:pt>
                <c:pt idx="61">
                  <c:v>7.6</c:v>
                </c:pt>
                <c:pt idx="62">
                  <c:v>7.4</c:v>
                </c:pt>
                <c:pt idx="63">
                  <c:v>7.4</c:v>
                </c:pt>
                <c:pt idx="64">
                  <c:v>7.4</c:v>
                </c:pt>
                <c:pt idx="65">
                  <c:v>7.2</c:v>
                </c:pt>
                <c:pt idx="66">
                  <c:v>7.4</c:v>
                </c:pt>
                <c:pt idx="67">
                  <c:v>7.4</c:v>
                </c:pt>
                <c:pt idx="68">
                  <c:v>7.4</c:v>
                </c:pt>
                <c:pt idx="69">
                  <c:v>7.4</c:v>
                </c:pt>
                <c:pt idx="70">
                  <c:v>7.4</c:v>
                </c:pt>
                <c:pt idx="71">
                  <c:v>7.2</c:v>
                </c:pt>
                <c:pt idx="72">
                  <c:v>7.4</c:v>
                </c:pt>
                <c:pt idx="73">
                  <c:v>7.6</c:v>
                </c:pt>
                <c:pt idx="74">
                  <c:v>7.8</c:v>
                </c:pt>
                <c:pt idx="75">
                  <c:v>7.8</c:v>
                </c:pt>
                <c:pt idx="76">
                  <c:v>8</c:v>
                </c:pt>
                <c:pt idx="77">
                  <c:v>8.6</c:v>
                </c:pt>
                <c:pt idx="78">
                  <c:v>8.4</c:v>
                </c:pt>
                <c:pt idx="79">
                  <c:v>8.1999999999999993</c:v>
                </c:pt>
                <c:pt idx="80">
                  <c:v>8</c:v>
                </c:pt>
                <c:pt idx="81">
                  <c:v>8</c:v>
                </c:pt>
                <c:pt idx="82">
                  <c:v>7.8</c:v>
                </c:pt>
                <c:pt idx="83">
                  <c:v>7.4</c:v>
                </c:pt>
                <c:pt idx="84">
                  <c:v>7.4</c:v>
                </c:pt>
                <c:pt idx="85">
                  <c:v>7.2</c:v>
                </c:pt>
                <c:pt idx="86">
                  <c:v>6.6</c:v>
                </c:pt>
                <c:pt idx="87">
                  <c:v>6.8</c:v>
                </c:pt>
                <c:pt idx="88">
                  <c:v>7.2</c:v>
                </c:pt>
                <c:pt idx="89">
                  <c:v>7</c:v>
                </c:pt>
                <c:pt idx="90">
                  <c:v>7</c:v>
                </c:pt>
                <c:pt idx="91">
                  <c:v>7.4</c:v>
                </c:pt>
                <c:pt idx="92">
                  <c:v>7.6</c:v>
                </c:pt>
                <c:pt idx="93">
                  <c:v>7.6</c:v>
                </c:pt>
                <c:pt idx="94">
                  <c:v>8.1999999999999993</c:v>
                </c:pt>
                <c:pt idx="95">
                  <c:v>8.1999999999999993</c:v>
                </c:pt>
                <c:pt idx="96">
                  <c:v>8.1999999999999993</c:v>
                </c:pt>
                <c:pt idx="97">
                  <c:v>8.1999999999999993</c:v>
                </c:pt>
                <c:pt idx="98">
                  <c:v>8.4</c:v>
                </c:pt>
                <c:pt idx="99">
                  <c:v>8</c:v>
                </c:pt>
                <c:pt idx="100">
                  <c:v>8.1999999999999993</c:v>
                </c:pt>
                <c:pt idx="101">
                  <c:v>8</c:v>
                </c:pt>
                <c:pt idx="102">
                  <c:v>7.8</c:v>
                </c:pt>
                <c:pt idx="103">
                  <c:v>8</c:v>
                </c:pt>
                <c:pt idx="104">
                  <c:v>8.1999999999999993</c:v>
                </c:pt>
                <c:pt idx="105">
                  <c:v>8</c:v>
                </c:pt>
                <c:pt idx="106">
                  <c:v>8</c:v>
                </c:pt>
                <c:pt idx="107">
                  <c:v>7.6</c:v>
                </c:pt>
                <c:pt idx="108">
                  <c:v>7.6</c:v>
                </c:pt>
                <c:pt idx="109">
                  <c:v>7.6</c:v>
                </c:pt>
                <c:pt idx="110">
                  <c:v>7.8</c:v>
                </c:pt>
                <c:pt idx="111">
                  <c:v>7.8</c:v>
                </c:pt>
                <c:pt idx="112">
                  <c:v>7.6</c:v>
                </c:pt>
                <c:pt idx="113">
                  <c:v>7.4</c:v>
                </c:pt>
                <c:pt idx="114">
                  <c:v>7.4</c:v>
                </c:pt>
                <c:pt idx="115">
                  <c:v>7.6</c:v>
                </c:pt>
                <c:pt idx="116">
                  <c:v>7.6</c:v>
                </c:pt>
                <c:pt idx="117">
                  <c:v>7.4</c:v>
                </c:pt>
                <c:pt idx="118">
                  <c:v>7.6</c:v>
                </c:pt>
                <c:pt idx="119">
                  <c:v>7.6</c:v>
                </c:pt>
                <c:pt idx="120">
                  <c:v>7.4</c:v>
                </c:pt>
                <c:pt idx="121">
                  <c:v>7.4</c:v>
                </c:pt>
                <c:pt idx="122">
                  <c:v>7.4</c:v>
                </c:pt>
                <c:pt idx="123">
                  <c:v>7.4</c:v>
                </c:pt>
                <c:pt idx="124">
                  <c:v>7.4</c:v>
                </c:pt>
                <c:pt idx="125">
                  <c:v>7.2</c:v>
                </c:pt>
                <c:pt idx="126">
                  <c:v>7.6</c:v>
                </c:pt>
                <c:pt idx="127">
                  <c:v>7.6</c:v>
                </c:pt>
                <c:pt idx="128">
                  <c:v>7.6</c:v>
                </c:pt>
                <c:pt idx="129">
                  <c:v>7.6</c:v>
                </c:pt>
                <c:pt idx="130">
                  <c:v>7.6</c:v>
                </c:pt>
                <c:pt idx="131">
                  <c:v>7.8</c:v>
                </c:pt>
                <c:pt idx="132">
                  <c:v>7.8</c:v>
                </c:pt>
                <c:pt idx="133">
                  <c:v>8</c:v>
                </c:pt>
                <c:pt idx="134">
                  <c:v>8</c:v>
                </c:pt>
                <c:pt idx="135">
                  <c:v>8.1999999999999993</c:v>
                </c:pt>
                <c:pt idx="136">
                  <c:v>8.1999999999999993</c:v>
                </c:pt>
                <c:pt idx="137">
                  <c:v>8.1999999999999993</c:v>
                </c:pt>
                <c:pt idx="138">
                  <c:v>8.4</c:v>
                </c:pt>
                <c:pt idx="139">
                  <c:v>8.1999999999999993</c:v>
                </c:pt>
                <c:pt idx="140">
                  <c:v>8.4</c:v>
                </c:pt>
                <c:pt idx="141">
                  <c:v>8.4</c:v>
                </c:pt>
                <c:pt idx="142">
                  <c:v>8.4</c:v>
                </c:pt>
                <c:pt idx="143">
                  <c:v>8.4</c:v>
                </c:pt>
                <c:pt idx="144">
                  <c:v>8.4</c:v>
                </c:pt>
                <c:pt idx="145">
                  <c:v>8.1999999999999993</c:v>
                </c:pt>
                <c:pt idx="146">
                  <c:v>8.1999999999999993</c:v>
                </c:pt>
                <c:pt idx="147">
                  <c:v>8.1999999999999993</c:v>
                </c:pt>
                <c:pt idx="148">
                  <c:v>8.1999999999999993</c:v>
                </c:pt>
                <c:pt idx="149">
                  <c:v>8.1999999999999993</c:v>
                </c:pt>
                <c:pt idx="150">
                  <c:v>8</c:v>
                </c:pt>
                <c:pt idx="151">
                  <c:v>8.1999999999999993</c:v>
                </c:pt>
                <c:pt idx="152">
                  <c:v>8.1999999999999993</c:v>
                </c:pt>
                <c:pt idx="153">
                  <c:v>8.6</c:v>
                </c:pt>
                <c:pt idx="154">
                  <c:v>8.8000000000000007</c:v>
                </c:pt>
                <c:pt idx="155">
                  <c:v>8.8000000000000007</c:v>
                </c:pt>
                <c:pt idx="156">
                  <c:v>8.8000000000000007</c:v>
                </c:pt>
                <c:pt idx="157">
                  <c:v>8.6</c:v>
                </c:pt>
                <c:pt idx="158">
                  <c:v>8.4</c:v>
                </c:pt>
                <c:pt idx="159">
                  <c:v>8.1999999999999993</c:v>
                </c:pt>
                <c:pt idx="160">
                  <c:v>8.1999999999999993</c:v>
                </c:pt>
                <c:pt idx="161">
                  <c:v>8.6</c:v>
                </c:pt>
                <c:pt idx="162">
                  <c:v>8.4</c:v>
                </c:pt>
                <c:pt idx="163">
                  <c:v>8.4</c:v>
                </c:pt>
                <c:pt idx="164">
                  <c:v>8.1999999999999993</c:v>
                </c:pt>
                <c:pt idx="165">
                  <c:v>8.6</c:v>
                </c:pt>
                <c:pt idx="166">
                  <c:v>8.4</c:v>
                </c:pt>
                <c:pt idx="167">
                  <c:v>8.4</c:v>
                </c:pt>
                <c:pt idx="168">
                  <c:v>8.6</c:v>
                </c:pt>
                <c:pt idx="169">
                  <c:v>9</c:v>
                </c:pt>
                <c:pt idx="170">
                  <c:v>9.1999999999999993</c:v>
                </c:pt>
                <c:pt idx="171">
                  <c:v>9.4</c:v>
                </c:pt>
                <c:pt idx="172">
                  <c:v>9.4</c:v>
                </c:pt>
                <c:pt idx="173">
                  <c:v>9.4</c:v>
                </c:pt>
                <c:pt idx="174">
                  <c:v>9.1999999999999993</c:v>
                </c:pt>
                <c:pt idx="175">
                  <c:v>9.4</c:v>
                </c:pt>
                <c:pt idx="176">
                  <c:v>9.8000000000000007</c:v>
                </c:pt>
                <c:pt idx="177">
                  <c:v>9.8000000000000007</c:v>
                </c:pt>
                <c:pt idx="178">
                  <c:v>9.8000000000000007</c:v>
                </c:pt>
                <c:pt idx="179">
                  <c:v>9.6</c:v>
                </c:pt>
                <c:pt idx="180">
                  <c:v>9.8000000000000007</c:v>
                </c:pt>
                <c:pt idx="181">
                  <c:v>9.8000000000000007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9.8000000000000007</c:v>
                </c:pt>
                <c:pt idx="189">
                  <c:v>9.8000000000000007</c:v>
                </c:pt>
                <c:pt idx="190">
                  <c:v>9.8000000000000007</c:v>
                </c:pt>
                <c:pt idx="191">
                  <c:v>9.6</c:v>
                </c:pt>
                <c:pt idx="192">
                  <c:v>9.6</c:v>
                </c:pt>
                <c:pt idx="193">
                  <c:v>9.6</c:v>
                </c:pt>
                <c:pt idx="194">
                  <c:v>9.4</c:v>
                </c:pt>
                <c:pt idx="195">
                  <c:v>9.6</c:v>
                </c:pt>
                <c:pt idx="196">
                  <c:v>9.8000000000000007</c:v>
                </c:pt>
                <c:pt idx="197">
                  <c:v>10.199999999999999</c:v>
                </c:pt>
                <c:pt idx="198">
                  <c:v>10.199999999999999</c:v>
                </c:pt>
                <c:pt idx="199">
                  <c:v>10.199999999999999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0B9-466D-BE52-7EEE40249D59}"/>
            </c:ext>
          </c:extLst>
        </c:ser>
        <c:ser>
          <c:idx val="3"/>
          <c:order val="3"/>
          <c:tx>
            <c:strRef>
              <c:f>save1!$EX$1416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save1!$EX$1417:$EX$1616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1</c:v>
                </c:pt>
                <c:pt idx="11">
                  <c:v>1.4</c:v>
                </c:pt>
                <c:pt idx="12">
                  <c:v>2.2000000000000002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2.2000000000000002</c:v>
                </c:pt>
                <c:pt idx="16">
                  <c:v>2.4</c:v>
                </c:pt>
                <c:pt idx="17">
                  <c:v>2.4</c:v>
                </c:pt>
                <c:pt idx="18">
                  <c:v>2.6</c:v>
                </c:pt>
                <c:pt idx="19">
                  <c:v>3</c:v>
                </c:pt>
                <c:pt idx="20">
                  <c:v>3.2</c:v>
                </c:pt>
                <c:pt idx="21">
                  <c:v>3.6</c:v>
                </c:pt>
                <c:pt idx="22">
                  <c:v>3.8</c:v>
                </c:pt>
                <c:pt idx="23">
                  <c:v>4.2</c:v>
                </c:pt>
                <c:pt idx="24">
                  <c:v>4.8</c:v>
                </c:pt>
                <c:pt idx="25">
                  <c:v>4.8</c:v>
                </c:pt>
                <c:pt idx="26">
                  <c:v>4.8</c:v>
                </c:pt>
                <c:pt idx="27">
                  <c:v>5</c:v>
                </c:pt>
                <c:pt idx="28">
                  <c:v>5</c:v>
                </c:pt>
                <c:pt idx="29">
                  <c:v>5.2</c:v>
                </c:pt>
                <c:pt idx="30">
                  <c:v>6.2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6.6</c:v>
                </c:pt>
                <c:pt idx="35">
                  <c:v>7</c:v>
                </c:pt>
                <c:pt idx="36">
                  <c:v>7.4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8.1999999999999993</c:v>
                </c:pt>
                <c:pt idx="42">
                  <c:v>8.8000000000000007</c:v>
                </c:pt>
                <c:pt idx="43">
                  <c:v>8.8000000000000007</c:v>
                </c:pt>
                <c:pt idx="44">
                  <c:v>9.1999999999999993</c:v>
                </c:pt>
                <c:pt idx="45">
                  <c:v>9.4</c:v>
                </c:pt>
                <c:pt idx="46">
                  <c:v>9.4</c:v>
                </c:pt>
                <c:pt idx="47">
                  <c:v>9.6</c:v>
                </c:pt>
                <c:pt idx="48">
                  <c:v>9.8000000000000007</c:v>
                </c:pt>
                <c:pt idx="49">
                  <c:v>10.199999999999999</c:v>
                </c:pt>
                <c:pt idx="50">
                  <c:v>10.8</c:v>
                </c:pt>
                <c:pt idx="51">
                  <c:v>11.2</c:v>
                </c:pt>
                <c:pt idx="52">
                  <c:v>11.4</c:v>
                </c:pt>
                <c:pt idx="53">
                  <c:v>11.6</c:v>
                </c:pt>
                <c:pt idx="54">
                  <c:v>11.6</c:v>
                </c:pt>
                <c:pt idx="55">
                  <c:v>11.8</c:v>
                </c:pt>
                <c:pt idx="56">
                  <c:v>12.2</c:v>
                </c:pt>
                <c:pt idx="57">
                  <c:v>12.2</c:v>
                </c:pt>
                <c:pt idx="58">
                  <c:v>13</c:v>
                </c:pt>
                <c:pt idx="59">
                  <c:v>13.4</c:v>
                </c:pt>
                <c:pt idx="60">
                  <c:v>13.4</c:v>
                </c:pt>
                <c:pt idx="61">
                  <c:v>13.8</c:v>
                </c:pt>
                <c:pt idx="62">
                  <c:v>14</c:v>
                </c:pt>
                <c:pt idx="63">
                  <c:v>14.4</c:v>
                </c:pt>
                <c:pt idx="64">
                  <c:v>14.4</c:v>
                </c:pt>
                <c:pt idx="65">
                  <c:v>14.8</c:v>
                </c:pt>
                <c:pt idx="66">
                  <c:v>15</c:v>
                </c:pt>
                <c:pt idx="67">
                  <c:v>15.6</c:v>
                </c:pt>
                <c:pt idx="68">
                  <c:v>15.8</c:v>
                </c:pt>
                <c:pt idx="69">
                  <c:v>16.8</c:v>
                </c:pt>
                <c:pt idx="70">
                  <c:v>17.2</c:v>
                </c:pt>
                <c:pt idx="71">
                  <c:v>17.2</c:v>
                </c:pt>
                <c:pt idx="72">
                  <c:v>17.399999999999999</c:v>
                </c:pt>
                <c:pt idx="73">
                  <c:v>17.399999999999999</c:v>
                </c:pt>
                <c:pt idx="74">
                  <c:v>17.600000000000001</c:v>
                </c:pt>
                <c:pt idx="75">
                  <c:v>17.600000000000001</c:v>
                </c:pt>
                <c:pt idx="76">
                  <c:v>18.2</c:v>
                </c:pt>
                <c:pt idx="77">
                  <c:v>18.8</c:v>
                </c:pt>
                <c:pt idx="78">
                  <c:v>19.399999999999999</c:v>
                </c:pt>
                <c:pt idx="79">
                  <c:v>19.8</c:v>
                </c:pt>
                <c:pt idx="80">
                  <c:v>20.8</c:v>
                </c:pt>
                <c:pt idx="81">
                  <c:v>20.8</c:v>
                </c:pt>
                <c:pt idx="82">
                  <c:v>21.2</c:v>
                </c:pt>
                <c:pt idx="83">
                  <c:v>21.8</c:v>
                </c:pt>
                <c:pt idx="84">
                  <c:v>22.6</c:v>
                </c:pt>
                <c:pt idx="85">
                  <c:v>22.8</c:v>
                </c:pt>
                <c:pt idx="86">
                  <c:v>23</c:v>
                </c:pt>
                <c:pt idx="87">
                  <c:v>23.4</c:v>
                </c:pt>
                <c:pt idx="88">
                  <c:v>23.6</c:v>
                </c:pt>
                <c:pt idx="89">
                  <c:v>24</c:v>
                </c:pt>
                <c:pt idx="90">
                  <c:v>24.4</c:v>
                </c:pt>
                <c:pt idx="91">
                  <c:v>24.6</c:v>
                </c:pt>
                <c:pt idx="92">
                  <c:v>24.8</c:v>
                </c:pt>
                <c:pt idx="93">
                  <c:v>25.8</c:v>
                </c:pt>
                <c:pt idx="94">
                  <c:v>26.2</c:v>
                </c:pt>
                <c:pt idx="95">
                  <c:v>26.2</c:v>
                </c:pt>
                <c:pt idx="96">
                  <c:v>26.8</c:v>
                </c:pt>
                <c:pt idx="97">
                  <c:v>27.2</c:v>
                </c:pt>
                <c:pt idx="98">
                  <c:v>27.8</c:v>
                </c:pt>
                <c:pt idx="99">
                  <c:v>28</c:v>
                </c:pt>
                <c:pt idx="100">
                  <c:v>28.4</c:v>
                </c:pt>
                <c:pt idx="101">
                  <c:v>28.8</c:v>
                </c:pt>
                <c:pt idx="102">
                  <c:v>28.8</c:v>
                </c:pt>
                <c:pt idx="103">
                  <c:v>29</c:v>
                </c:pt>
                <c:pt idx="104">
                  <c:v>29.6</c:v>
                </c:pt>
                <c:pt idx="105">
                  <c:v>29.6</c:v>
                </c:pt>
                <c:pt idx="106">
                  <c:v>29.8</c:v>
                </c:pt>
                <c:pt idx="107">
                  <c:v>29.8</c:v>
                </c:pt>
                <c:pt idx="108">
                  <c:v>30.2</c:v>
                </c:pt>
                <c:pt idx="109">
                  <c:v>30.4</c:v>
                </c:pt>
                <c:pt idx="110">
                  <c:v>30.4</c:v>
                </c:pt>
                <c:pt idx="111">
                  <c:v>30.6</c:v>
                </c:pt>
                <c:pt idx="112">
                  <c:v>30.6</c:v>
                </c:pt>
                <c:pt idx="113">
                  <c:v>30.6</c:v>
                </c:pt>
                <c:pt idx="114">
                  <c:v>30.6</c:v>
                </c:pt>
                <c:pt idx="115">
                  <c:v>30.8</c:v>
                </c:pt>
                <c:pt idx="116">
                  <c:v>31.2</c:v>
                </c:pt>
                <c:pt idx="117">
                  <c:v>32</c:v>
                </c:pt>
                <c:pt idx="118">
                  <c:v>32.6</c:v>
                </c:pt>
                <c:pt idx="119">
                  <c:v>33</c:v>
                </c:pt>
                <c:pt idx="120">
                  <c:v>33.4</c:v>
                </c:pt>
                <c:pt idx="121">
                  <c:v>33.6</c:v>
                </c:pt>
                <c:pt idx="122">
                  <c:v>34.4</c:v>
                </c:pt>
                <c:pt idx="123">
                  <c:v>34.6</c:v>
                </c:pt>
                <c:pt idx="124">
                  <c:v>35</c:v>
                </c:pt>
                <c:pt idx="125">
                  <c:v>35</c:v>
                </c:pt>
                <c:pt idx="126">
                  <c:v>35.4</c:v>
                </c:pt>
                <c:pt idx="127">
                  <c:v>35.4</c:v>
                </c:pt>
                <c:pt idx="128">
                  <c:v>35.4</c:v>
                </c:pt>
                <c:pt idx="129">
                  <c:v>35.799999999999997</c:v>
                </c:pt>
                <c:pt idx="130">
                  <c:v>35.799999999999997</c:v>
                </c:pt>
                <c:pt idx="131">
                  <c:v>35.799999999999997</c:v>
                </c:pt>
                <c:pt idx="132">
                  <c:v>36</c:v>
                </c:pt>
                <c:pt idx="133">
                  <c:v>36</c:v>
                </c:pt>
                <c:pt idx="134">
                  <c:v>36.200000000000003</c:v>
                </c:pt>
                <c:pt idx="135">
                  <c:v>36.4</c:v>
                </c:pt>
                <c:pt idx="136">
                  <c:v>36.4</c:v>
                </c:pt>
                <c:pt idx="137">
                  <c:v>37.200000000000003</c:v>
                </c:pt>
                <c:pt idx="138">
                  <c:v>37.200000000000003</c:v>
                </c:pt>
                <c:pt idx="139">
                  <c:v>37.200000000000003</c:v>
                </c:pt>
                <c:pt idx="140">
                  <c:v>37.200000000000003</c:v>
                </c:pt>
                <c:pt idx="141">
                  <c:v>37.200000000000003</c:v>
                </c:pt>
                <c:pt idx="142">
                  <c:v>37.200000000000003</c:v>
                </c:pt>
                <c:pt idx="143">
                  <c:v>37.6</c:v>
                </c:pt>
                <c:pt idx="144">
                  <c:v>37.799999999999997</c:v>
                </c:pt>
                <c:pt idx="145">
                  <c:v>38</c:v>
                </c:pt>
                <c:pt idx="146">
                  <c:v>38.4</c:v>
                </c:pt>
                <c:pt idx="147">
                  <c:v>38.799999999999997</c:v>
                </c:pt>
                <c:pt idx="148">
                  <c:v>38.799999999999997</c:v>
                </c:pt>
                <c:pt idx="149">
                  <c:v>39.200000000000003</c:v>
                </c:pt>
                <c:pt idx="150">
                  <c:v>39.4</c:v>
                </c:pt>
                <c:pt idx="151">
                  <c:v>40</c:v>
                </c:pt>
                <c:pt idx="152">
                  <c:v>40</c:v>
                </c:pt>
                <c:pt idx="153">
                  <c:v>40.200000000000003</c:v>
                </c:pt>
                <c:pt idx="154">
                  <c:v>40.799999999999997</c:v>
                </c:pt>
                <c:pt idx="155">
                  <c:v>41.4</c:v>
                </c:pt>
                <c:pt idx="156">
                  <c:v>42</c:v>
                </c:pt>
                <c:pt idx="157">
                  <c:v>42.4</c:v>
                </c:pt>
                <c:pt idx="158">
                  <c:v>42.4</c:v>
                </c:pt>
                <c:pt idx="159">
                  <c:v>42.6</c:v>
                </c:pt>
                <c:pt idx="160">
                  <c:v>42.8</c:v>
                </c:pt>
                <c:pt idx="161">
                  <c:v>43</c:v>
                </c:pt>
                <c:pt idx="162">
                  <c:v>43</c:v>
                </c:pt>
                <c:pt idx="163">
                  <c:v>43.2</c:v>
                </c:pt>
                <c:pt idx="164">
                  <c:v>43.2</c:v>
                </c:pt>
                <c:pt idx="165">
                  <c:v>43.4</c:v>
                </c:pt>
                <c:pt idx="166">
                  <c:v>44</c:v>
                </c:pt>
                <c:pt idx="167">
                  <c:v>44</c:v>
                </c:pt>
                <c:pt idx="168">
                  <c:v>44.2</c:v>
                </c:pt>
                <c:pt idx="169">
                  <c:v>44.6</c:v>
                </c:pt>
                <c:pt idx="170">
                  <c:v>44.8</c:v>
                </c:pt>
                <c:pt idx="171">
                  <c:v>45</c:v>
                </c:pt>
                <c:pt idx="172">
                  <c:v>45.2</c:v>
                </c:pt>
                <c:pt idx="173">
                  <c:v>45.4</c:v>
                </c:pt>
                <c:pt idx="174">
                  <c:v>45.4</c:v>
                </c:pt>
                <c:pt idx="175">
                  <c:v>45.8</c:v>
                </c:pt>
                <c:pt idx="176">
                  <c:v>45.8</c:v>
                </c:pt>
                <c:pt idx="177">
                  <c:v>45.8</c:v>
                </c:pt>
                <c:pt idx="178">
                  <c:v>46.2</c:v>
                </c:pt>
                <c:pt idx="179">
                  <c:v>46.4</c:v>
                </c:pt>
                <c:pt idx="180">
                  <c:v>47</c:v>
                </c:pt>
                <c:pt idx="181">
                  <c:v>47.6</c:v>
                </c:pt>
                <c:pt idx="182">
                  <c:v>48.2</c:v>
                </c:pt>
                <c:pt idx="183">
                  <c:v>48.4</c:v>
                </c:pt>
                <c:pt idx="184">
                  <c:v>48.6</c:v>
                </c:pt>
                <c:pt idx="185">
                  <c:v>48.8</c:v>
                </c:pt>
                <c:pt idx="186">
                  <c:v>49.6</c:v>
                </c:pt>
                <c:pt idx="187">
                  <c:v>49.6</c:v>
                </c:pt>
                <c:pt idx="188">
                  <c:v>49.8</c:v>
                </c:pt>
                <c:pt idx="189">
                  <c:v>50.4</c:v>
                </c:pt>
                <c:pt idx="190">
                  <c:v>50.6</c:v>
                </c:pt>
                <c:pt idx="191">
                  <c:v>51</c:v>
                </c:pt>
                <c:pt idx="192">
                  <c:v>51.2</c:v>
                </c:pt>
                <c:pt idx="193">
                  <c:v>51.2</c:v>
                </c:pt>
                <c:pt idx="194">
                  <c:v>51.6</c:v>
                </c:pt>
                <c:pt idx="195">
                  <c:v>51.6</c:v>
                </c:pt>
                <c:pt idx="196">
                  <c:v>51.8</c:v>
                </c:pt>
                <c:pt idx="197">
                  <c:v>52.2</c:v>
                </c:pt>
                <c:pt idx="198">
                  <c:v>52.6</c:v>
                </c:pt>
                <c:pt idx="199">
                  <c:v>52.6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0B9-466D-BE52-7EEE40249D59}"/>
            </c:ext>
          </c:extLst>
        </c:ser>
        <c:ser>
          <c:idx val="4"/>
          <c:order val="4"/>
          <c:tx>
            <c:strRef>
              <c:f>save1!$EY$1416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save1!$EY$1417:$EY$1616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1</c:v>
                </c:pt>
                <c:pt idx="40">
                  <c:v>1</c:v>
                </c:pt>
                <c:pt idx="41">
                  <c:v>1.2</c:v>
                </c:pt>
                <c:pt idx="42">
                  <c:v>1.2</c:v>
                </c:pt>
                <c:pt idx="43">
                  <c:v>1.4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2.4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3.4</c:v>
                </c:pt>
                <c:pt idx="100">
                  <c:v>3.4</c:v>
                </c:pt>
                <c:pt idx="101">
                  <c:v>3.6</c:v>
                </c:pt>
                <c:pt idx="102">
                  <c:v>3.6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3.8</c:v>
                </c:pt>
                <c:pt idx="107">
                  <c:v>3.8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4.5999999999999996</c:v>
                </c:pt>
                <c:pt idx="119">
                  <c:v>4.5999999999999996</c:v>
                </c:pt>
                <c:pt idx="120">
                  <c:v>4.5999999999999996</c:v>
                </c:pt>
                <c:pt idx="121">
                  <c:v>4.5999999999999996</c:v>
                </c:pt>
                <c:pt idx="122">
                  <c:v>4.5999999999999996</c:v>
                </c:pt>
                <c:pt idx="123">
                  <c:v>4.5999999999999996</c:v>
                </c:pt>
                <c:pt idx="124">
                  <c:v>4.5999999999999996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5</c:v>
                </c:pt>
                <c:pt idx="130">
                  <c:v>5.2</c:v>
                </c:pt>
                <c:pt idx="131">
                  <c:v>5.2</c:v>
                </c:pt>
                <c:pt idx="132">
                  <c:v>5.2</c:v>
                </c:pt>
                <c:pt idx="133">
                  <c:v>5.2</c:v>
                </c:pt>
                <c:pt idx="134">
                  <c:v>5.2</c:v>
                </c:pt>
                <c:pt idx="135">
                  <c:v>5.2</c:v>
                </c:pt>
                <c:pt idx="136">
                  <c:v>5.2</c:v>
                </c:pt>
                <c:pt idx="137">
                  <c:v>5.2</c:v>
                </c:pt>
                <c:pt idx="138">
                  <c:v>5.2</c:v>
                </c:pt>
                <c:pt idx="139">
                  <c:v>5.2</c:v>
                </c:pt>
                <c:pt idx="140">
                  <c:v>5.2</c:v>
                </c:pt>
                <c:pt idx="141">
                  <c:v>5.2</c:v>
                </c:pt>
                <c:pt idx="142">
                  <c:v>5.4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5.6</c:v>
                </c:pt>
                <c:pt idx="149">
                  <c:v>5.8</c:v>
                </c:pt>
                <c:pt idx="150">
                  <c:v>5.8</c:v>
                </c:pt>
                <c:pt idx="151">
                  <c:v>5.8</c:v>
                </c:pt>
                <c:pt idx="152">
                  <c:v>5.8</c:v>
                </c:pt>
                <c:pt idx="153">
                  <c:v>5.8</c:v>
                </c:pt>
                <c:pt idx="154">
                  <c:v>5.8</c:v>
                </c:pt>
                <c:pt idx="155">
                  <c:v>5.8</c:v>
                </c:pt>
                <c:pt idx="156">
                  <c:v>6</c:v>
                </c:pt>
                <c:pt idx="157">
                  <c:v>6</c:v>
                </c:pt>
                <c:pt idx="158">
                  <c:v>6.2</c:v>
                </c:pt>
                <c:pt idx="159">
                  <c:v>6.2</c:v>
                </c:pt>
                <c:pt idx="160">
                  <c:v>6.2</c:v>
                </c:pt>
                <c:pt idx="161">
                  <c:v>6.2</c:v>
                </c:pt>
                <c:pt idx="162">
                  <c:v>6.2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6.8</c:v>
                </c:pt>
                <c:pt idx="171">
                  <c:v>7</c:v>
                </c:pt>
                <c:pt idx="172">
                  <c:v>7</c:v>
                </c:pt>
                <c:pt idx="173">
                  <c:v>7</c:v>
                </c:pt>
                <c:pt idx="174">
                  <c:v>7</c:v>
                </c:pt>
                <c:pt idx="175">
                  <c:v>7</c:v>
                </c:pt>
                <c:pt idx="176">
                  <c:v>7</c:v>
                </c:pt>
                <c:pt idx="177">
                  <c:v>7</c:v>
                </c:pt>
                <c:pt idx="178">
                  <c:v>7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7.6</c:v>
                </c:pt>
                <c:pt idx="184">
                  <c:v>7.8</c:v>
                </c:pt>
                <c:pt idx="185">
                  <c:v>8</c:v>
                </c:pt>
                <c:pt idx="186">
                  <c:v>8</c:v>
                </c:pt>
                <c:pt idx="187">
                  <c:v>8</c:v>
                </c:pt>
                <c:pt idx="188">
                  <c:v>8</c:v>
                </c:pt>
                <c:pt idx="189">
                  <c:v>8</c:v>
                </c:pt>
                <c:pt idx="190">
                  <c:v>8.4</c:v>
                </c:pt>
                <c:pt idx="191">
                  <c:v>8.4</c:v>
                </c:pt>
                <c:pt idx="192">
                  <c:v>8.6</c:v>
                </c:pt>
                <c:pt idx="193">
                  <c:v>8.6</c:v>
                </c:pt>
                <c:pt idx="194">
                  <c:v>8.6</c:v>
                </c:pt>
                <c:pt idx="195">
                  <c:v>8.6</c:v>
                </c:pt>
                <c:pt idx="196">
                  <c:v>8.6</c:v>
                </c:pt>
                <c:pt idx="197">
                  <c:v>8.6</c:v>
                </c:pt>
                <c:pt idx="198">
                  <c:v>8.6</c:v>
                </c:pt>
                <c:pt idx="199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0B9-466D-BE52-7EEE40249D59}"/>
            </c:ext>
          </c:extLst>
        </c:ser>
        <c:ser>
          <c:idx val="5"/>
          <c:order val="5"/>
          <c:tx>
            <c:strRef>
              <c:f>save1!$EZ$1416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save1!$EZ$1417:$EZ$1616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0.8</c:v>
                </c:pt>
                <c:pt idx="3">
                  <c:v>1.2</c:v>
                </c:pt>
                <c:pt idx="4">
                  <c:v>1.4</c:v>
                </c:pt>
                <c:pt idx="5">
                  <c:v>2</c:v>
                </c:pt>
                <c:pt idx="6">
                  <c:v>2.2000000000000002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3.4</c:v>
                </c:pt>
                <c:pt idx="11">
                  <c:v>3.8</c:v>
                </c:pt>
                <c:pt idx="12">
                  <c:v>4</c:v>
                </c:pt>
                <c:pt idx="13">
                  <c:v>4.2</c:v>
                </c:pt>
                <c:pt idx="14">
                  <c:v>4.4000000000000004</c:v>
                </c:pt>
                <c:pt idx="15">
                  <c:v>4.4000000000000004</c:v>
                </c:pt>
                <c:pt idx="16">
                  <c:v>4.5999999999999996</c:v>
                </c:pt>
                <c:pt idx="17">
                  <c:v>4.8</c:v>
                </c:pt>
                <c:pt idx="18">
                  <c:v>5.2</c:v>
                </c:pt>
                <c:pt idx="19">
                  <c:v>6</c:v>
                </c:pt>
                <c:pt idx="20">
                  <c:v>6</c:v>
                </c:pt>
                <c:pt idx="21">
                  <c:v>6.6</c:v>
                </c:pt>
                <c:pt idx="22">
                  <c:v>6.6</c:v>
                </c:pt>
                <c:pt idx="23">
                  <c:v>7.2</c:v>
                </c:pt>
                <c:pt idx="24">
                  <c:v>7.6</c:v>
                </c:pt>
                <c:pt idx="25">
                  <c:v>7.8</c:v>
                </c:pt>
                <c:pt idx="26">
                  <c:v>7.8</c:v>
                </c:pt>
                <c:pt idx="27">
                  <c:v>8.1999999999999993</c:v>
                </c:pt>
                <c:pt idx="28">
                  <c:v>8.8000000000000007</c:v>
                </c:pt>
                <c:pt idx="29">
                  <c:v>9</c:v>
                </c:pt>
                <c:pt idx="30">
                  <c:v>9.1999999999999993</c:v>
                </c:pt>
                <c:pt idx="31">
                  <c:v>9.1999999999999993</c:v>
                </c:pt>
                <c:pt idx="32">
                  <c:v>9.4</c:v>
                </c:pt>
                <c:pt idx="33">
                  <c:v>9.4</c:v>
                </c:pt>
                <c:pt idx="34">
                  <c:v>9.6</c:v>
                </c:pt>
                <c:pt idx="35">
                  <c:v>9.8000000000000007</c:v>
                </c:pt>
                <c:pt idx="36">
                  <c:v>10.199999999999999</c:v>
                </c:pt>
                <c:pt idx="37">
                  <c:v>11</c:v>
                </c:pt>
                <c:pt idx="38">
                  <c:v>11.2</c:v>
                </c:pt>
                <c:pt idx="39">
                  <c:v>11.4</c:v>
                </c:pt>
                <c:pt idx="40">
                  <c:v>11.8</c:v>
                </c:pt>
                <c:pt idx="41">
                  <c:v>11.8</c:v>
                </c:pt>
                <c:pt idx="42">
                  <c:v>12.2</c:v>
                </c:pt>
                <c:pt idx="43">
                  <c:v>12.6</c:v>
                </c:pt>
                <c:pt idx="44">
                  <c:v>13</c:v>
                </c:pt>
                <c:pt idx="45">
                  <c:v>13.2</c:v>
                </c:pt>
                <c:pt idx="46">
                  <c:v>13.6</c:v>
                </c:pt>
                <c:pt idx="47">
                  <c:v>14.2</c:v>
                </c:pt>
                <c:pt idx="48">
                  <c:v>14.4</c:v>
                </c:pt>
                <c:pt idx="49">
                  <c:v>15</c:v>
                </c:pt>
                <c:pt idx="50">
                  <c:v>15.6</c:v>
                </c:pt>
                <c:pt idx="51">
                  <c:v>15.8</c:v>
                </c:pt>
                <c:pt idx="52">
                  <c:v>16</c:v>
                </c:pt>
                <c:pt idx="53">
                  <c:v>16.2</c:v>
                </c:pt>
                <c:pt idx="54">
                  <c:v>16.600000000000001</c:v>
                </c:pt>
                <c:pt idx="55">
                  <c:v>17</c:v>
                </c:pt>
                <c:pt idx="56">
                  <c:v>17.399999999999999</c:v>
                </c:pt>
                <c:pt idx="57">
                  <c:v>17.8</c:v>
                </c:pt>
                <c:pt idx="58">
                  <c:v>18.2</c:v>
                </c:pt>
                <c:pt idx="59">
                  <c:v>18.600000000000001</c:v>
                </c:pt>
                <c:pt idx="60">
                  <c:v>19</c:v>
                </c:pt>
                <c:pt idx="61">
                  <c:v>19.600000000000001</c:v>
                </c:pt>
                <c:pt idx="62">
                  <c:v>20</c:v>
                </c:pt>
                <c:pt idx="63">
                  <c:v>20.2</c:v>
                </c:pt>
                <c:pt idx="64">
                  <c:v>20.2</c:v>
                </c:pt>
                <c:pt idx="65">
                  <c:v>20.399999999999999</c:v>
                </c:pt>
                <c:pt idx="66">
                  <c:v>20.6</c:v>
                </c:pt>
                <c:pt idx="67">
                  <c:v>21.4</c:v>
                </c:pt>
                <c:pt idx="68">
                  <c:v>21.4</c:v>
                </c:pt>
                <c:pt idx="69">
                  <c:v>22</c:v>
                </c:pt>
                <c:pt idx="70">
                  <c:v>22.4</c:v>
                </c:pt>
                <c:pt idx="71">
                  <c:v>22.6</c:v>
                </c:pt>
                <c:pt idx="72">
                  <c:v>23</c:v>
                </c:pt>
                <c:pt idx="73">
                  <c:v>23.4</c:v>
                </c:pt>
                <c:pt idx="74">
                  <c:v>23.8</c:v>
                </c:pt>
                <c:pt idx="75">
                  <c:v>23.8</c:v>
                </c:pt>
                <c:pt idx="76">
                  <c:v>24.2</c:v>
                </c:pt>
                <c:pt idx="77">
                  <c:v>24.2</c:v>
                </c:pt>
                <c:pt idx="78">
                  <c:v>24.4</c:v>
                </c:pt>
                <c:pt idx="79">
                  <c:v>24.8</c:v>
                </c:pt>
                <c:pt idx="80">
                  <c:v>25</c:v>
                </c:pt>
                <c:pt idx="81">
                  <c:v>25.4</c:v>
                </c:pt>
                <c:pt idx="82">
                  <c:v>25.6</c:v>
                </c:pt>
                <c:pt idx="83">
                  <c:v>26</c:v>
                </c:pt>
                <c:pt idx="84">
                  <c:v>26.4</c:v>
                </c:pt>
                <c:pt idx="85">
                  <c:v>26.6</c:v>
                </c:pt>
                <c:pt idx="86">
                  <c:v>27.4</c:v>
                </c:pt>
                <c:pt idx="87">
                  <c:v>27.6</c:v>
                </c:pt>
                <c:pt idx="88">
                  <c:v>27.6</c:v>
                </c:pt>
                <c:pt idx="89">
                  <c:v>28</c:v>
                </c:pt>
                <c:pt idx="90">
                  <c:v>28.4</c:v>
                </c:pt>
                <c:pt idx="91">
                  <c:v>29</c:v>
                </c:pt>
                <c:pt idx="92">
                  <c:v>29.4</c:v>
                </c:pt>
                <c:pt idx="93">
                  <c:v>30.2</c:v>
                </c:pt>
                <c:pt idx="94">
                  <c:v>30.6</c:v>
                </c:pt>
                <c:pt idx="95">
                  <c:v>30.6</c:v>
                </c:pt>
                <c:pt idx="96">
                  <c:v>31</c:v>
                </c:pt>
                <c:pt idx="97">
                  <c:v>31.2</c:v>
                </c:pt>
                <c:pt idx="98">
                  <c:v>31.6</c:v>
                </c:pt>
                <c:pt idx="99">
                  <c:v>32</c:v>
                </c:pt>
                <c:pt idx="100">
                  <c:v>32.6</c:v>
                </c:pt>
                <c:pt idx="101">
                  <c:v>33</c:v>
                </c:pt>
                <c:pt idx="102">
                  <c:v>33.6</c:v>
                </c:pt>
                <c:pt idx="103">
                  <c:v>33.799999999999997</c:v>
                </c:pt>
                <c:pt idx="104">
                  <c:v>34</c:v>
                </c:pt>
                <c:pt idx="105">
                  <c:v>34.200000000000003</c:v>
                </c:pt>
                <c:pt idx="106">
                  <c:v>34.6</c:v>
                </c:pt>
                <c:pt idx="107">
                  <c:v>35</c:v>
                </c:pt>
                <c:pt idx="108">
                  <c:v>35.4</c:v>
                </c:pt>
                <c:pt idx="109">
                  <c:v>35.6</c:v>
                </c:pt>
                <c:pt idx="110">
                  <c:v>35.799999999999997</c:v>
                </c:pt>
                <c:pt idx="111">
                  <c:v>36.200000000000003</c:v>
                </c:pt>
                <c:pt idx="112">
                  <c:v>36.4</c:v>
                </c:pt>
                <c:pt idx="113">
                  <c:v>36.799999999999997</c:v>
                </c:pt>
                <c:pt idx="114">
                  <c:v>37.200000000000003</c:v>
                </c:pt>
                <c:pt idx="115">
                  <c:v>37.4</c:v>
                </c:pt>
                <c:pt idx="116">
                  <c:v>37.799999999999997</c:v>
                </c:pt>
                <c:pt idx="117">
                  <c:v>38.4</c:v>
                </c:pt>
                <c:pt idx="118">
                  <c:v>38.799999999999997</c:v>
                </c:pt>
                <c:pt idx="119">
                  <c:v>39.6</c:v>
                </c:pt>
                <c:pt idx="120">
                  <c:v>40.200000000000003</c:v>
                </c:pt>
                <c:pt idx="121">
                  <c:v>40.200000000000003</c:v>
                </c:pt>
                <c:pt idx="122">
                  <c:v>40.4</c:v>
                </c:pt>
                <c:pt idx="123">
                  <c:v>40.799999999999997</c:v>
                </c:pt>
                <c:pt idx="124">
                  <c:v>41.2</c:v>
                </c:pt>
                <c:pt idx="125">
                  <c:v>41.6</c:v>
                </c:pt>
                <c:pt idx="126">
                  <c:v>41.8</c:v>
                </c:pt>
                <c:pt idx="127">
                  <c:v>42</c:v>
                </c:pt>
                <c:pt idx="128">
                  <c:v>42.2</c:v>
                </c:pt>
                <c:pt idx="129">
                  <c:v>42.4</c:v>
                </c:pt>
                <c:pt idx="130">
                  <c:v>42.6</c:v>
                </c:pt>
                <c:pt idx="131">
                  <c:v>42.8</c:v>
                </c:pt>
                <c:pt idx="132">
                  <c:v>42.8</c:v>
                </c:pt>
                <c:pt idx="133">
                  <c:v>43</c:v>
                </c:pt>
                <c:pt idx="134">
                  <c:v>43.2</c:v>
                </c:pt>
                <c:pt idx="135">
                  <c:v>43.8</c:v>
                </c:pt>
                <c:pt idx="136">
                  <c:v>44</c:v>
                </c:pt>
                <c:pt idx="137">
                  <c:v>44.2</c:v>
                </c:pt>
                <c:pt idx="138">
                  <c:v>44.2</c:v>
                </c:pt>
                <c:pt idx="139">
                  <c:v>44.8</c:v>
                </c:pt>
                <c:pt idx="140">
                  <c:v>44.8</c:v>
                </c:pt>
                <c:pt idx="141">
                  <c:v>45</c:v>
                </c:pt>
                <c:pt idx="142">
                  <c:v>45</c:v>
                </c:pt>
                <c:pt idx="143">
                  <c:v>45</c:v>
                </c:pt>
                <c:pt idx="144">
                  <c:v>45.2</c:v>
                </c:pt>
                <c:pt idx="145">
                  <c:v>45.6</c:v>
                </c:pt>
                <c:pt idx="146">
                  <c:v>46.2</c:v>
                </c:pt>
                <c:pt idx="147">
                  <c:v>46.6</c:v>
                </c:pt>
                <c:pt idx="148">
                  <c:v>46.8</c:v>
                </c:pt>
                <c:pt idx="149">
                  <c:v>47</c:v>
                </c:pt>
                <c:pt idx="150">
                  <c:v>47.2</c:v>
                </c:pt>
                <c:pt idx="151">
                  <c:v>48.2</c:v>
                </c:pt>
                <c:pt idx="152">
                  <c:v>48.2</c:v>
                </c:pt>
                <c:pt idx="153">
                  <c:v>48.4</c:v>
                </c:pt>
                <c:pt idx="154">
                  <c:v>48.6</c:v>
                </c:pt>
                <c:pt idx="155">
                  <c:v>49</c:v>
                </c:pt>
                <c:pt idx="156">
                  <c:v>49.6</c:v>
                </c:pt>
                <c:pt idx="157">
                  <c:v>50</c:v>
                </c:pt>
                <c:pt idx="158">
                  <c:v>50.2</c:v>
                </c:pt>
                <c:pt idx="159">
                  <c:v>50.8</c:v>
                </c:pt>
                <c:pt idx="160">
                  <c:v>51.2</c:v>
                </c:pt>
                <c:pt idx="161">
                  <c:v>51.6</c:v>
                </c:pt>
                <c:pt idx="162">
                  <c:v>51.8</c:v>
                </c:pt>
                <c:pt idx="163">
                  <c:v>52</c:v>
                </c:pt>
                <c:pt idx="164">
                  <c:v>52.8</c:v>
                </c:pt>
                <c:pt idx="165">
                  <c:v>53.2</c:v>
                </c:pt>
                <c:pt idx="166">
                  <c:v>53.8</c:v>
                </c:pt>
                <c:pt idx="167">
                  <c:v>54</c:v>
                </c:pt>
                <c:pt idx="168">
                  <c:v>54.4</c:v>
                </c:pt>
                <c:pt idx="169">
                  <c:v>54.6</c:v>
                </c:pt>
                <c:pt idx="170">
                  <c:v>55</c:v>
                </c:pt>
                <c:pt idx="171">
                  <c:v>55.6</c:v>
                </c:pt>
                <c:pt idx="172">
                  <c:v>56</c:v>
                </c:pt>
                <c:pt idx="173">
                  <c:v>56.2</c:v>
                </c:pt>
                <c:pt idx="174">
                  <c:v>56.4</c:v>
                </c:pt>
                <c:pt idx="175">
                  <c:v>56.6</c:v>
                </c:pt>
                <c:pt idx="176">
                  <c:v>56.8</c:v>
                </c:pt>
                <c:pt idx="177">
                  <c:v>57.2</c:v>
                </c:pt>
                <c:pt idx="178">
                  <c:v>57.4</c:v>
                </c:pt>
                <c:pt idx="179">
                  <c:v>58.2</c:v>
                </c:pt>
                <c:pt idx="180">
                  <c:v>58.8</c:v>
                </c:pt>
                <c:pt idx="181">
                  <c:v>59</c:v>
                </c:pt>
                <c:pt idx="182">
                  <c:v>59.4</c:v>
                </c:pt>
                <c:pt idx="183">
                  <c:v>60</c:v>
                </c:pt>
                <c:pt idx="184">
                  <c:v>60</c:v>
                </c:pt>
                <c:pt idx="185">
                  <c:v>60.4</c:v>
                </c:pt>
                <c:pt idx="186">
                  <c:v>61.2</c:v>
                </c:pt>
                <c:pt idx="187">
                  <c:v>61.2</c:v>
                </c:pt>
                <c:pt idx="188">
                  <c:v>61.6</c:v>
                </c:pt>
                <c:pt idx="189">
                  <c:v>62</c:v>
                </c:pt>
                <c:pt idx="190">
                  <c:v>62.8</c:v>
                </c:pt>
                <c:pt idx="191">
                  <c:v>63</c:v>
                </c:pt>
                <c:pt idx="192">
                  <c:v>64.2</c:v>
                </c:pt>
                <c:pt idx="193">
                  <c:v>64.2</c:v>
                </c:pt>
                <c:pt idx="194">
                  <c:v>64.8</c:v>
                </c:pt>
                <c:pt idx="195">
                  <c:v>65</c:v>
                </c:pt>
                <c:pt idx="196">
                  <c:v>65.400000000000006</c:v>
                </c:pt>
                <c:pt idx="197">
                  <c:v>65.599999999999994</c:v>
                </c:pt>
                <c:pt idx="198">
                  <c:v>66</c:v>
                </c:pt>
                <c:pt idx="199">
                  <c:v>66.2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0B9-466D-BE52-7EEE40249D59}"/>
            </c:ext>
          </c:extLst>
        </c:ser>
        <c:ser>
          <c:idx val="6"/>
          <c:order val="6"/>
          <c:tx>
            <c:strRef>
              <c:f>save1!$FA$1416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save1!$FA$1417:$FA$1616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2</c:v>
                </c:pt>
                <c:pt idx="53">
                  <c:v>2</c:v>
                </c:pt>
                <c:pt idx="54">
                  <c:v>2.2000000000000002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2.6</c:v>
                </c:pt>
                <c:pt idx="65">
                  <c:v>2.6</c:v>
                </c:pt>
                <c:pt idx="66">
                  <c:v>2.6</c:v>
                </c:pt>
                <c:pt idx="67">
                  <c:v>2.6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3.4</c:v>
                </c:pt>
                <c:pt idx="92">
                  <c:v>3.4</c:v>
                </c:pt>
                <c:pt idx="93">
                  <c:v>3.4</c:v>
                </c:pt>
                <c:pt idx="94">
                  <c:v>4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4.2</c:v>
                </c:pt>
                <c:pt idx="99">
                  <c:v>4.2</c:v>
                </c:pt>
                <c:pt idx="100">
                  <c:v>4.2</c:v>
                </c:pt>
                <c:pt idx="101">
                  <c:v>4.4000000000000004</c:v>
                </c:pt>
                <c:pt idx="102">
                  <c:v>4.4000000000000004</c:v>
                </c:pt>
                <c:pt idx="103">
                  <c:v>4.4000000000000004</c:v>
                </c:pt>
                <c:pt idx="104">
                  <c:v>4.4000000000000004</c:v>
                </c:pt>
                <c:pt idx="105">
                  <c:v>4.4000000000000004</c:v>
                </c:pt>
                <c:pt idx="106">
                  <c:v>4.4000000000000004</c:v>
                </c:pt>
                <c:pt idx="107">
                  <c:v>4.4000000000000004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4.4000000000000004</c:v>
                </c:pt>
                <c:pt idx="111">
                  <c:v>4.8</c:v>
                </c:pt>
                <c:pt idx="112">
                  <c:v>4.8</c:v>
                </c:pt>
                <c:pt idx="113">
                  <c:v>4.8</c:v>
                </c:pt>
                <c:pt idx="114">
                  <c:v>5</c:v>
                </c:pt>
                <c:pt idx="115">
                  <c:v>5.2</c:v>
                </c:pt>
                <c:pt idx="116">
                  <c:v>5.2</c:v>
                </c:pt>
                <c:pt idx="117">
                  <c:v>5.2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5.6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6.2</c:v>
                </c:pt>
                <c:pt idx="136">
                  <c:v>6.2</c:v>
                </c:pt>
                <c:pt idx="137">
                  <c:v>6.2</c:v>
                </c:pt>
                <c:pt idx="138">
                  <c:v>6.2</c:v>
                </c:pt>
                <c:pt idx="139">
                  <c:v>6.2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6.4</c:v>
                </c:pt>
                <c:pt idx="145">
                  <c:v>6.4</c:v>
                </c:pt>
                <c:pt idx="146">
                  <c:v>6.4</c:v>
                </c:pt>
                <c:pt idx="147">
                  <c:v>6.4</c:v>
                </c:pt>
                <c:pt idx="148">
                  <c:v>6.4</c:v>
                </c:pt>
                <c:pt idx="149">
                  <c:v>6.4</c:v>
                </c:pt>
                <c:pt idx="150">
                  <c:v>6.4</c:v>
                </c:pt>
                <c:pt idx="151">
                  <c:v>6.4</c:v>
                </c:pt>
                <c:pt idx="152">
                  <c:v>6.4</c:v>
                </c:pt>
                <c:pt idx="153">
                  <c:v>6.4</c:v>
                </c:pt>
                <c:pt idx="154">
                  <c:v>6.4</c:v>
                </c:pt>
                <c:pt idx="155">
                  <c:v>6.4</c:v>
                </c:pt>
                <c:pt idx="156">
                  <c:v>6.4</c:v>
                </c:pt>
                <c:pt idx="157">
                  <c:v>6.4</c:v>
                </c:pt>
                <c:pt idx="158">
                  <c:v>6.4</c:v>
                </c:pt>
                <c:pt idx="159">
                  <c:v>6.4</c:v>
                </c:pt>
                <c:pt idx="160">
                  <c:v>6.4</c:v>
                </c:pt>
                <c:pt idx="161">
                  <c:v>6.6</c:v>
                </c:pt>
                <c:pt idx="162">
                  <c:v>6.6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6.6</c:v>
                </c:pt>
                <c:pt idx="173">
                  <c:v>6.6</c:v>
                </c:pt>
                <c:pt idx="174">
                  <c:v>6.6</c:v>
                </c:pt>
                <c:pt idx="175">
                  <c:v>6.6</c:v>
                </c:pt>
                <c:pt idx="176">
                  <c:v>6.6</c:v>
                </c:pt>
                <c:pt idx="177">
                  <c:v>6.8</c:v>
                </c:pt>
                <c:pt idx="178">
                  <c:v>6.8</c:v>
                </c:pt>
                <c:pt idx="179">
                  <c:v>6.8</c:v>
                </c:pt>
                <c:pt idx="180">
                  <c:v>6.8</c:v>
                </c:pt>
                <c:pt idx="181">
                  <c:v>7</c:v>
                </c:pt>
                <c:pt idx="182">
                  <c:v>7</c:v>
                </c:pt>
                <c:pt idx="183">
                  <c:v>7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7.4</c:v>
                </c:pt>
                <c:pt idx="189">
                  <c:v>7.4</c:v>
                </c:pt>
                <c:pt idx="190">
                  <c:v>7.6</c:v>
                </c:pt>
                <c:pt idx="191">
                  <c:v>7.8</c:v>
                </c:pt>
                <c:pt idx="192">
                  <c:v>7.8</c:v>
                </c:pt>
                <c:pt idx="193">
                  <c:v>7.8</c:v>
                </c:pt>
                <c:pt idx="194">
                  <c:v>7.8</c:v>
                </c:pt>
                <c:pt idx="195">
                  <c:v>7.8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0B9-466D-BE52-7EEE40249D59}"/>
            </c:ext>
          </c:extLst>
        </c:ser>
        <c:ser>
          <c:idx val="7"/>
          <c:order val="7"/>
          <c:tx>
            <c:strRef>
              <c:f>save1!$FB$1416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save1!$FB$1417:$FB$1616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1.2</c:v>
                </c:pt>
                <c:pt idx="81">
                  <c:v>1.2</c:v>
                </c:pt>
                <c:pt idx="82">
                  <c:v>1.2</c:v>
                </c:pt>
                <c:pt idx="83">
                  <c:v>1.2</c:v>
                </c:pt>
                <c:pt idx="84">
                  <c:v>1.2</c:v>
                </c:pt>
                <c:pt idx="85">
                  <c:v>1.2</c:v>
                </c:pt>
                <c:pt idx="86">
                  <c:v>1.2</c:v>
                </c:pt>
                <c:pt idx="87">
                  <c:v>1.2</c:v>
                </c:pt>
                <c:pt idx="88">
                  <c:v>1.4</c:v>
                </c:pt>
                <c:pt idx="89">
                  <c:v>1.4</c:v>
                </c:pt>
                <c:pt idx="90">
                  <c:v>1.4</c:v>
                </c:pt>
                <c:pt idx="91">
                  <c:v>1.6</c:v>
                </c:pt>
                <c:pt idx="92">
                  <c:v>1.6</c:v>
                </c:pt>
                <c:pt idx="93">
                  <c:v>1.6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1.8</c:v>
                </c:pt>
                <c:pt idx="104">
                  <c:v>1.8</c:v>
                </c:pt>
                <c:pt idx="105">
                  <c:v>1.8</c:v>
                </c:pt>
                <c:pt idx="106">
                  <c:v>1.8</c:v>
                </c:pt>
                <c:pt idx="107">
                  <c:v>1.8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1.8</c:v>
                </c:pt>
                <c:pt idx="114">
                  <c:v>1.8</c:v>
                </c:pt>
                <c:pt idx="115">
                  <c:v>1.8</c:v>
                </c:pt>
                <c:pt idx="116">
                  <c:v>2</c:v>
                </c:pt>
                <c:pt idx="117">
                  <c:v>2.2000000000000002</c:v>
                </c:pt>
                <c:pt idx="118">
                  <c:v>2.2000000000000002</c:v>
                </c:pt>
                <c:pt idx="119">
                  <c:v>2.2000000000000002</c:v>
                </c:pt>
                <c:pt idx="120">
                  <c:v>2.2000000000000002</c:v>
                </c:pt>
                <c:pt idx="121">
                  <c:v>2.2000000000000002</c:v>
                </c:pt>
                <c:pt idx="122">
                  <c:v>2.2000000000000002</c:v>
                </c:pt>
                <c:pt idx="123">
                  <c:v>2.2000000000000002</c:v>
                </c:pt>
                <c:pt idx="124">
                  <c:v>2.2000000000000002</c:v>
                </c:pt>
                <c:pt idx="125">
                  <c:v>2.2000000000000002</c:v>
                </c:pt>
                <c:pt idx="126">
                  <c:v>2.2000000000000002</c:v>
                </c:pt>
                <c:pt idx="127">
                  <c:v>2.2000000000000002</c:v>
                </c:pt>
                <c:pt idx="128">
                  <c:v>2.2000000000000002</c:v>
                </c:pt>
                <c:pt idx="129">
                  <c:v>2.2000000000000002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2.2000000000000002</c:v>
                </c:pt>
                <c:pt idx="139">
                  <c:v>2.2000000000000002</c:v>
                </c:pt>
                <c:pt idx="140">
                  <c:v>2.2000000000000002</c:v>
                </c:pt>
                <c:pt idx="141">
                  <c:v>2.2000000000000002</c:v>
                </c:pt>
                <c:pt idx="142">
                  <c:v>2.2000000000000002</c:v>
                </c:pt>
                <c:pt idx="143">
                  <c:v>2.2000000000000002</c:v>
                </c:pt>
                <c:pt idx="144">
                  <c:v>2.2000000000000002</c:v>
                </c:pt>
                <c:pt idx="145">
                  <c:v>2.2000000000000002</c:v>
                </c:pt>
                <c:pt idx="146">
                  <c:v>2.2000000000000002</c:v>
                </c:pt>
                <c:pt idx="147">
                  <c:v>2.2000000000000002</c:v>
                </c:pt>
                <c:pt idx="148">
                  <c:v>2.2000000000000002</c:v>
                </c:pt>
                <c:pt idx="149">
                  <c:v>2.4</c:v>
                </c:pt>
                <c:pt idx="150">
                  <c:v>2.4</c:v>
                </c:pt>
                <c:pt idx="151">
                  <c:v>2.4</c:v>
                </c:pt>
                <c:pt idx="152">
                  <c:v>2.4</c:v>
                </c:pt>
                <c:pt idx="153">
                  <c:v>2.4</c:v>
                </c:pt>
                <c:pt idx="154">
                  <c:v>2.4</c:v>
                </c:pt>
                <c:pt idx="155">
                  <c:v>2.4</c:v>
                </c:pt>
                <c:pt idx="156">
                  <c:v>2.4</c:v>
                </c:pt>
                <c:pt idx="157">
                  <c:v>2.4</c:v>
                </c:pt>
                <c:pt idx="158">
                  <c:v>2.4</c:v>
                </c:pt>
                <c:pt idx="159">
                  <c:v>2.4</c:v>
                </c:pt>
                <c:pt idx="160">
                  <c:v>2.4</c:v>
                </c:pt>
                <c:pt idx="161">
                  <c:v>2.4</c:v>
                </c:pt>
                <c:pt idx="162">
                  <c:v>2.4</c:v>
                </c:pt>
                <c:pt idx="163">
                  <c:v>2.4</c:v>
                </c:pt>
                <c:pt idx="164">
                  <c:v>2.4</c:v>
                </c:pt>
                <c:pt idx="165">
                  <c:v>2.4</c:v>
                </c:pt>
                <c:pt idx="166">
                  <c:v>2.4</c:v>
                </c:pt>
                <c:pt idx="167">
                  <c:v>2.4</c:v>
                </c:pt>
                <c:pt idx="168">
                  <c:v>2.4</c:v>
                </c:pt>
                <c:pt idx="169">
                  <c:v>2.4</c:v>
                </c:pt>
                <c:pt idx="170">
                  <c:v>2.4</c:v>
                </c:pt>
                <c:pt idx="171">
                  <c:v>2.4</c:v>
                </c:pt>
                <c:pt idx="172">
                  <c:v>2.4</c:v>
                </c:pt>
                <c:pt idx="173">
                  <c:v>2.4</c:v>
                </c:pt>
                <c:pt idx="174">
                  <c:v>2.4</c:v>
                </c:pt>
                <c:pt idx="175">
                  <c:v>2.4</c:v>
                </c:pt>
                <c:pt idx="176">
                  <c:v>2.4</c:v>
                </c:pt>
                <c:pt idx="177">
                  <c:v>2.4</c:v>
                </c:pt>
                <c:pt idx="178">
                  <c:v>2.4</c:v>
                </c:pt>
                <c:pt idx="179">
                  <c:v>2.4</c:v>
                </c:pt>
                <c:pt idx="180">
                  <c:v>2.4</c:v>
                </c:pt>
                <c:pt idx="181">
                  <c:v>2.4</c:v>
                </c:pt>
                <c:pt idx="182">
                  <c:v>2.4</c:v>
                </c:pt>
                <c:pt idx="183">
                  <c:v>2.4</c:v>
                </c:pt>
                <c:pt idx="184">
                  <c:v>2.4</c:v>
                </c:pt>
                <c:pt idx="185">
                  <c:v>2.4</c:v>
                </c:pt>
                <c:pt idx="186">
                  <c:v>2.4</c:v>
                </c:pt>
                <c:pt idx="187">
                  <c:v>2.4</c:v>
                </c:pt>
                <c:pt idx="188">
                  <c:v>2.4</c:v>
                </c:pt>
                <c:pt idx="189">
                  <c:v>2.4</c:v>
                </c:pt>
                <c:pt idx="190">
                  <c:v>2.4</c:v>
                </c:pt>
                <c:pt idx="191">
                  <c:v>2.6</c:v>
                </c:pt>
                <c:pt idx="192">
                  <c:v>2.6</c:v>
                </c:pt>
                <c:pt idx="193">
                  <c:v>2.6</c:v>
                </c:pt>
                <c:pt idx="194">
                  <c:v>2.6</c:v>
                </c:pt>
                <c:pt idx="195">
                  <c:v>2.6</c:v>
                </c:pt>
                <c:pt idx="196">
                  <c:v>2.6</c:v>
                </c:pt>
                <c:pt idx="197">
                  <c:v>2.6</c:v>
                </c:pt>
                <c:pt idx="198">
                  <c:v>2.6</c:v>
                </c:pt>
                <c:pt idx="199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D0B9-466D-BE52-7EEE40249D59}"/>
            </c:ext>
          </c:extLst>
        </c:ser>
        <c:ser>
          <c:idx val="8"/>
          <c:order val="8"/>
          <c:tx>
            <c:strRef>
              <c:f>save1!$FC$1416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save1!$FC$1417:$FC$1616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D0B9-466D-BE52-7EEE40249D59}"/>
            </c:ext>
          </c:extLst>
        </c:ser>
        <c:ser>
          <c:idx val="9"/>
          <c:order val="9"/>
          <c:tx>
            <c:strRef>
              <c:f>save1!$FD$1416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save1!$FD$1417:$FD$1616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1.8</c:v>
                </c:pt>
                <c:pt idx="60">
                  <c:v>1.8</c:v>
                </c:pt>
                <c:pt idx="61">
                  <c:v>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2.2000000000000002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2.4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3.4</c:v>
                </c:pt>
                <c:pt idx="106">
                  <c:v>3.6</c:v>
                </c:pt>
                <c:pt idx="107">
                  <c:v>4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4.2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4.4000000000000004</c:v>
                </c:pt>
                <c:pt idx="127">
                  <c:v>4.4000000000000004</c:v>
                </c:pt>
                <c:pt idx="128">
                  <c:v>4.4000000000000004</c:v>
                </c:pt>
                <c:pt idx="129">
                  <c:v>4.4000000000000004</c:v>
                </c:pt>
                <c:pt idx="130">
                  <c:v>4.8</c:v>
                </c:pt>
                <c:pt idx="131">
                  <c:v>4.8</c:v>
                </c:pt>
                <c:pt idx="132">
                  <c:v>4.8</c:v>
                </c:pt>
                <c:pt idx="133">
                  <c:v>4.8</c:v>
                </c:pt>
                <c:pt idx="134">
                  <c:v>4.8</c:v>
                </c:pt>
                <c:pt idx="135">
                  <c:v>4.8</c:v>
                </c:pt>
                <c:pt idx="136">
                  <c:v>4.8</c:v>
                </c:pt>
                <c:pt idx="137">
                  <c:v>4.8</c:v>
                </c:pt>
                <c:pt idx="138">
                  <c:v>4.8</c:v>
                </c:pt>
                <c:pt idx="139">
                  <c:v>5</c:v>
                </c:pt>
                <c:pt idx="140">
                  <c:v>5</c:v>
                </c:pt>
                <c:pt idx="141">
                  <c:v>5.2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5.6</c:v>
                </c:pt>
                <c:pt idx="162">
                  <c:v>5.6</c:v>
                </c:pt>
                <c:pt idx="163">
                  <c:v>5.6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5.8</c:v>
                </c:pt>
                <c:pt idx="169">
                  <c:v>5.8</c:v>
                </c:pt>
                <c:pt idx="170">
                  <c:v>6</c:v>
                </c:pt>
                <c:pt idx="171">
                  <c:v>6</c:v>
                </c:pt>
                <c:pt idx="172">
                  <c:v>6.2</c:v>
                </c:pt>
                <c:pt idx="173">
                  <c:v>6.4</c:v>
                </c:pt>
                <c:pt idx="174">
                  <c:v>6.4</c:v>
                </c:pt>
                <c:pt idx="175">
                  <c:v>6.4</c:v>
                </c:pt>
                <c:pt idx="176">
                  <c:v>6.4</c:v>
                </c:pt>
                <c:pt idx="177">
                  <c:v>6.4</c:v>
                </c:pt>
                <c:pt idx="178">
                  <c:v>6.4</c:v>
                </c:pt>
                <c:pt idx="179">
                  <c:v>6.4</c:v>
                </c:pt>
                <c:pt idx="180">
                  <c:v>6.4</c:v>
                </c:pt>
                <c:pt idx="181">
                  <c:v>6.4</c:v>
                </c:pt>
                <c:pt idx="182">
                  <c:v>6.4</c:v>
                </c:pt>
                <c:pt idx="183">
                  <c:v>6.6</c:v>
                </c:pt>
                <c:pt idx="184">
                  <c:v>6.6</c:v>
                </c:pt>
                <c:pt idx="185">
                  <c:v>6.8</c:v>
                </c:pt>
                <c:pt idx="186">
                  <c:v>7</c:v>
                </c:pt>
                <c:pt idx="187">
                  <c:v>7</c:v>
                </c:pt>
                <c:pt idx="188">
                  <c:v>7.2</c:v>
                </c:pt>
                <c:pt idx="189">
                  <c:v>7.2</c:v>
                </c:pt>
                <c:pt idx="190">
                  <c:v>7.2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7.4</c:v>
                </c:pt>
                <c:pt idx="198">
                  <c:v>7.4</c:v>
                </c:pt>
                <c:pt idx="199">
                  <c:v>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D0B9-466D-BE52-7EEE40249D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(Gilded Key, No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save1!$EC$1618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save1!$EC$1619:$EC$1818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  <c:pt idx="6">
                  <c:v>1.2</c:v>
                </c:pt>
                <c:pt idx="7">
                  <c:v>1.2</c:v>
                </c:pt>
                <c:pt idx="8">
                  <c:v>1.4</c:v>
                </c:pt>
                <c:pt idx="9">
                  <c:v>1.4</c:v>
                </c:pt>
                <c:pt idx="10">
                  <c:v>1.4</c:v>
                </c:pt>
                <c:pt idx="11">
                  <c:v>1.6</c:v>
                </c:pt>
                <c:pt idx="12">
                  <c:v>1.6</c:v>
                </c:pt>
                <c:pt idx="13">
                  <c:v>1.6</c:v>
                </c:pt>
                <c:pt idx="14">
                  <c:v>2.6</c:v>
                </c:pt>
                <c:pt idx="15">
                  <c:v>2.6</c:v>
                </c:pt>
                <c:pt idx="16">
                  <c:v>2.6</c:v>
                </c:pt>
                <c:pt idx="17">
                  <c:v>2.8</c:v>
                </c:pt>
                <c:pt idx="18">
                  <c:v>3</c:v>
                </c:pt>
                <c:pt idx="19">
                  <c:v>3.2</c:v>
                </c:pt>
                <c:pt idx="20">
                  <c:v>3.4</c:v>
                </c:pt>
                <c:pt idx="21">
                  <c:v>3.6</c:v>
                </c:pt>
                <c:pt idx="22">
                  <c:v>3.8</c:v>
                </c:pt>
                <c:pt idx="23">
                  <c:v>3.8</c:v>
                </c:pt>
                <c:pt idx="24">
                  <c:v>4.2</c:v>
                </c:pt>
                <c:pt idx="25">
                  <c:v>4.4000000000000004</c:v>
                </c:pt>
                <c:pt idx="26">
                  <c:v>4.8</c:v>
                </c:pt>
                <c:pt idx="27">
                  <c:v>4.8</c:v>
                </c:pt>
                <c:pt idx="28">
                  <c:v>4.8</c:v>
                </c:pt>
                <c:pt idx="29">
                  <c:v>4.8</c:v>
                </c:pt>
                <c:pt idx="30">
                  <c:v>5.2</c:v>
                </c:pt>
                <c:pt idx="31">
                  <c:v>5.2</c:v>
                </c:pt>
                <c:pt idx="32">
                  <c:v>5.4</c:v>
                </c:pt>
                <c:pt idx="33">
                  <c:v>5.4</c:v>
                </c:pt>
                <c:pt idx="34">
                  <c:v>5.6</c:v>
                </c:pt>
                <c:pt idx="35">
                  <c:v>5.8</c:v>
                </c:pt>
                <c:pt idx="36">
                  <c:v>6</c:v>
                </c:pt>
                <c:pt idx="37">
                  <c:v>6.4</c:v>
                </c:pt>
                <c:pt idx="38">
                  <c:v>6.6</c:v>
                </c:pt>
                <c:pt idx="39">
                  <c:v>7</c:v>
                </c:pt>
                <c:pt idx="40">
                  <c:v>7.2</c:v>
                </c:pt>
                <c:pt idx="41">
                  <c:v>7.4</c:v>
                </c:pt>
                <c:pt idx="42">
                  <c:v>7.6</c:v>
                </c:pt>
                <c:pt idx="43">
                  <c:v>7.8</c:v>
                </c:pt>
                <c:pt idx="44">
                  <c:v>7.8</c:v>
                </c:pt>
                <c:pt idx="45">
                  <c:v>7.8</c:v>
                </c:pt>
                <c:pt idx="46">
                  <c:v>8</c:v>
                </c:pt>
                <c:pt idx="47">
                  <c:v>8.1999999999999993</c:v>
                </c:pt>
                <c:pt idx="48">
                  <c:v>8.1999999999999993</c:v>
                </c:pt>
                <c:pt idx="49">
                  <c:v>8.4</c:v>
                </c:pt>
                <c:pt idx="50">
                  <c:v>8.4</c:v>
                </c:pt>
                <c:pt idx="51">
                  <c:v>9</c:v>
                </c:pt>
                <c:pt idx="52">
                  <c:v>9.4</c:v>
                </c:pt>
                <c:pt idx="53">
                  <c:v>9.6</c:v>
                </c:pt>
                <c:pt idx="54">
                  <c:v>9.8000000000000007</c:v>
                </c:pt>
                <c:pt idx="55">
                  <c:v>9.8000000000000007</c:v>
                </c:pt>
                <c:pt idx="56">
                  <c:v>9.8000000000000007</c:v>
                </c:pt>
                <c:pt idx="57">
                  <c:v>10.6</c:v>
                </c:pt>
                <c:pt idx="58">
                  <c:v>10.6</c:v>
                </c:pt>
                <c:pt idx="59">
                  <c:v>10.6</c:v>
                </c:pt>
                <c:pt idx="60">
                  <c:v>10.8</c:v>
                </c:pt>
                <c:pt idx="61">
                  <c:v>11.6</c:v>
                </c:pt>
                <c:pt idx="62">
                  <c:v>11.6</c:v>
                </c:pt>
                <c:pt idx="63">
                  <c:v>12.2</c:v>
                </c:pt>
                <c:pt idx="64">
                  <c:v>12.4</c:v>
                </c:pt>
                <c:pt idx="65">
                  <c:v>13</c:v>
                </c:pt>
                <c:pt idx="66">
                  <c:v>13</c:v>
                </c:pt>
                <c:pt idx="67">
                  <c:v>13.2</c:v>
                </c:pt>
                <c:pt idx="68">
                  <c:v>14</c:v>
                </c:pt>
                <c:pt idx="69">
                  <c:v>14.2</c:v>
                </c:pt>
                <c:pt idx="70">
                  <c:v>14.2</c:v>
                </c:pt>
                <c:pt idx="71">
                  <c:v>14.4</c:v>
                </c:pt>
                <c:pt idx="72">
                  <c:v>14.4</c:v>
                </c:pt>
                <c:pt idx="73">
                  <c:v>14.4</c:v>
                </c:pt>
                <c:pt idx="74">
                  <c:v>14.6</c:v>
                </c:pt>
                <c:pt idx="75">
                  <c:v>14.6</c:v>
                </c:pt>
                <c:pt idx="76">
                  <c:v>14.8</c:v>
                </c:pt>
                <c:pt idx="77">
                  <c:v>15.2</c:v>
                </c:pt>
                <c:pt idx="78">
                  <c:v>15.4</c:v>
                </c:pt>
                <c:pt idx="79">
                  <c:v>15.6</c:v>
                </c:pt>
                <c:pt idx="80">
                  <c:v>15.8</c:v>
                </c:pt>
                <c:pt idx="81">
                  <c:v>16.8</c:v>
                </c:pt>
                <c:pt idx="82">
                  <c:v>17.2</c:v>
                </c:pt>
                <c:pt idx="83">
                  <c:v>17.2</c:v>
                </c:pt>
                <c:pt idx="84">
                  <c:v>17.399999999999999</c:v>
                </c:pt>
                <c:pt idx="85">
                  <c:v>17.399999999999999</c:v>
                </c:pt>
                <c:pt idx="86">
                  <c:v>17.399999999999999</c:v>
                </c:pt>
                <c:pt idx="87">
                  <c:v>17.600000000000001</c:v>
                </c:pt>
                <c:pt idx="88">
                  <c:v>17.600000000000001</c:v>
                </c:pt>
                <c:pt idx="89">
                  <c:v>17.8</c:v>
                </c:pt>
                <c:pt idx="90">
                  <c:v>18</c:v>
                </c:pt>
                <c:pt idx="91">
                  <c:v>18.2</c:v>
                </c:pt>
                <c:pt idx="92">
                  <c:v>18.2</c:v>
                </c:pt>
                <c:pt idx="93">
                  <c:v>18.600000000000001</c:v>
                </c:pt>
                <c:pt idx="94">
                  <c:v>18.600000000000001</c:v>
                </c:pt>
                <c:pt idx="95">
                  <c:v>18.8</c:v>
                </c:pt>
                <c:pt idx="96">
                  <c:v>19</c:v>
                </c:pt>
                <c:pt idx="97">
                  <c:v>19</c:v>
                </c:pt>
                <c:pt idx="98">
                  <c:v>19.2</c:v>
                </c:pt>
                <c:pt idx="99">
                  <c:v>19.399999999999999</c:v>
                </c:pt>
                <c:pt idx="100">
                  <c:v>19.8</c:v>
                </c:pt>
                <c:pt idx="101">
                  <c:v>20</c:v>
                </c:pt>
                <c:pt idx="102">
                  <c:v>20.2</c:v>
                </c:pt>
                <c:pt idx="103">
                  <c:v>20.2</c:v>
                </c:pt>
                <c:pt idx="104">
                  <c:v>20.2</c:v>
                </c:pt>
                <c:pt idx="105">
                  <c:v>20.6</c:v>
                </c:pt>
                <c:pt idx="106">
                  <c:v>20.6</c:v>
                </c:pt>
                <c:pt idx="107">
                  <c:v>20.6</c:v>
                </c:pt>
                <c:pt idx="108">
                  <c:v>21</c:v>
                </c:pt>
                <c:pt idx="109">
                  <c:v>21</c:v>
                </c:pt>
                <c:pt idx="110">
                  <c:v>21</c:v>
                </c:pt>
                <c:pt idx="111">
                  <c:v>21</c:v>
                </c:pt>
                <c:pt idx="112">
                  <c:v>21.2</c:v>
                </c:pt>
                <c:pt idx="113">
                  <c:v>21.2</c:v>
                </c:pt>
                <c:pt idx="114">
                  <c:v>22</c:v>
                </c:pt>
                <c:pt idx="115">
                  <c:v>22.2</c:v>
                </c:pt>
                <c:pt idx="116">
                  <c:v>23</c:v>
                </c:pt>
                <c:pt idx="117">
                  <c:v>23</c:v>
                </c:pt>
                <c:pt idx="118">
                  <c:v>24</c:v>
                </c:pt>
                <c:pt idx="119">
                  <c:v>25</c:v>
                </c:pt>
                <c:pt idx="120">
                  <c:v>25.2</c:v>
                </c:pt>
                <c:pt idx="121">
                  <c:v>26</c:v>
                </c:pt>
                <c:pt idx="122">
                  <c:v>26</c:v>
                </c:pt>
                <c:pt idx="123">
                  <c:v>26.2</c:v>
                </c:pt>
                <c:pt idx="124">
                  <c:v>26.2</c:v>
                </c:pt>
                <c:pt idx="125">
                  <c:v>26.2</c:v>
                </c:pt>
                <c:pt idx="126">
                  <c:v>26.6</c:v>
                </c:pt>
                <c:pt idx="127">
                  <c:v>26.8</c:v>
                </c:pt>
                <c:pt idx="128">
                  <c:v>27</c:v>
                </c:pt>
                <c:pt idx="129">
                  <c:v>27.2</c:v>
                </c:pt>
                <c:pt idx="130">
                  <c:v>27.2</c:v>
                </c:pt>
                <c:pt idx="131">
                  <c:v>27.8</c:v>
                </c:pt>
                <c:pt idx="132">
                  <c:v>28</c:v>
                </c:pt>
                <c:pt idx="133">
                  <c:v>28.6</c:v>
                </c:pt>
                <c:pt idx="134">
                  <c:v>28.6</c:v>
                </c:pt>
                <c:pt idx="135">
                  <c:v>28.8</c:v>
                </c:pt>
                <c:pt idx="136">
                  <c:v>29</c:v>
                </c:pt>
                <c:pt idx="137">
                  <c:v>29.4</c:v>
                </c:pt>
                <c:pt idx="138">
                  <c:v>30.8</c:v>
                </c:pt>
                <c:pt idx="139">
                  <c:v>30.8</c:v>
                </c:pt>
                <c:pt idx="140">
                  <c:v>31.2</c:v>
                </c:pt>
                <c:pt idx="141">
                  <c:v>31.4</c:v>
                </c:pt>
                <c:pt idx="142">
                  <c:v>31.4</c:v>
                </c:pt>
                <c:pt idx="143">
                  <c:v>32.6</c:v>
                </c:pt>
                <c:pt idx="144">
                  <c:v>32.799999999999997</c:v>
                </c:pt>
                <c:pt idx="145">
                  <c:v>33.200000000000003</c:v>
                </c:pt>
                <c:pt idx="146">
                  <c:v>33.4</c:v>
                </c:pt>
                <c:pt idx="147">
                  <c:v>33.4</c:v>
                </c:pt>
                <c:pt idx="148">
                  <c:v>33.4</c:v>
                </c:pt>
                <c:pt idx="149">
                  <c:v>33.4</c:v>
                </c:pt>
                <c:pt idx="150">
                  <c:v>33.6</c:v>
                </c:pt>
                <c:pt idx="151">
                  <c:v>33.799999999999997</c:v>
                </c:pt>
                <c:pt idx="152">
                  <c:v>33.799999999999997</c:v>
                </c:pt>
                <c:pt idx="153">
                  <c:v>34</c:v>
                </c:pt>
                <c:pt idx="154">
                  <c:v>34.200000000000003</c:v>
                </c:pt>
                <c:pt idx="155">
                  <c:v>34.200000000000003</c:v>
                </c:pt>
                <c:pt idx="156">
                  <c:v>34.6</c:v>
                </c:pt>
                <c:pt idx="157">
                  <c:v>34.799999999999997</c:v>
                </c:pt>
                <c:pt idx="158">
                  <c:v>35</c:v>
                </c:pt>
                <c:pt idx="159">
                  <c:v>35.799999999999997</c:v>
                </c:pt>
                <c:pt idx="160">
                  <c:v>35.799999999999997</c:v>
                </c:pt>
                <c:pt idx="161">
                  <c:v>36</c:v>
                </c:pt>
                <c:pt idx="162">
                  <c:v>36</c:v>
                </c:pt>
                <c:pt idx="163">
                  <c:v>36.200000000000003</c:v>
                </c:pt>
                <c:pt idx="164">
                  <c:v>36.4</c:v>
                </c:pt>
                <c:pt idx="165">
                  <c:v>36.4</c:v>
                </c:pt>
                <c:pt idx="166">
                  <c:v>36.799999999999997</c:v>
                </c:pt>
                <c:pt idx="167">
                  <c:v>37</c:v>
                </c:pt>
                <c:pt idx="168">
                  <c:v>37.200000000000003</c:v>
                </c:pt>
                <c:pt idx="169">
                  <c:v>37.200000000000003</c:v>
                </c:pt>
                <c:pt idx="170">
                  <c:v>37.6</c:v>
                </c:pt>
                <c:pt idx="171">
                  <c:v>38</c:v>
                </c:pt>
                <c:pt idx="172">
                  <c:v>38.200000000000003</c:v>
                </c:pt>
                <c:pt idx="173">
                  <c:v>38.200000000000003</c:v>
                </c:pt>
                <c:pt idx="174">
                  <c:v>38.4</c:v>
                </c:pt>
                <c:pt idx="175">
                  <c:v>38.6</c:v>
                </c:pt>
                <c:pt idx="176">
                  <c:v>38.799999999999997</c:v>
                </c:pt>
                <c:pt idx="177">
                  <c:v>39</c:v>
                </c:pt>
                <c:pt idx="178">
                  <c:v>39</c:v>
                </c:pt>
                <c:pt idx="179">
                  <c:v>39.200000000000003</c:v>
                </c:pt>
                <c:pt idx="180">
                  <c:v>39.4</c:v>
                </c:pt>
                <c:pt idx="181">
                  <c:v>39.4</c:v>
                </c:pt>
                <c:pt idx="182">
                  <c:v>39.4</c:v>
                </c:pt>
                <c:pt idx="183">
                  <c:v>39.6</c:v>
                </c:pt>
                <c:pt idx="184">
                  <c:v>39.6</c:v>
                </c:pt>
                <c:pt idx="185">
                  <c:v>39.799999999999997</c:v>
                </c:pt>
                <c:pt idx="186">
                  <c:v>40</c:v>
                </c:pt>
                <c:pt idx="187">
                  <c:v>40.200000000000003</c:v>
                </c:pt>
                <c:pt idx="188">
                  <c:v>40.200000000000003</c:v>
                </c:pt>
                <c:pt idx="189">
                  <c:v>40.4</c:v>
                </c:pt>
                <c:pt idx="190">
                  <c:v>40.799999999999997</c:v>
                </c:pt>
                <c:pt idx="191">
                  <c:v>40.799999999999997</c:v>
                </c:pt>
                <c:pt idx="192">
                  <c:v>41</c:v>
                </c:pt>
                <c:pt idx="193">
                  <c:v>41</c:v>
                </c:pt>
                <c:pt idx="194">
                  <c:v>41</c:v>
                </c:pt>
                <c:pt idx="195">
                  <c:v>41</c:v>
                </c:pt>
                <c:pt idx="196">
                  <c:v>41</c:v>
                </c:pt>
                <c:pt idx="197">
                  <c:v>41.6</c:v>
                </c:pt>
                <c:pt idx="198">
                  <c:v>42</c:v>
                </c:pt>
                <c:pt idx="199">
                  <c:v>42.4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4E-4C49-B2B7-043E78EF1492}"/>
            </c:ext>
          </c:extLst>
        </c:ser>
        <c:ser>
          <c:idx val="1"/>
          <c:order val="1"/>
          <c:tx>
            <c:strRef>
              <c:f>save1!$ED$1618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save1!$ED$1619:$ED$1818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  <c:pt idx="10">
                  <c:v>1</c:v>
                </c:pt>
                <c:pt idx="11">
                  <c:v>1.4</c:v>
                </c:pt>
                <c:pt idx="12">
                  <c:v>1.4</c:v>
                </c:pt>
                <c:pt idx="13">
                  <c:v>1.4</c:v>
                </c:pt>
                <c:pt idx="14">
                  <c:v>1.6</c:v>
                </c:pt>
                <c:pt idx="15">
                  <c:v>1.8</c:v>
                </c:pt>
                <c:pt idx="16">
                  <c:v>1.8</c:v>
                </c:pt>
                <c:pt idx="17">
                  <c:v>1.8</c:v>
                </c:pt>
                <c:pt idx="18">
                  <c:v>2.2000000000000002</c:v>
                </c:pt>
                <c:pt idx="19">
                  <c:v>2.4</c:v>
                </c:pt>
                <c:pt idx="20">
                  <c:v>2.6</c:v>
                </c:pt>
                <c:pt idx="21">
                  <c:v>2.6</c:v>
                </c:pt>
                <c:pt idx="22">
                  <c:v>2.8</c:v>
                </c:pt>
                <c:pt idx="23">
                  <c:v>2.8</c:v>
                </c:pt>
                <c:pt idx="24">
                  <c:v>3.2</c:v>
                </c:pt>
                <c:pt idx="25">
                  <c:v>3.2</c:v>
                </c:pt>
                <c:pt idx="26">
                  <c:v>3.4</c:v>
                </c:pt>
                <c:pt idx="27">
                  <c:v>3.4</c:v>
                </c:pt>
                <c:pt idx="28">
                  <c:v>3.6</c:v>
                </c:pt>
                <c:pt idx="29">
                  <c:v>4</c:v>
                </c:pt>
                <c:pt idx="30">
                  <c:v>4.4000000000000004</c:v>
                </c:pt>
                <c:pt idx="31">
                  <c:v>5</c:v>
                </c:pt>
                <c:pt idx="32">
                  <c:v>5.2</c:v>
                </c:pt>
                <c:pt idx="33">
                  <c:v>5.4</c:v>
                </c:pt>
                <c:pt idx="34">
                  <c:v>5.4</c:v>
                </c:pt>
                <c:pt idx="35">
                  <c:v>5.4</c:v>
                </c:pt>
                <c:pt idx="36">
                  <c:v>5.6</c:v>
                </c:pt>
                <c:pt idx="37">
                  <c:v>5.6</c:v>
                </c:pt>
                <c:pt idx="38">
                  <c:v>5.6</c:v>
                </c:pt>
                <c:pt idx="39">
                  <c:v>5.6</c:v>
                </c:pt>
                <c:pt idx="40">
                  <c:v>5.8</c:v>
                </c:pt>
                <c:pt idx="41">
                  <c:v>6.2</c:v>
                </c:pt>
                <c:pt idx="42">
                  <c:v>6.4</c:v>
                </c:pt>
                <c:pt idx="43">
                  <c:v>6.4</c:v>
                </c:pt>
                <c:pt idx="44">
                  <c:v>6.4</c:v>
                </c:pt>
                <c:pt idx="45">
                  <c:v>6.4</c:v>
                </c:pt>
                <c:pt idx="46">
                  <c:v>6.6</c:v>
                </c:pt>
                <c:pt idx="47">
                  <c:v>7</c:v>
                </c:pt>
                <c:pt idx="48">
                  <c:v>7</c:v>
                </c:pt>
                <c:pt idx="49">
                  <c:v>7</c:v>
                </c:pt>
                <c:pt idx="50">
                  <c:v>7</c:v>
                </c:pt>
                <c:pt idx="51">
                  <c:v>7.6</c:v>
                </c:pt>
                <c:pt idx="52">
                  <c:v>7.8</c:v>
                </c:pt>
                <c:pt idx="53">
                  <c:v>7.8</c:v>
                </c:pt>
                <c:pt idx="54">
                  <c:v>7.8</c:v>
                </c:pt>
                <c:pt idx="55">
                  <c:v>8</c:v>
                </c:pt>
                <c:pt idx="56">
                  <c:v>8.1999999999999993</c:v>
                </c:pt>
                <c:pt idx="57">
                  <c:v>8.6</c:v>
                </c:pt>
                <c:pt idx="58">
                  <c:v>8.8000000000000007</c:v>
                </c:pt>
                <c:pt idx="59">
                  <c:v>8.8000000000000007</c:v>
                </c:pt>
                <c:pt idx="60">
                  <c:v>9.1999999999999993</c:v>
                </c:pt>
                <c:pt idx="61">
                  <c:v>9.4</c:v>
                </c:pt>
                <c:pt idx="62">
                  <c:v>9.6</c:v>
                </c:pt>
                <c:pt idx="63">
                  <c:v>9.6</c:v>
                </c:pt>
                <c:pt idx="64">
                  <c:v>9.6</c:v>
                </c:pt>
                <c:pt idx="65">
                  <c:v>9.8000000000000007</c:v>
                </c:pt>
                <c:pt idx="66">
                  <c:v>10.199999999999999</c:v>
                </c:pt>
                <c:pt idx="67">
                  <c:v>10.6</c:v>
                </c:pt>
                <c:pt idx="68">
                  <c:v>10.6</c:v>
                </c:pt>
                <c:pt idx="69">
                  <c:v>10.8</c:v>
                </c:pt>
                <c:pt idx="70">
                  <c:v>11.2</c:v>
                </c:pt>
                <c:pt idx="71">
                  <c:v>11.4</c:v>
                </c:pt>
                <c:pt idx="72">
                  <c:v>11.4</c:v>
                </c:pt>
                <c:pt idx="73">
                  <c:v>11.8</c:v>
                </c:pt>
                <c:pt idx="74">
                  <c:v>12.4</c:v>
                </c:pt>
                <c:pt idx="75">
                  <c:v>12.6</c:v>
                </c:pt>
                <c:pt idx="76">
                  <c:v>12.6</c:v>
                </c:pt>
                <c:pt idx="77">
                  <c:v>12.6</c:v>
                </c:pt>
                <c:pt idx="78">
                  <c:v>12.8</c:v>
                </c:pt>
                <c:pt idx="79">
                  <c:v>13.4</c:v>
                </c:pt>
                <c:pt idx="80">
                  <c:v>13.6</c:v>
                </c:pt>
                <c:pt idx="81">
                  <c:v>13.8</c:v>
                </c:pt>
                <c:pt idx="82">
                  <c:v>14.6</c:v>
                </c:pt>
                <c:pt idx="83">
                  <c:v>14.6</c:v>
                </c:pt>
                <c:pt idx="84">
                  <c:v>14.8</c:v>
                </c:pt>
                <c:pt idx="85">
                  <c:v>14.8</c:v>
                </c:pt>
                <c:pt idx="86">
                  <c:v>15</c:v>
                </c:pt>
                <c:pt idx="87">
                  <c:v>15</c:v>
                </c:pt>
                <c:pt idx="88">
                  <c:v>15.2</c:v>
                </c:pt>
                <c:pt idx="89">
                  <c:v>15.2</c:v>
                </c:pt>
                <c:pt idx="90">
                  <c:v>15.2</c:v>
                </c:pt>
                <c:pt idx="91">
                  <c:v>15.2</c:v>
                </c:pt>
                <c:pt idx="92">
                  <c:v>15.2</c:v>
                </c:pt>
                <c:pt idx="93">
                  <c:v>15.2</c:v>
                </c:pt>
                <c:pt idx="94">
                  <c:v>15.6</c:v>
                </c:pt>
                <c:pt idx="95">
                  <c:v>15.6</c:v>
                </c:pt>
                <c:pt idx="96">
                  <c:v>16</c:v>
                </c:pt>
                <c:pt idx="97">
                  <c:v>16.2</c:v>
                </c:pt>
                <c:pt idx="98">
                  <c:v>16.399999999999999</c:v>
                </c:pt>
                <c:pt idx="99">
                  <c:v>16.399999999999999</c:v>
                </c:pt>
                <c:pt idx="100">
                  <c:v>16.600000000000001</c:v>
                </c:pt>
                <c:pt idx="101">
                  <c:v>16.600000000000001</c:v>
                </c:pt>
                <c:pt idx="102">
                  <c:v>17</c:v>
                </c:pt>
                <c:pt idx="103">
                  <c:v>17</c:v>
                </c:pt>
                <c:pt idx="104">
                  <c:v>17.2</c:v>
                </c:pt>
                <c:pt idx="105">
                  <c:v>17.2</c:v>
                </c:pt>
                <c:pt idx="106">
                  <c:v>17.399999999999999</c:v>
                </c:pt>
                <c:pt idx="107">
                  <c:v>17.399999999999999</c:v>
                </c:pt>
                <c:pt idx="108">
                  <c:v>17.600000000000001</c:v>
                </c:pt>
                <c:pt idx="109">
                  <c:v>18</c:v>
                </c:pt>
                <c:pt idx="110">
                  <c:v>18.2</c:v>
                </c:pt>
                <c:pt idx="111">
                  <c:v>18.600000000000001</c:v>
                </c:pt>
                <c:pt idx="112">
                  <c:v>19</c:v>
                </c:pt>
                <c:pt idx="113">
                  <c:v>19.2</c:v>
                </c:pt>
                <c:pt idx="114">
                  <c:v>19.399999999999999</c:v>
                </c:pt>
                <c:pt idx="115">
                  <c:v>19.399999999999999</c:v>
                </c:pt>
                <c:pt idx="116">
                  <c:v>19.600000000000001</c:v>
                </c:pt>
                <c:pt idx="117">
                  <c:v>19.8</c:v>
                </c:pt>
                <c:pt idx="118">
                  <c:v>20</c:v>
                </c:pt>
                <c:pt idx="119">
                  <c:v>20.2</c:v>
                </c:pt>
                <c:pt idx="120">
                  <c:v>20.2</c:v>
                </c:pt>
                <c:pt idx="121">
                  <c:v>20.399999999999999</c:v>
                </c:pt>
                <c:pt idx="122">
                  <c:v>20.6</c:v>
                </c:pt>
                <c:pt idx="123">
                  <c:v>21</c:v>
                </c:pt>
                <c:pt idx="124">
                  <c:v>21</c:v>
                </c:pt>
                <c:pt idx="125">
                  <c:v>21</c:v>
                </c:pt>
                <c:pt idx="126">
                  <c:v>21</c:v>
                </c:pt>
                <c:pt idx="127">
                  <c:v>21</c:v>
                </c:pt>
                <c:pt idx="128">
                  <c:v>21</c:v>
                </c:pt>
                <c:pt idx="129">
                  <c:v>21</c:v>
                </c:pt>
                <c:pt idx="130">
                  <c:v>21</c:v>
                </c:pt>
                <c:pt idx="131">
                  <c:v>21.8</c:v>
                </c:pt>
                <c:pt idx="132">
                  <c:v>21.8</c:v>
                </c:pt>
                <c:pt idx="133">
                  <c:v>22</c:v>
                </c:pt>
                <c:pt idx="134">
                  <c:v>22</c:v>
                </c:pt>
                <c:pt idx="135">
                  <c:v>22.2</c:v>
                </c:pt>
                <c:pt idx="136">
                  <c:v>22.6</c:v>
                </c:pt>
                <c:pt idx="137">
                  <c:v>22.6</c:v>
                </c:pt>
                <c:pt idx="138">
                  <c:v>22.8</c:v>
                </c:pt>
                <c:pt idx="139">
                  <c:v>22.8</c:v>
                </c:pt>
                <c:pt idx="140">
                  <c:v>23</c:v>
                </c:pt>
                <c:pt idx="141">
                  <c:v>23.2</c:v>
                </c:pt>
                <c:pt idx="142">
                  <c:v>23.4</c:v>
                </c:pt>
                <c:pt idx="143">
                  <c:v>23.6</c:v>
                </c:pt>
                <c:pt idx="144">
                  <c:v>23.8</c:v>
                </c:pt>
                <c:pt idx="145">
                  <c:v>24</c:v>
                </c:pt>
                <c:pt idx="146">
                  <c:v>24</c:v>
                </c:pt>
                <c:pt idx="147">
                  <c:v>24.6</c:v>
                </c:pt>
                <c:pt idx="148">
                  <c:v>25</c:v>
                </c:pt>
                <c:pt idx="149">
                  <c:v>25.6</c:v>
                </c:pt>
                <c:pt idx="150">
                  <c:v>26</c:v>
                </c:pt>
                <c:pt idx="151">
                  <c:v>26</c:v>
                </c:pt>
                <c:pt idx="152">
                  <c:v>26</c:v>
                </c:pt>
                <c:pt idx="153">
                  <c:v>26</c:v>
                </c:pt>
                <c:pt idx="154">
                  <c:v>26.2</c:v>
                </c:pt>
                <c:pt idx="155">
                  <c:v>26.4</c:v>
                </c:pt>
                <c:pt idx="156">
                  <c:v>26.6</c:v>
                </c:pt>
                <c:pt idx="157">
                  <c:v>26.8</c:v>
                </c:pt>
                <c:pt idx="158">
                  <c:v>27</c:v>
                </c:pt>
                <c:pt idx="159">
                  <c:v>27</c:v>
                </c:pt>
                <c:pt idx="160">
                  <c:v>27</c:v>
                </c:pt>
                <c:pt idx="161">
                  <c:v>27</c:v>
                </c:pt>
                <c:pt idx="162">
                  <c:v>27.2</c:v>
                </c:pt>
                <c:pt idx="163">
                  <c:v>27.8</c:v>
                </c:pt>
                <c:pt idx="164">
                  <c:v>27.8</c:v>
                </c:pt>
                <c:pt idx="165">
                  <c:v>28</c:v>
                </c:pt>
                <c:pt idx="166">
                  <c:v>28.4</c:v>
                </c:pt>
                <c:pt idx="167">
                  <c:v>28.4</c:v>
                </c:pt>
                <c:pt idx="168">
                  <c:v>28.6</c:v>
                </c:pt>
                <c:pt idx="169">
                  <c:v>28.8</c:v>
                </c:pt>
                <c:pt idx="170">
                  <c:v>29</c:v>
                </c:pt>
                <c:pt idx="171">
                  <c:v>29</c:v>
                </c:pt>
                <c:pt idx="172">
                  <c:v>29</c:v>
                </c:pt>
                <c:pt idx="173">
                  <c:v>29.2</c:v>
                </c:pt>
                <c:pt idx="174">
                  <c:v>29.2</c:v>
                </c:pt>
                <c:pt idx="175">
                  <c:v>29.2</c:v>
                </c:pt>
                <c:pt idx="176">
                  <c:v>29.2</c:v>
                </c:pt>
                <c:pt idx="177">
                  <c:v>29.2</c:v>
                </c:pt>
                <c:pt idx="178">
                  <c:v>29.2</c:v>
                </c:pt>
                <c:pt idx="179">
                  <c:v>29.4</c:v>
                </c:pt>
                <c:pt idx="180">
                  <c:v>29.4</c:v>
                </c:pt>
                <c:pt idx="181">
                  <c:v>29.4</c:v>
                </c:pt>
                <c:pt idx="182">
                  <c:v>29.4</c:v>
                </c:pt>
                <c:pt idx="183">
                  <c:v>29.6</c:v>
                </c:pt>
                <c:pt idx="184">
                  <c:v>29.8</c:v>
                </c:pt>
                <c:pt idx="185">
                  <c:v>29.8</c:v>
                </c:pt>
                <c:pt idx="186">
                  <c:v>30.4</c:v>
                </c:pt>
                <c:pt idx="187">
                  <c:v>30.6</c:v>
                </c:pt>
                <c:pt idx="188">
                  <c:v>30.8</c:v>
                </c:pt>
                <c:pt idx="189">
                  <c:v>31</c:v>
                </c:pt>
                <c:pt idx="190">
                  <c:v>31</c:v>
                </c:pt>
                <c:pt idx="191">
                  <c:v>31.2</c:v>
                </c:pt>
                <c:pt idx="192">
                  <c:v>31.4</c:v>
                </c:pt>
                <c:pt idx="193">
                  <c:v>32</c:v>
                </c:pt>
                <c:pt idx="194">
                  <c:v>32</c:v>
                </c:pt>
                <c:pt idx="195">
                  <c:v>32</c:v>
                </c:pt>
                <c:pt idx="196">
                  <c:v>32.200000000000003</c:v>
                </c:pt>
                <c:pt idx="197">
                  <c:v>32.6</c:v>
                </c:pt>
                <c:pt idx="198">
                  <c:v>32.799999999999997</c:v>
                </c:pt>
                <c:pt idx="199">
                  <c:v>32.799999999999997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4E-4C49-B2B7-043E78EF1492}"/>
            </c:ext>
          </c:extLst>
        </c:ser>
        <c:ser>
          <c:idx val="2"/>
          <c:order val="2"/>
          <c:tx>
            <c:strRef>
              <c:f>save1!$EE$1618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save1!$EE$1619:$EE$1818</c:f>
              <c:numCache>
                <c:formatCode>General</c:formatCode>
                <c:ptCount val="200"/>
                <c:pt idx="0">
                  <c:v>0.8</c:v>
                </c:pt>
                <c:pt idx="1">
                  <c:v>1</c:v>
                </c:pt>
                <c:pt idx="2">
                  <c:v>1.2</c:v>
                </c:pt>
                <c:pt idx="3">
                  <c:v>1.2</c:v>
                </c:pt>
                <c:pt idx="4">
                  <c:v>1.6</c:v>
                </c:pt>
                <c:pt idx="5">
                  <c:v>1.8</c:v>
                </c:pt>
                <c:pt idx="6">
                  <c:v>2</c:v>
                </c:pt>
                <c:pt idx="7">
                  <c:v>2.2000000000000002</c:v>
                </c:pt>
                <c:pt idx="8">
                  <c:v>2.2000000000000002</c:v>
                </c:pt>
                <c:pt idx="9">
                  <c:v>2.2000000000000002</c:v>
                </c:pt>
                <c:pt idx="10">
                  <c:v>2.4</c:v>
                </c:pt>
                <c:pt idx="11">
                  <c:v>2.6</c:v>
                </c:pt>
                <c:pt idx="12">
                  <c:v>3</c:v>
                </c:pt>
                <c:pt idx="13">
                  <c:v>3</c:v>
                </c:pt>
                <c:pt idx="14">
                  <c:v>2.8</c:v>
                </c:pt>
                <c:pt idx="15">
                  <c:v>3</c:v>
                </c:pt>
                <c:pt idx="16">
                  <c:v>3.4</c:v>
                </c:pt>
                <c:pt idx="17">
                  <c:v>4</c:v>
                </c:pt>
                <c:pt idx="18">
                  <c:v>4.2</c:v>
                </c:pt>
                <c:pt idx="19">
                  <c:v>4</c:v>
                </c:pt>
                <c:pt idx="20">
                  <c:v>4</c:v>
                </c:pt>
                <c:pt idx="21">
                  <c:v>4.2</c:v>
                </c:pt>
                <c:pt idx="22">
                  <c:v>4</c:v>
                </c:pt>
                <c:pt idx="23">
                  <c:v>4.4000000000000004</c:v>
                </c:pt>
                <c:pt idx="24">
                  <c:v>4.2</c:v>
                </c:pt>
                <c:pt idx="25">
                  <c:v>4.2</c:v>
                </c:pt>
                <c:pt idx="26">
                  <c:v>4.2</c:v>
                </c:pt>
                <c:pt idx="27">
                  <c:v>4.4000000000000004</c:v>
                </c:pt>
                <c:pt idx="28">
                  <c:v>4.5999999999999996</c:v>
                </c:pt>
                <c:pt idx="29">
                  <c:v>4.8</c:v>
                </c:pt>
                <c:pt idx="30">
                  <c:v>5</c:v>
                </c:pt>
                <c:pt idx="31">
                  <c:v>5.2</c:v>
                </c:pt>
                <c:pt idx="32">
                  <c:v>5.4</c:v>
                </c:pt>
                <c:pt idx="33">
                  <c:v>5.4</c:v>
                </c:pt>
                <c:pt idx="34">
                  <c:v>5.6</c:v>
                </c:pt>
                <c:pt idx="35">
                  <c:v>5.8</c:v>
                </c:pt>
                <c:pt idx="36">
                  <c:v>5.8</c:v>
                </c:pt>
                <c:pt idx="37">
                  <c:v>6.2</c:v>
                </c:pt>
                <c:pt idx="38">
                  <c:v>6.6</c:v>
                </c:pt>
                <c:pt idx="39">
                  <c:v>6.6</c:v>
                </c:pt>
                <c:pt idx="40">
                  <c:v>6.8</c:v>
                </c:pt>
                <c:pt idx="41">
                  <c:v>6.8</c:v>
                </c:pt>
                <c:pt idx="42">
                  <c:v>6.8</c:v>
                </c:pt>
                <c:pt idx="43">
                  <c:v>7.2</c:v>
                </c:pt>
                <c:pt idx="44">
                  <c:v>7.4</c:v>
                </c:pt>
                <c:pt idx="45">
                  <c:v>7.6</c:v>
                </c:pt>
                <c:pt idx="46">
                  <c:v>8</c:v>
                </c:pt>
                <c:pt idx="47">
                  <c:v>8.1999999999999993</c:v>
                </c:pt>
                <c:pt idx="48">
                  <c:v>9</c:v>
                </c:pt>
                <c:pt idx="49">
                  <c:v>9.4</c:v>
                </c:pt>
                <c:pt idx="50">
                  <c:v>9.6</c:v>
                </c:pt>
                <c:pt idx="51">
                  <c:v>9.8000000000000007</c:v>
                </c:pt>
                <c:pt idx="52">
                  <c:v>10</c:v>
                </c:pt>
                <c:pt idx="53">
                  <c:v>10.199999999999999</c:v>
                </c:pt>
                <c:pt idx="54">
                  <c:v>10.6</c:v>
                </c:pt>
                <c:pt idx="55">
                  <c:v>10.8</c:v>
                </c:pt>
                <c:pt idx="56">
                  <c:v>10.8</c:v>
                </c:pt>
                <c:pt idx="57">
                  <c:v>11</c:v>
                </c:pt>
                <c:pt idx="58">
                  <c:v>11.4</c:v>
                </c:pt>
                <c:pt idx="59">
                  <c:v>11.8</c:v>
                </c:pt>
                <c:pt idx="60">
                  <c:v>11.8</c:v>
                </c:pt>
                <c:pt idx="61">
                  <c:v>11.8</c:v>
                </c:pt>
                <c:pt idx="62">
                  <c:v>12</c:v>
                </c:pt>
                <c:pt idx="63">
                  <c:v>12.2</c:v>
                </c:pt>
                <c:pt idx="64">
                  <c:v>12.4</c:v>
                </c:pt>
                <c:pt idx="65">
                  <c:v>12.2</c:v>
                </c:pt>
                <c:pt idx="66">
                  <c:v>12.6</c:v>
                </c:pt>
                <c:pt idx="67">
                  <c:v>12.8</c:v>
                </c:pt>
                <c:pt idx="68">
                  <c:v>13</c:v>
                </c:pt>
                <c:pt idx="69">
                  <c:v>13</c:v>
                </c:pt>
                <c:pt idx="70">
                  <c:v>13.2</c:v>
                </c:pt>
                <c:pt idx="71">
                  <c:v>13.6</c:v>
                </c:pt>
                <c:pt idx="72">
                  <c:v>13.4</c:v>
                </c:pt>
                <c:pt idx="73">
                  <c:v>13.4</c:v>
                </c:pt>
                <c:pt idx="74">
                  <c:v>13.6</c:v>
                </c:pt>
                <c:pt idx="75">
                  <c:v>13.6</c:v>
                </c:pt>
                <c:pt idx="76">
                  <c:v>13.8</c:v>
                </c:pt>
                <c:pt idx="77">
                  <c:v>14.2</c:v>
                </c:pt>
                <c:pt idx="78">
                  <c:v>14.4</c:v>
                </c:pt>
                <c:pt idx="79">
                  <c:v>14.4</c:v>
                </c:pt>
                <c:pt idx="80">
                  <c:v>14.8</c:v>
                </c:pt>
                <c:pt idx="81">
                  <c:v>14.8</c:v>
                </c:pt>
                <c:pt idx="82">
                  <c:v>14.6</c:v>
                </c:pt>
                <c:pt idx="83">
                  <c:v>14.8</c:v>
                </c:pt>
                <c:pt idx="84">
                  <c:v>14.8</c:v>
                </c:pt>
                <c:pt idx="85">
                  <c:v>15.2</c:v>
                </c:pt>
                <c:pt idx="86">
                  <c:v>15.2</c:v>
                </c:pt>
                <c:pt idx="87">
                  <c:v>15.4</c:v>
                </c:pt>
                <c:pt idx="88">
                  <c:v>15.6</c:v>
                </c:pt>
                <c:pt idx="89">
                  <c:v>15.8</c:v>
                </c:pt>
                <c:pt idx="90">
                  <c:v>16.2</c:v>
                </c:pt>
                <c:pt idx="91">
                  <c:v>16.600000000000001</c:v>
                </c:pt>
                <c:pt idx="92">
                  <c:v>17.399999999999999</c:v>
                </c:pt>
                <c:pt idx="93">
                  <c:v>17.600000000000001</c:v>
                </c:pt>
                <c:pt idx="94">
                  <c:v>17.600000000000001</c:v>
                </c:pt>
                <c:pt idx="95">
                  <c:v>18.2</c:v>
                </c:pt>
                <c:pt idx="96">
                  <c:v>18.399999999999999</c:v>
                </c:pt>
                <c:pt idx="97">
                  <c:v>18.8</c:v>
                </c:pt>
                <c:pt idx="98">
                  <c:v>19.2</c:v>
                </c:pt>
                <c:pt idx="99">
                  <c:v>20</c:v>
                </c:pt>
                <c:pt idx="100">
                  <c:v>20</c:v>
                </c:pt>
                <c:pt idx="101">
                  <c:v>20.2</c:v>
                </c:pt>
                <c:pt idx="102">
                  <c:v>20.2</c:v>
                </c:pt>
                <c:pt idx="103">
                  <c:v>20.6</c:v>
                </c:pt>
                <c:pt idx="104">
                  <c:v>20.6</c:v>
                </c:pt>
                <c:pt idx="105">
                  <c:v>20.8</c:v>
                </c:pt>
                <c:pt idx="106">
                  <c:v>21</c:v>
                </c:pt>
                <c:pt idx="107">
                  <c:v>21.2</c:v>
                </c:pt>
                <c:pt idx="108">
                  <c:v>21.4</c:v>
                </c:pt>
                <c:pt idx="109">
                  <c:v>21.6</c:v>
                </c:pt>
                <c:pt idx="110">
                  <c:v>22</c:v>
                </c:pt>
                <c:pt idx="111">
                  <c:v>22</c:v>
                </c:pt>
                <c:pt idx="112">
                  <c:v>22.4</c:v>
                </c:pt>
                <c:pt idx="113">
                  <c:v>22.4</c:v>
                </c:pt>
                <c:pt idx="114">
                  <c:v>22.4</c:v>
                </c:pt>
                <c:pt idx="115">
                  <c:v>22.6</c:v>
                </c:pt>
                <c:pt idx="116">
                  <c:v>22.8</c:v>
                </c:pt>
                <c:pt idx="117">
                  <c:v>23.2</c:v>
                </c:pt>
                <c:pt idx="118">
                  <c:v>23.2</c:v>
                </c:pt>
                <c:pt idx="119">
                  <c:v>23.2</c:v>
                </c:pt>
                <c:pt idx="120">
                  <c:v>23.6</c:v>
                </c:pt>
                <c:pt idx="121">
                  <c:v>23.8</c:v>
                </c:pt>
                <c:pt idx="122">
                  <c:v>24.2</c:v>
                </c:pt>
                <c:pt idx="123">
                  <c:v>24.2</c:v>
                </c:pt>
                <c:pt idx="124">
                  <c:v>24.6</c:v>
                </c:pt>
                <c:pt idx="125">
                  <c:v>25.4</c:v>
                </c:pt>
                <c:pt idx="126">
                  <c:v>25.6</c:v>
                </c:pt>
                <c:pt idx="127">
                  <c:v>26</c:v>
                </c:pt>
                <c:pt idx="128">
                  <c:v>26</c:v>
                </c:pt>
                <c:pt idx="129">
                  <c:v>26.4</c:v>
                </c:pt>
                <c:pt idx="130">
                  <c:v>26.6</c:v>
                </c:pt>
                <c:pt idx="131">
                  <c:v>26.4</c:v>
                </c:pt>
                <c:pt idx="132">
                  <c:v>27</c:v>
                </c:pt>
                <c:pt idx="133">
                  <c:v>27.2</c:v>
                </c:pt>
                <c:pt idx="134">
                  <c:v>27.6</c:v>
                </c:pt>
                <c:pt idx="135">
                  <c:v>27.8</c:v>
                </c:pt>
                <c:pt idx="136">
                  <c:v>28</c:v>
                </c:pt>
                <c:pt idx="137">
                  <c:v>28.4</c:v>
                </c:pt>
                <c:pt idx="138">
                  <c:v>28.4</c:v>
                </c:pt>
                <c:pt idx="139">
                  <c:v>28.6</c:v>
                </c:pt>
                <c:pt idx="140">
                  <c:v>28.6</c:v>
                </c:pt>
                <c:pt idx="141">
                  <c:v>28.8</c:v>
                </c:pt>
                <c:pt idx="142">
                  <c:v>28.6</c:v>
                </c:pt>
                <c:pt idx="143">
                  <c:v>28.6</c:v>
                </c:pt>
                <c:pt idx="144">
                  <c:v>29</c:v>
                </c:pt>
                <c:pt idx="145">
                  <c:v>29.2</c:v>
                </c:pt>
                <c:pt idx="146">
                  <c:v>29.4</c:v>
                </c:pt>
                <c:pt idx="147">
                  <c:v>29.8</c:v>
                </c:pt>
                <c:pt idx="148">
                  <c:v>29.8</c:v>
                </c:pt>
                <c:pt idx="149">
                  <c:v>29.8</c:v>
                </c:pt>
                <c:pt idx="150">
                  <c:v>30</c:v>
                </c:pt>
                <c:pt idx="151">
                  <c:v>30</c:v>
                </c:pt>
                <c:pt idx="152">
                  <c:v>30.4</c:v>
                </c:pt>
                <c:pt idx="153">
                  <c:v>30.6</c:v>
                </c:pt>
                <c:pt idx="154">
                  <c:v>30.6</c:v>
                </c:pt>
                <c:pt idx="155">
                  <c:v>30.6</c:v>
                </c:pt>
                <c:pt idx="156">
                  <c:v>30.8</c:v>
                </c:pt>
                <c:pt idx="157">
                  <c:v>30.8</c:v>
                </c:pt>
                <c:pt idx="158">
                  <c:v>31</c:v>
                </c:pt>
                <c:pt idx="159">
                  <c:v>31</c:v>
                </c:pt>
                <c:pt idx="160">
                  <c:v>31.2</c:v>
                </c:pt>
                <c:pt idx="161">
                  <c:v>31.6</c:v>
                </c:pt>
                <c:pt idx="162">
                  <c:v>31.8</c:v>
                </c:pt>
                <c:pt idx="163">
                  <c:v>31.8</c:v>
                </c:pt>
                <c:pt idx="164">
                  <c:v>31.8</c:v>
                </c:pt>
                <c:pt idx="165">
                  <c:v>31.8</c:v>
                </c:pt>
                <c:pt idx="166">
                  <c:v>32</c:v>
                </c:pt>
                <c:pt idx="167">
                  <c:v>32</c:v>
                </c:pt>
                <c:pt idx="168">
                  <c:v>32.200000000000003</c:v>
                </c:pt>
                <c:pt idx="169">
                  <c:v>32.200000000000003</c:v>
                </c:pt>
                <c:pt idx="170">
                  <c:v>32.200000000000003</c:v>
                </c:pt>
                <c:pt idx="171">
                  <c:v>32.4</c:v>
                </c:pt>
                <c:pt idx="172">
                  <c:v>32.6</c:v>
                </c:pt>
                <c:pt idx="173">
                  <c:v>32.6</c:v>
                </c:pt>
                <c:pt idx="174">
                  <c:v>32.799999999999997</c:v>
                </c:pt>
                <c:pt idx="175">
                  <c:v>33</c:v>
                </c:pt>
                <c:pt idx="176">
                  <c:v>33</c:v>
                </c:pt>
                <c:pt idx="177">
                  <c:v>33</c:v>
                </c:pt>
                <c:pt idx="178">
                  <c:v>33.200000000000003</c:v>
                </c:pt>
                <c:pt idx="179">
                  <c:v>33.4</c:v>
                </c:pt>
                <c:pt idx="180">
                  <c:v>33.799999999999997</c:v>
                </c:pt>
                <c:pt idx="181">
                  <c:v>34.799999999999997</c:v>
                </c:pt>
                <c:pt idx="182">
                  <c:v>34.799999999999997</c:v>
                </c:pt>
                <c:pt idx="183">
                  <c:v>34.6</c:v>
                </c:pt>
                <c:pt idx="184">
                  <c:v>34.799999999999997</c:v>
                </c:pt>
                <c:pt idx="185">
                  <c:v>34.799999999999997</c:v>
                </c:pt>
                <c:pt idx="186">
                  <c:v>34.6</c:v>
                </c:pt>
                <c:pt idx="187">
                  <c:v>34.799999999999997</c:v>
                </c:pt>
                <c:pt idx="188">
                  <c:v>35</c:v>
                </c:pt>
                <c:pt idx="189">
                  <c:v>35.200000000000003</c:v>
                </c:pt>
                <c:pt idx="190">
                  <c:v>35.200000000000003</c:v>
                </c:pt>
                <c:pt idx="191">
                  <c:v>35.200000000000003</c:v>
                </c:pt>
                <c:pt idx="192">
                  <c:v>35.200000000000003</c:v>
                </c:pt>
                <c:pt idx="193">
                  <c:v>35.200000000000003</c:v>
                </c:pt>
                <c:pt idx="194">
                  <c:v>35.200000000000003</c:v>
                </c:pt>
                <c:pt idx="195">
                  <c:v>35.4</c:v>
                </c:pt>
                <c:pt idx="196">
                  <c:v>35.4</c:v>
                </c:pt>
                <c:pt idx="197">
                  <c:v>35.4</c:v>
                </c:pt>
                <c:pt idx="198">
                  <c:v>35.6</c:v>
                </c:pt>
                <c:pt idx="199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4E-4C49-B2B7-043E78EF1492}"/>
            </c:ext>
          </c:extLst>
        </c:ser>
        <c:ser>
          <c:idx val="3"/>
          <c:order val="3"/>
          <c:tx>
            <c:strRef>
              <c:f>save1!$EF$1618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save1!$EF$1619:$EF$1818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1</c:v>
                </c:pt>
                <c:pt idx="4">
                  <c:v>1</c:v>
                </c:pt>
                <c:pt idx="5">
                  <c:v>1.4</c:v>
                </c:pt>
                <c:pt idx="6">
                  <c:v>1.6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3.6</c:v>
                </c:pt>
                <c:pt idx="11">
                  <c:v>3.8</c:v>
                </c:pt>
                <c:pt idx="12">
                  <c:v>4</c:v>
                </c:pt>
                <c:pt idx="13">
                  <c:v>4.4000000000000004</c:v>
                </c:pt>
                <c:pt idx="14">
                  <c:v>5.2</c:v>
                </c:pt>
                <c:pt idx="15">
                  <c:v>5.2</c:v>
                </c:pt>
                <c:pt idx="16">
                  <c:v>5.6</c:v>
                </c:pt>
                <c:pt idx="17">
                  <c:v>5.6</c:v>
                </c:pt>
                <c:pt idx="18">
                  <c:v>5.6</c:v>
                </c:pt>
                <c:pt idx="19">
                  <c:v>5.6</c:v>
                </c:pt>
                <c:pt idx="20">
                  <c:v>5.8</c:v>
                </c:pt>
                <c:pt idx="21">
                  <c:v>6</c:v>
                </c:pt>
                <c:pt idx="22">
                  <c:v>6.4</c:v>
                </c:pt>
                <c:pt idx="23">
                  <c:v>6.6</c:v>
                </c:pt>
                <c:pt idx="24">
                  <c:v>7.2</c:v>
                </c:pt>
                <c:pt idx="25">
                  <c:v>7.6</c:v>
                </c:pt>
                <c:pt idx="26">
                  <c:v>8</c:v>
                </c:pt>
                <c:pt idx="27">
                  <c:v>8</c:v>
                </c:pt>
                <c:pt idx="28">
                  <c:v>8.4</c:v>
                </c:pt>
                <c:pt idx="29">
                  <c:v>8.8000000000000007</c:v>
                </c:pt>
                <c:pt idx="30">
                  <c:v>8.8000000000000007</c:v>
                </c:pt>
                <c:pt idx="31">
                  <c:v>9.4</c:v>
                </c:pt>
                <c:pt idx="32">
                  <c:v>9.6</c:v>
                </c:pt>
                <c:pt idx="33">
                  <c:v>9.6</c:v>
                </c:pt>
                <c:pt idx="34">
                  <c:v>9.6</c:v>
                </c:pt>
                <c:pt idx="35">
                  <c:v>9.8000000000000007</c:v>
                </c:pt>
                <c:pt idx="36">
                  <c:v>10.199999999999999</c:v>
                </c:pt>
                <c:pt idx="37">
                  <c:v>10.6</c:v>
                </c:pt>
                <c:pt idx="38">
                  <c:v>10.6</c:v>
                </c:pt>
                <c:pt idx="39">
                  <c:v>10.8</c:v>
                </c:pt>
                <c:pt idx="40">
                  <c:v>11.2</c:v>
                </c:pt>
                <c:pt idx="41">
                  <c:v>11.4</c:v>
                </c:pt>
                <c:pt idx="42">
                  <c:v>11.8</c:v>
                </c:pt>
                <c:pt idx="43">
                  <c:v>11.8</c:v>
                </c:pt>
                <c:pt idx="44">
                  <c:v>12.2</c:v>
                </c:pt>
                <c:pt idx="45">
                  <c:v>12.6</c:v>
                </c:pt>
                <c:pt idx="46">
                  <c:v>12.8</c:v>
                </c:pt>
                <c:pt idx="47">
                  <c:v>12.8</c:v>
                </c:pt>
                <c:pt idx="48">
                  <c:v>13</c:v>
                </c:pt>
                <c:pt idx="49">
                  <c:v>13.2</c:v>
                </c:pt>
                <c:pt idx="50">
                  <c:v>13.6</c:v>
                </c:pt>
                <c:pt idx="51">
                  <c:v>13.6</c:v>
                </c:pt>
                <c:pt idx="52">
                  <c:v>13.6</c:v>
                </c:pt>
                <c:pt idx="53">
                  <c:v>13.6</c:v>
                </c:pt>
                <c:pt idx="54">
                  <c:v>14</c:v>
                </c:pt>
                <c:pt idx="55">
                  <c:v>14.2</c:v>
                </c:pt>
                <c:pt idx="56">
                  <c:v>14.6</c:v>
                </c:pt>
                <c:pt idx="57">
                  <c:v>14.8</c:v>
                </c:pt>
                <c:pt idx="58">
                  <c:v>15.2</c:v>
                </c:pt>
                <c:pt idx="59">
                  <c:v>15.6</c:v>
                </c:pt>
                <c:pt idx="60">
                  <c:v>15.6</c:v>
                </c:pt>
                <c:pt idx="61">
                  <c:v>16</c:v>
                </c:pt>
                <c:pt idx="62">
                  <c:v>16</c:v>
                </c:pt>
                <c:pt idx="63">
                  <c:v>16.2</c:v>
                </c:pt>
                <c:pt idx="64">
                  <c:v>16.600000000000001</c:v>
                </c:pt>
                <c:pt idx="65">
                  <c:v>17.399999999999999</c:v>
                </c:pt>
                <c:pt idx="66">
                  <c:v>17.399999999999999</c:v>
                </c:pt>
                <c:pt idx="67">
                  <c:v>17.399999999999999</c:v>
                </c:pt>
                <c:pt idx="68">
                  <c:v>17.8</c:v>
                </c:pt>
                <c:pt idx="69">
                  <c:v>18</c:v>
                </c:pt>
                <c:pt idx="70">
                  <c:v>18</c:v>
                </c:pt>
                <c:pt idx="71">
                  <c:v>18.2</c:v>
                </c:pt>
                <c:pt idx="72">
                  <c:v>18.399999999999999</c:v>
                </c:pt>
                <c:pt idx="73">
                  <c:v>18.600000000000001</c:v>
                </c:pt>
                <c:pt idx="74">
                  <c:v>18.600000000000001</c:v>
                </c:pt>
                <c:pt idx="75">
                  <c:v>19.2</c:v>
                </c:pt>
                <c:pt idx="76">
                  <c:v>19.2</c:v>
                </c:pt>
                <c:pt idx="77">
                  <c:v>19.2</c:v>
                </c:pt>
                <c:pt idx="78">
                  <c:v>19.600000000000001</c:v>
                </c:pt>
                <c:pt idx="79">
                  <c:v>19.600000000000001</c:v>
                </c:pt>
                <c:pt idx="80">
                  <c:v>19.8</c:v>
                </c:pt>
                <c:pt idx="81">
                  <c:v>19.8</c:v>
                </c:pt>
                <c:pt idx="82">
                  <c:v>19.8</c:v>
                </c:pt>
                <c:pt idx="83">
                  <c:v>20.2</c:v>
                </c:pt>
                <c:pt idx="84">
                  <c:v>20.2</c:v>
                </c:pt>
                <c:pt idx="85">
                  <c:v>20.399999999999999</c:v>
                </c:pt>
                <c:pt idx="86">
                  <c:v>20.399999999999999</c:v>
                </c:pt>
                <c:pt idx="87">
                  <c:v>20.6</c:v>
                </c:pt>
                <c:pt idx="88">
                  <c:v>20.6</c:v>
                </c:pt>
                <c:pt idx="89">
                  <c:v>21.2</c:v>
                </c:pt>
                <c:pt idx="90">
                  <c:v>21.4</c:v>
                </c:pt>
                <c:pt idx="91">
                  <c:v>21.6</c:v>
                </c:pt>
                <c:pt idx="92">
                  <c:v>21.6</c:v>
                </c:pt>
                <c:pt idx="93">
                  <c:v>21.8</c:v>
                </c:pt>
                <c:pt idx="94">
                  <c:v>22</c:v>
                </c:pt>
                <c:pt idx="95">
                  <c:v>22</c:v>
                </c:pt>
                <c:pt idx="96">
                  <c:v>22</c:v>
                </c:pt>
                <c:pt idx="97">
                  <c:v>22.2</c:v>
                </c:pt>
                <c:pt idx="98">
                  <c:v>22.4</c:v>
                </c:pt>
                <c:pt idx="99">
                  <c:v>22.6</c:v>
                </c:pt>
                <c:pt idx="100">
                  <c:v>22.6</c:v>
                </c:pt>
                <c:pt idx="101">
                  <c:v>22.8</c:v>
                </c:pt>
                <c:pt idx="102">
                  <c:v>22.8</c:v>
                </c:pt>
                <c:pt idx="103">
                  <c:v>22.8</c:v>
                </c:pt>
                <c:pt idx="104">
                  <c:v>23.4</c:v>
                </c:pt>
                <c:pt idx="105">
                  <c:v>23.6</c:v>
                </c:pt>
                <c:pt idx="106">
                  <c:v>23.8</c:v>
                </c:pt>
                <c:pt idx="107">
                  <c:v>24.2</c:v>
                </c:pt>
                <c:pt idx="108">
                  <c:v>24.4</c:v>
                </c:pt>
                <c:pt idx="109">
                  <c:v>24.8</c:v>
                </c:pt>
                <c:pt idx="110">
                  <c:v>24.8</c:v>
                </c:pt>
                <c:pt idx="111">
                  <c:v>25</c:v>
                </c:pt>
                <c:pt idx="112">
                  <c:v>25</c:v>
                </c:pt>
                <c:pt idx="113">
                  <c:v>25.4</c:v>
                </c:pt>
                <c:pt idx="114">
                  <c:v>25.4</c:v>
                </c:pt>
                <c:pt idx="115">
                  <c:v>25.6</c:v>
                </c:pt>
                <c:pt idx="116">
                  <c:v>25.8</c:v>
                </c:pt>
                <c:pt idx="117">
                  <c:v>26</c:v>
                </c:pt>
                <c:pt idx="118">
                  <c:v>26</c:v>
                </c:pt>
                <c:pt idx="119">
                  <c:v>26.2</c:v>
                </c:pt>
                <c:pt idx="120">
                  <c:v>26.2</c:v>
                </c:pt>
                <c:pt idx="121">
                  <c:v>26.6</c:v>
                </c:pt>
                <c:pt idx="122">
                  <c:v>26.8</c:v>
                </c:pt>
                <c:pt idx="123">
                  <c:v>26.8</c:v>
                </c:pt>
                <c:pt idx="124">
                  <c:v>26.8</c:v>
                </c:pt>
                <c:pt idx="125">
                  <c:v>26.8</c:v>
                </c:pt>
                <c:pt idx="126">
                  <c:v>27</c:v>
                </c:pt>
                <c:pt idx="127">
                  <c:v>27</c:v>
                </c:pt>
                <c:pt idx="128">
                  <c:v>27.2</c:v>
                </c:pt>
                <c:pt idx="129">
                  <c:v>27.2</c:v>
                </c:pt>
                <c:pt idx="130">
                  <c:v>27.4</c:v>
                </c:pt>
                <c:pt idx="131">
                  <c:v>27.4</c:v>
                </c:pt>
                <c:pt idx="132">
                  <c:v>27.4</c:v>
                </c:pt>
                <c:pt idx="133">
                  <c:v>27.6</c:v>
                </c:pt>
                <c:pt idx="134">
                  <c:v>27.6</c:v>
                </c:pt>
                <c:pt idx="135">
                  <c:v>27.8</c:v>
                </c:pt>
                <c:pt idx="136">
                  <c:v>28</c:v>
                </c:pt>
                <c:pt idx="137">
                  <c:v>28</c:v>
                </c:pt>
                <c:pt idx="138">
                  <c:v>28.2</c:v>
                </c:pt>
                <c:pt idx="139">
                  <c:v>28.4</c:v>
                </c:pt>
                <c:pt idx="140">
                  <c:v>28.4</c:v>
                </c:pt>
                <c:pt idx="141">
                  <c:v>28.4</c:v>
                </c:pt>
                <c:pt idx="142">
                  <c:v>28.8</c:v>
                </c:pt>
                <c:pt idx="143">
                  <c:v>29.2</c:v>
                </c:pt>
                <c:pt idx="144">
                  <c:v>29.4</c:v>
                </c:pt>
                <c:pt idx="145">
                  <c:v>29.6</c:v>
                </c:pt>
                <c:pt idx="146">
                  <c:v>30</c:v>
                </c:pt>
                <c:pt idx="147">
                  <c:v>30</c:v>
                </c:pt>
                <c:pt idx="148">
                  <c:v>30.2</c:v>
                </c:pt>
                <c:pt idx="149">
                  <c:v>30.2</c:v>
                </c:pt>
                <c:pt idx="150">
                  <c:v>30.2</c:v>
                </c:pt>
                <c:pt idx="151">
                  <c:v>30.2</c:v>
                </c:pt>
                <c:pt idx="152">
                  <c:v>30.6</c:v>
                </c:pt>
                <c:pt idx="153">
                  <c:v>30.6</c:v>
                </c:pt>
                <c:pt idx="154">
                  <c:v>30.6</c:v>
                </c:pt>
                <c:pt idx="155">
                  <c:v>30.8</c:v>
                </c:pt>
                <c:pt idx="156">
                  <c:v>31</c:v>
                </c:pt>
                <c:pt idx="157">
                  <c:v>31</c:v>
                </c:pt>
                <c:pt idx="158">
                  <c:v>31.4</c:v>
                </c:pt>
                <c:pt idx="159">
                  <c:v>31.8</c:v>
                </c:pt>
                <c:pt idx="160">
                  <c:v>32</c:v>
                </c:pt>
                <c:pt idx="161">
                  <c:v>32.200000000000003</c:v>
                </c:pt>
                <c:pt idx="162">
                  <c:v>32.4</c:v>
                </c:pt>
                <c:pt idx="163">
                  <c:v>32.6</c:v>
                </c:pt>
                <c:pt idx="164">
                  <c:v>32.799999999999997</c:v>
                </c:pt>
                <c:pt idx="165">
                  <c:v>32.799999999999997</c:v>
                </c:pt>
                <c:pt idx="166">
                  <c:v>32.799999999999997</c:v>
                </c:pt>
                <c:pt idx="167">
                  <c:v>32.799999999999997</c:v>
                </c:pt>
                <c:pt idx="168">
                  <c:v>33.200000000000003</c:v>
                </c:pt>
                <c:pt idx="169">
                  <c:v>33.799999999999997</c:v>
                </c:pt>
                <c:pt idx="170">
                  <c:v>34</c:v>
                </c:pt>
                <c:pt idx="171">
                  <c:v>34.4</c:v>
                </c:pt>
                <c:pt idx="172">
                  <c:v>34.6</c:v>
                </c:pt>
                <c:pt idx="173">
                  <c:v>34.799999999999997</c:v>
                </c:pt>
                <c:pt idx="174">
                  <c:v>35</c:v>
                </c:pt>
                <c:pt idx="175">
                  <c:v>35</c:v>
                </c:pt>
                <c:pt idx="176">
                  <c:v>35.6</c:v>
                </c:pt>
                <c:pt idx="177">
                  <c:v>35.799999999999997</c:v>
                </c:pt>
                <c:pt idx="178">
                  <c:v>35.799999999999997</c:v>
                </c:pt>
                <c:pt idx="179">
                  <c:v>36</c:v>
                </c:pt>
                <c:pt idx="180">
                  <c:v>36.200000000000003</c:v>
                </c:pt>
                <c:pt idx="181">
                  <c:v>36.200000000000003</c:v>
                </c:pt>
                <c:pt idx="182">
                  <c:v>36.4</c:v>
                </c:pt>
                <c:pt idx="183">
                  <c:v>36.6</c:v>
                </c:pt>
                <c:pt idx="184">
                  <c:v>37</c:v>
                </c:pt>
                <c:pt idx="185">
                  <c:v>37.4</c:v>
                </c:pt>
                <c:pt idx="186">
                  <c:v>37.6</c:v>
                </c:pt>
                <c:pt idx="187">
                  <c:v>38.200000000000003</c:v>
                </c:pt>
                <c:pt idx="188">
                  <c:v>38.4</c:v>
                </c:pt>
                <c:pt idx="189">
                  <c:v>38.4</c:v>
                </c:pt>
                <c:pt idx="190">
                  <c:v>38.4</c:v>
                </c:pt>
                <c:pt idx="191">
                  <c:v>38.6</c:v>
                </c:pt>
                <c:pt idx="192">
                  <c:v>38.799999999999997</c:v>
                </c:pt>
                <c:pt idx="193">
                  <c:v>39</c:v>
                </c:pt>
                <c:pt idx="194">
                  <c:v>39.200000000000003</c:v>
                </c:pt>
                <c:pt idx="195">
                  <c:v>39.200000000000003</c:v>
                </c:pt>
                <c:pt idx="196">
                  <c:v>39.4</c:v>
                </c:pt>
                <c:pt idx="197">
                  <c:v>39.6</c:v>
                </c:pt>
                <c:pt idx="198">
                  <c:v>39.799999999999997</c:v>
                </c:pt>
                <c:pt idx="199">
                  <c:v>40.200000000000003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C4E-4C49-B2B7-043E78EF1492}"/>
            </c:ext>
          </c:extLst>
        </c:ser>
        <c:ser>
          <c:idx val="4"/>
          <c:order val="4"/>
          <c:tx>
            <c:strRef>
              <c:f>save1!$EG$1618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save1!$EG$1619:$EG$1818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1.2</c:v>
                </c:pt>
                <c:pt idx="40">
                  <c:v>1.2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2</c:v>
                </c:pt>
                <c:pt idx="81">
                  <c:v>2.2000000000000002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2.6</c:v>
                </c:pt>
                <c:pt idx="87">
                  <c:v>2.8</c:v>
                </c:pt>
                <c:pt idx="88">
                  <c:v>2.8</c:v>
                </c:pt>
                <c:pt idx="89">
                  <c:v>2.8</c:v>
                </c:pt>
                <c:pt idx="90">
                  <c:v>2.8</c:v>
                </c:pt>
                <c:pt idx="91">
                  <c:v>2.8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3.2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3.2</c:v>
                </c:pt>
                <c:pt idx="115">
                  <c:v>3.4</c:v>
                </c:pt>
                <c:pt idx="116">
                  <c:v>3.4</c:v>
                </c:pt>
                <c:pt idx="117">
                  <c:v>3.4</c:v>
                </c:pt>
                <c:pt idx="118">
                  <c:v>3.4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3.6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4</c:v>
                </c:pt>
                <c:pt idx="131">
                  <c:v>4</c:v>
                </c:pt>
                <c:pt idx="132">
                  <c:v>4</c:v>
                </c:pt>
                <c:pt idx="133">
                  <c:v>4</c:v>
                </c:pt>
                <c:pt idx="134">
                  <c:v>4</c:v>
                </c:pt>
                <c:pt idx="135">
                  <c:v>4</c:v>
                </c:pt>
                <c:pt idx="136">
                  <c:v>4</c:v>
                </c:pt>
                <c:pt idx="137">
                  <c:v>4</c:v>
                </c:pt>
                <c:pt idx="138">
                  <c:v>4.2</c:v>
                </c:pt>
                <c:pt idx="139">
                  <c:v>4.2</c:v>
                </c:pt>
                <c:pt idx="140">
                  <c:v>4.5999999999999996</c:v>
                </c:pt>
                <c:pt idx="141">
                  <c:v>4.5999999999999996</c:v>
                </c:pt>
                <c:pt idx="142">
                  <c:v>4.5999999999999996</c:v>
                </c:pt>
                <c:pt idx="143">
                  <c:v>4.5999999999999996</c:v>
                </c:pt>
                <c:pt idx="144">
                  <c:v>4.5999999999999996</c:v>
                </c:pt>
                <c:pt idx="145">
                  <c:v>4.5999999999999996</c:v>
                </c:pt>
                <c:pt idx="146">
                  <c:v>4.5999999999999996</c:v>
                </c:pt>
                <c:pt idx="147">
                  <c:v>4.5999999999999996</c:v>
                </c:pt>
                <c:pt idx="148">
                  <c:v>4.5999999999999996</c:v>
                </c:pt>
                <c:pt idx="149">
                  <c:v>4.8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4.8</c:v>
                </c:pt>
                <c:pt idx="154">
                  <c:v>5</c:v>
                </c:pt>
                <c:pt idx="155">
                  <c:v>5</c:v>
                </c:pt>
                <c:pt idx="156">
                  <c:v>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5</c:v>
                </c:pt>
                <c:pt idx="164">
                  <c:v>5.2</c:v>
                </c:pt>
                <c:pt idx="165">
                  <c:v>5.2</c:v>
                </c:pt>
                <c:pt idx="166">
                  <c:v>5.2</c:v>
                </c:pt>
                <c:pt idx="167">
                  <c:v>5.2</c:v>
                </c:pt>
                <c:pt idx="168">
                  <c:v>5.2</c:v>
                </c:pt>
                <c:pt idx="169">
                  <c:v>5.2</c:v>
                </c:pt>
                <c:pt idx="170">
                  <c:v>5.2</c:v>
                </c:pt>
                <c:pt idx="171">
                  <c:v>5.2</c:v>
                </c:pt>
                <c:pt idx="172">
                  <c:v>5.2</c:v>
                </c:pt>
                <c:pt idx="173">
                  <c:v>5.2</c:v>
                </c:pt>
                <c:pt idx="174">
                  <c:v>5.2</c:v>
                </c:pt>
                <c:pt idx="175">
                  <c:v>5.2</c:v>
                </c:pt>
                <c:pt idx="176">
                  <c:v>5.2</c:v>
                </c:pt>
                <c:pt idx="177">
                  <c:v>5.2</c:v>
                </c:pt>
                <c:pt idx="178">
                  <c:v>5.4</c:v>
                </c:pt>
                <c:pt idx="179">
                  <c:v>5.4</c:v>
                </c:pt>
                <c:pt idx="180">
                  <c:v>5.4</c:v>
                </c:pt>
                <c:pt idx="181">
                  <c:v>5.4</c:v>
                </c:pt>
                <c:pt idx="182">
                  <c:v>5.4</c:v>
                </c:pt>
                <c:pt idx="183">
                  <c:v>5.4</c:v>
                </c:pt>
                <c:pt idx="184">
                  <c:v>5.4</c:v>
                </c:pt>
                <c:pt idx="185">
                  <c:v>5.4</c:v>
                </c:pt>
                <c:pt idx="186">
                  <c:v>5.4</c:v>
                </c:pt>
                <c:pt idx="187">
                  <c:v>5.4</c:v>
                </c:pt>
                <c:pt idx="188">
                  <c:v>5.4</c:v>
                </c:pt>
                <c:pt idx="189">
                  <c:v>5.4</c:v>
                </c:pt>
                <c:pt idx="190">
                  <c:v>5.4</c:v>
                </c:pt>
                <c:pt idx="191">
                  <c:v>5.4</c:v>
                </c:pt>
                <c:pt idx="192">
                  <c:v>5.4</c:v>
                </c:pt>
                <c:pt idx="193">
                  <c:v>5.4</c:v>
                </c:pt>
                <c:pt idx="194">
                  <c:v>5.4</c:v>
                </c:pt>
                <c:pt idx="195">
                  <c:v>5.4</c:v>
                </c:pt>
                <c:pt idx="196">
                  <c:v>5.4</c:v>
                </c:pt>
                <c:pt idx="197">
                  <c:v>5.4</c:v>
                </c:pt>
                <c:pt idx="198">
                  <c:v>5.4</c:v>
                </c:pt>
                <c:pt idx="199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C4E-4C49-B2B7-043E78EF1492}"/>
            </c:ext>
          </c:extLst>
        </c:ser>
        <c:ser>
          <c:idx val="5"/>
          <c:order val="5"/>
          <c:tx>
            <c:strRef>
              <c:f>save1!$EH$1618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save1!$EH$1619:$EH$1818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0.6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1.2</c:v>
                </c:pt>
                <c:pt idx="23">
                  <c:v>1.2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2.6</c:v>
                </c:pt>
                <c:pt idx="61">
                  <c:v>2.8</c:v>
                </c:pt>
                <c:pt idx="62">
                  <c:v>2.8</c:v>
                </c:pt>
                <c:pt idx="63">
                  <c:v>3</c:v>
                </c:pt>
                <c:pt idx="64">
                  <c:v>3</c:v>
                </c:pt>
                <c:pt idx="65">
                  <c:v>3.4</c:v>
                </c:pt>
                <c:pt idx="66">
                  <c:v>3.4</c:v>
                </c:pt>
                <c:pt idx="67">
                  <c:v>3.4</c:v>
                </c:pt>
                <c:pt idx="68">
                  <c:v>3.6</c:v>
                </c:pt>
                <c:pt idx="69">
                  <c:v>3.6</c:v>
                </c:pt>
                <c:pt idx="70">
                  <c:v>3.6</c:v>
                </c:pt>
                <c:pt idx="71">
                  <c:v>3.8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4.2</c:v>
                </c:pt>
                <c:pt idx="82">
                  <c:v>4.4000000000000004</c:v>
                </c:pt>
                <c:pt idx="83">
                  <c:v>4.4000000000000004</c:v>
                </c:pt>
                <c:pt idx="84">
                  <c:v>4.5999999999999996</c:v>
                </c:pt>
                <c:pt idx="85">
                  <c:v>4.5999999999999996</c:v>
                </c:pt>
                <c:pt idx="86">
                  <c:v>4.5999999999999996</c:v>
                </c:pt>
                <c:pt idx="87">
                  <c:v>4.5999999999999996</c:v>
                </c:pt>
                <c:pt idx="88">
                  <c:v>4.5999999999999996</c:v>
                </c:pt>
                <c:pt idx="89">
                  <c:v>4.5999999999999996</c:v>
                </c:pt>
                <c:pt idx="90">
                  <c:v>4.5999999999999996</c:v>
                </c:pt>
                <c:pt idx="91">
                  <c:v>4.5999999999999996</c:v>
                </c:pt>
                <c:pt idx="92">
                  <c:v>4.5999999999999996</c:v>
                </c:pt>
                <c:pt idx="93">
                  <c:v>4.5999999999999996</c:v>
                </c:pt>
                <c:pt idx="94">
                  <c:v>4.5999999999999996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4.5999999999999996</c:v>
                </c:pt>
                <c:pt idx="104">
                  <c:v>4.5999999999999996</c:v>
                </c:pt>
                <c:pt idx="105">
                  <c:v>4.5999999999999996</c:v>
                </c:pt>
                <c:pt idx="106">
                  <c:v>4.5999999999999996</c:v>
                </c:pt>
                <c:pt idx="107">
                  <c:v>4.5999999999999996</c:v>
                </c:pt>
                <c:pt idx="108">
                  <c:v>4.8</c:v>
                </c:pt>
                <c:pt idx="109">
                  <c:v>4.8</c:v>
                </c:pt>
                <c:pt idx="110">
                  <c:v>4.8</c:v>
                </c:pt>
                <c:pt idx="111">
                  <c:v>4.8</c:v>
                </c:pt>
                <c:pt idx="112">
                  <c:v>4.8</c:v>
                </c:pt>
                <c:pt idx="113">
                  <c:v>4.8</c:v>
                </c:pt>
                <c:pt idx="114">
                  <c:v>4.8</c:v>
                </c:pt>
                <c:pt idx="115">
                  <c:v>4.8</c:v>
                </c:pt>
                <c:pt idx="116">
                  <c:v>5</c:v>
                </c:pt>
                <c:pt idx="117">
                  <c:v>5</c:v>
                </c:pt>
                <c:pt idx="118">
                  <c:v>5.2</c:v>
                </c:pt>
                <c:pt idx="119">
                  <c:v>5.4</c:v>
                </c:pt>
                <c:pt idx="120">
                  <c:v>5.4</c:v>
                </c:pt>
                <c:pt idx="121">
                  <c:v>5.6</c:v>
                </c:pt>
                <c:pt idx="122">
                  <c:v>5.6</c:v>
                </c:pt>
                <c:pt idx="123">
                  <c:v>5.8</c:v>
                </c:pt>
                <c:pt idx="124">
                  <c:v>5.8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6</c:v>
                </c:pt>
                <c:pt idx="129">
                  <c:v>6</c:v>
                </c:pt>
                <c:pt idx="130">
                  <c:v>6</c:v>
                </c:pt>
                <c:pt idx="131">
                  <c:v>6.2</c:v>
                </c:pt>
                <c:pt idx="132">
                  <c:v>6.2</c:v>
                </c:pt>
                <c:pt idx="133">
                  <c:v>6.2</c:v>
                </c:pt>
                <c:pt idx="134">
                  <c:v>6.2</c:v>
                </c:pt>
                <c:pt idx="135">
                  <c:v>6.2</c:v>
                </c:pt>
                <c:pt idx="136">
                  <c:v>6.4</c:v>
                </c:pt>
                <c:pt idx="137">
                  <c:v>6.4</c:v>
                </c:pt>
                <c:pt idx="138">
                  <c:v>6.6</c:v>
                </c:pt>
                <c:pt idx="139">
                  <c:v>6.6</c:v>
                </c:pt>
                <c:pt idx="140">
                  <c:v>6.6</c:v>
                </c:pt>
                <c:pt idx="141">
                  <c:v>6.6</c:v>
                </c:pt>
                <c:pt idx="142">
                  <c:v>6.8</c:v>
                </c:pt>
                <c:pt idx="143">
                  <c:v>7</c:v>
                </c:pt>
                <c:pt idx="144">
                  <c:v>7</c:v>
                </c:pt>
                <c:pt idx="145">
                  <c:v>7</c:v>
                </c:pt>
                <c:pt idx="146">
                  <c:v>7</c:v>
                </c:pt>
                <c:pt idx="147">
                  <c:v>7</c:v>
                </c:pt>
                <c:pt idx="148">
                  <c:v>7.2</c:v>
                </c:pt>
                <c:pt idx="149">
                  <c:v>7.2</c:v>
                </c:pt>
                <c:pt idx="150">
                  <c:v>7.2</c:v>
                </c:pt>
                <c:pt idx="151">
                  <c:v>7.2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7.4</c:v>
                </c:pt>
                <c:pt idx="156">
                  <c:v>7.4</c:v>
                </c:pt>
                <c:pt idx="157">
                  <c:v>7.4</c:v>
                </c:pt>
                <c:pt idx="158">
                  <c:v>7.4</c:v>
                </c:pt>
                <c:pt idx="159">
                  <c:v>7.6</c:v>
                </c:pt>
                <c:pt idx="160">
                  <c:v>7.6</c:v>
                </c:pt>
                <c:pt idx="161">
                  <c:v>7.6</c:v>
                </c:pt>
                <c:pt idx="162">
                  <c:v>7.6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7.8</c:v>
                </c:pt>
                <c:pt idx="171">
                  <c:v>7.8</c:v>
                </c:pt>
                <c:pt idx="172">
                  <c:v>7.8</c:v>
                </c:pt>
                <c:pt idx="173">
                  <c:v>7.8</c:v>
                </c:pt>
                <c:pt idx="174">
                  <c:v>7.8</c:v>
                </c:pt>
                <c:pt idx="175">
                  <c:v>7.8</c:v>
                </c:pt>
                <c:pt idx="176">
                  <c:v>7.8</c:v>
                </c:pt>
                <c:pt idx="177">
                  <c:v>8</c:v>
                </c:pt>
                <c:pt idx="178">
                  <c:v>8</c:v>
                </c:pt>
                <c:pt idx="179">
                  <c:v>8</c:v>
                </c:pt>
                <c:pt idx="180">
                  <c:v>8</c:v>
                </c:pt>
                <c:pt idx="181">
                  <c:v>8</c:v>
                </c:pt>
                <c:pt idx="182">
                  <c:v>8</c:v>
                </c:pt>
                <c:pt idx="183">
                  <c:v>8.1999999999999993</c:v>
                </c:pt>
                <c:pt idx="184">
                  <c:v>8.1999999999999993</c:v>
                </c:pt>
                <c:pt idx="185">
                  <c:v>8.1999999999999993</c:v>
                </c:pt>
                <c:pt idx="186">
                  <c:v>8.4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8.6</c:v>
                </c:pt>
                <c:pt idx="191">
                  <c:v>8.6</c:v>
                </c:pt>
                <c:pt idx="192">
                  <c:v>8.8000000000000007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9</c:v>
                </c:pt>
                <c:pt idx="198">
                  <c:v>9</c:v>
                </c:pt>
                <c:pt idx="19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C4E-4C49-B2B7-043E78EF1492}"/>
            </c:ext>
          </c:extLst>
        </c:ser>
        <c:ser>
          <c:idx val="6"/>
          <c:order val="6"/>
          <c:tx>
            <c:strRef>
              <c:f>save1!$EI$1618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save1!$EI$1619:$EI$1818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1.8</c:v>
                </c:pt>
                <c:pt idx="54">
                  <c:v>1.8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2.4</c:v>
                </c:pt>
                <c:pt idx="69">
                  <c:v>2.4</c:v>
                </c:pt>
                <c:pt idx="70">
                  <c:v>2.4</c:v>
                </c:pt>
                <c:pt idx="71">
                  <c:v>2.6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3.2</c:v>
                </c:pt>
                <c:pt idx="85">
                  <c:v>3.2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3.4</c:v>
                </c:pt>
                <c:pt idx="100">
                  <c:v>3.4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3.6</c:v>
                </c:pt>
                <c:pt idx="107">
                  <c:v>3.6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3.8</c:v>
                </c:pt>
                <c:pt idx="118">
                  <c:v>3.8</c:v>
                </c:pt>
                <c:pt idx="119">
                  <c:v>3.8</c:v>
                </c:pt>
                <c:pt idx="120">
                  <c:v>3.8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4</c:v>
                </c:pt>
                <c:pt idx="125">
                  <c:v>4</c:v>
                </c:pt>
                <c:pt idx="126">
                  <c:v>4</c:v>
                </c:pt>
                <c:pt idx="127">
                  <c:v>4</c:v>
                </c:pt>
                <c:pt idx="128">
                  <c:v>4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4.4000000000000004</c:v>
                </c:pt>
                <c:pt idx="146">
                  <c:v>4.4000000000000004</c:v>
                </c:pt>
                <c:pt idx="147">
                  <c:v>4.4000000000000004</c:v>
                </c:pt>
                <c:pt idx="148">
                  <c:v>4.5999999999999996</c:v>
                </c:pt>
                <c:pt idx="149">
                  <c:v>4.5999999999999996</c:v>
                </c:pt>
                <c:pt idx="150">
                  <c:v>4.5999999999999996</c:v>
                </c:pt>
                <c:pt idx="151">
                  <c:v>4.5999999999999996</c:v>
                </c:pt>
                <c:pt idx="152">
                  <c:v>4.5999999999999996</c:v>
                </c:pt>
                <c:pt idx="153">
                  <c:v>4.5999999999999996</c:v>
                </c:pt>
                <c:pt idx="154">
                  <c:v>4.5999999999999996</c:v>
                </c:pt>
                <c:pt idx="155">
                  <c:v>4.5999999999999996</c:v>
                </c:pt>
                <c:pt idx="156">
                  <c:v>4.5999999999999996</c:v>
                </c:pt>
                <c:pt idx="157">
                  <c:v>4.5999999999999996</c:v>
                </c:pt>
                <c:pt idx="158">
                  <c:v>4.5999999999999996</c:v>
                </c:pt>
                <c:pt idx="159">
                  <c:v>4.5999999999999996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5</c:v>
                </c:pt>
                <c:pt idx="164">
                  <c:v>5</c:v>
                </c:pt>
                <c:pt idx="165">
                  <c:v>5.2</c:v>
                </c:pt>
                <c:pt idx="166">
                  <c:v>5.2</c:v>
                </c:pt>
                <c:pt idx="167">
                  <c:v>5.4</c:v>
                </c:pt>
                <c:pt idx="168">
                  <c:v>5.4</c:v>
                </c:pt>
                <c:pt idx="169">
                  <c:v>5.4</c:v>
                </c:pt>
                <c:pt idx="170">
                  <c:v>5.4</c:v>
                </c:pt>
                <c:pt idx="171">
                  <c:v>5.4</c:v>
                </c:pt>
                <c:pt idx="172">
                  <c:v>5.4</c:v>
                </c:pt>
                <c:pt idx="173">
                  <c:v>5.4</c:v>
                </c:pt>
                <c:pt idx="174">
                  <c:v>5.4</c:v>
                </c:pt>
                <c:pt idx="175">
                  <c:v>5.4</c:v>
                </c:pt>
                <c:pt idx="176">
                  <c:v>5.4</c:v>
                </c:pt>
                <c:pt idx="177">
                  <c:v>5.4</c:v>
                </c:pt>
                <c:pt idx="178">
                  <c:v>5.4</c:v>
                </c:pt>
                <c:pt idx="179">
                  <c:v>5.4</c:v>
                </c:pt>
                <c:pt idx="180">
                  <c:v>5.4</c:v>
                </c:pt>
                <c:pt idx="181">
                  <c:v>5.4</c:v>
                </c:pt>
                <c:pt idx="182">
                  <c:v>5.6</c:v>
                </c:pt>
                <c:pt idx="183">
                  <c:v>5.6</c:v>
                </c:pt>
                <c:pt idx="184">
                  <c:v>5.6</c:v>
                </c:pt>
                <c:pt idx="185">
                  <c:v>5.6</c:v>
                </c:pt>
                <c:pt idx="186">
                  <c:v>5.6</c:v>
                </c:pt>
                <c:pt idx="187">
                  <c:v>5.6</c:v>
                </c:pt>
                <c:pt idx="188">
                  <c:v>5.6</c:v>
                </c:pt>
                <c:pt idx="189">
                  <c:v>5.6</c:v>
                </c:pt>
                <c:pt idx="190">
                  <c:v>5.6</c:v>
                </c:pt>
                <c:pt idx="191">
                  <c:v>5.6</c:v>
                </c:pt>
                <c:pt idx="192">
                  <c:v>5.6</c:v>
                </c:pt>
                <c:pt idx="193">
                  <c:v>5.6</c:v>
                </c:pt>
                <c:pt idx="194">
                  <c:v>5.6</c:v>
                </c:pt>
                <c:pt idx="195">
                  <c:v>5.8</c:v>
                </c:pt>
                <c:pt idx="196">
                  <c:v>5.8</c:v>
                </c:pt>
                <c:pt idx="197">
                  <c:v>5.8</c:v>
                </c:pt>
                <c:pt idx="198">
                  <c:v>5.8</c:v>
                </c:pt>
                <c:pt idx="199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C4E-4C49-B2B7-043E78EF1492}"/>
            </c:ext>
          </c:extLst>
        </c:ser>
        <c:ser>
          <c:idx val="7"/>
          <c:order val="7"/>
          <c:tx>
            <c:strRef>
              <c:f>save1!$EJ$1618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save1!$EJ$1619:$EJ$1818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0.6</c:v>
                </c:pt>
                <c:pt idx="81">
                  <c:v>0.6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0.8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0.8</c:v>
                </c:pt>
                <c:pt idx="99">
                  <c:v>1</c:v>
                </c:pt>
                <c:pt idx="100">
                  <c:v>1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1.2</c:v>
                </c:pt>
                <c:pt idx="117">
                  <c:v>1.2</c:v>
                </c:pt>
                <c:pt idx="118">
                  <c:v>1.2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1.2</c:v>
                </c:pt>
                <c:pt idx="127">
                  <c:v>1.2</c:v>
                </c:pt>
                <c:pt idx="128">
                  <c:v>1.2</c:v>
                </c:pt>
                <c:pt idx="129">
                  <c:v>1.2</c:v>
                </c:pt>
                <c:pt idx="130">
                  <c:v>1.2</c:v>
                </c:pt>
                <c:pt idx="131">
                  <c:v>1.2</c:v>
                </c:pt>
                <c:pt idx="132">
                  <c:v>1.2</c:v>
                </c:pt>
                <c:pt idx="133">
                  <c:v>1.4</c:v>
                </c:pt>
                <c:pt idx="134">
                  <c:v>1.4</c:v>
                </c:pt>
                <c:pt idx="135">
                  <c:v>1.4</c:v>
                </c:pt>
                <c:pt idx="136">
                  <c:v>1.4</c:v>
                </c:pt>
                <c:pt idx="137">
                  <c:v>1.4</c:v>
                </c:pt>
                <c:pt idx="138">
                  <c:v>1.4</c:v>
                </c:pt>
                <c:pt idx="139">
                  <c:v>1.4</c:v>
                </c:pt>
                <c:pt idx="140">
                  <c:v>1.4</c:v>
                </c:pt>
                <c:pt idx="141">
                  <c:v>1.4</c:v>
                </c:pt>
                <c:pt idx="142">
                  <c:v>1.4</c:v>
                </c:pt>
                <c:pt idx="143">
                  <c:v>1.4</c:v>
                </c:pt>
                <c:pt idx="144">
                  <c:v>1.4</c:v>
                </c:pt>
                <c:pt idx="145">
                  <c:v>1.4</c:v>
                </c:pt>
                <c:pt idx="146">
                  <c:v>1.4</c:v>
                </c:pt>
                <c:pt idx="147">
                  <c:v>1.4</c:v>
                </c:pt>
                <c:pt idx="148">
                  <c:v>1.4</c:v>
                </c:pt>
                <c:pt idx="149">
                  <c:v>1.4</c:v>
                </c:pt>
                <c:pt idx="150">
                  <c:v>1.4</c:v>
                </c:pt>
                <c:pt idx="151">
                  <c:v>1.4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1.8</c:v>
                </c:pt>
                <c:pt idx="194">
                  <c:v>1.8</c:v>
                </c:pt>
                <c:pt idx="195">
                  <c:v>1.8</c:v>
                </c:pt>
                <c:pt idx="196">
                  <c:v>1.8</c:v>
                </c:pt>
                <c:pt idx="197">
                  <c:v>1.8</c:v>
                </c:pt>
                <c:pt idx="198">
                  <c:v>2</c:v>
                </c:pt>
                <c:pt idx="199">
                  <c:v>2.2000000000000002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C4E-4C49-B2B7-043E78EF1492}"/>
            </c:ext>
          </c:extLst>
        </c:ser>
        <c:ser>
          <c:idx val="8"/>
          <c:order val="8"/>
          <c:tx>
            <c:strRef>
              <c:f>save1!$EK$1618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save1!$EK$1619:$EK$1818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1.2</c:v>
                </c:pt>
                <c:pt idx="127">
                  <c:v>1.2</c:v>
                </c:pt>
                <c:pt idx="128">
                  <c:v>1.2</c:v>
                </c:pt>
                <c:pt idx="129">
                  <c:v>1.2</c:v>
                </c:pt>
                <c:pt idx="130">
                  <c:v>1.2</c:v>
                </c:pt>
                <c:pt idx="131">
                  <c:v>1.2</c:v>
                </c:pt>
                <c:pt idx="132">
                  <c:v>1.2</c:v>
                </c:pt>
                <c:pt idx="133">
                  <c:v>1.2</c:v>
                </c:pt>
                <c:pt idx="134">
                  <c:v>1.2</c:v>
                </c:pt>
                <c:pt idx="135">
                  <c:v>1.2</c:v>
                </c:pt>
                <c:pt idx="136">
                  <c:v>1.2</c:v>
                </c:pt>
                <c:pt idx="137">
                  <c:v>1.2</c:v>
                </c:pt>
                <c:pt idx="138">
                  <c:v>1.2</c:v>
                </c:pt>
                <c:pt idx="139">
                  <c:v>1.2</c:v>
                </c:pt>
                <c:pt idx="140">
                  <c:v>1.2</c:v>
                </c:pt>
                <c:pt idx="141">
                  <c:v>1.2</c:v>
                </c:pt>
                <c:pt idx="142">
                  <c:v>1.2</c:v>
                </c:pt>
                <c:pt idx="143">
                  <c:v>1.2</c:v>
                </c:pt>
                <c:pt idx="144">
                  <c:v>1.2</c:v>
                </c:pt>
                <c:pt idx="145">
                  <c:v>1.2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1.2</c:v>
                </c:pt>
                <c:pt idx="153">
                  <c:v>1.2</c:v>
                </c:pt>
                <c:pt idx="154">
                  <c:v>1.2</c:v>
                </c:pt>
                <c:pt idx="155">
                  <c:v>1.2</c:v>
                </c:pt>
                <c:pt idx="156">
                  <c:v>1.2</c:v>
                </c:pt>
                <c:pt idx="157">
                  <c:v>1.2</c:v>
                </c:pt>
                <c:pt idx="158">
                  <c:v>1.2</c:v>
                </c:pt>
                <c:pt idx="159">
                  <c:v>1.2</c:v>
                </c:pt>
                <c:pt idx="160">
                  <c:v>1.2</c:v>
                </c:pt>
                <c:pt idx="161">
                  <c:v>1.2</c:v>
                </c:pt>
                <c:pt idx="162">
                  <c:v>1.2</c:v>
                </c:pt>
                <c:pt idx="163">
                  <c:v>1.2</c:v>
                </c:pt>
                <c:pt idx="164">
                  <c:v>1.2</c:v>
                </c:pt>
                <c:pt idx="165">
                  <c:v>1.2</c:v>
                </c:pt>
                <c:pt idx="166">
                  <c:v>1.2</c:v>
                </c:pt>
                <c:pt idx="167">
                  <c:v>1.2</c:v>
                </c:pt>
                <c:pt idx="168">
                  <c:v>1.2</c:v>
                </c:pt>
                <c:pt idx="169">
                  <c:v>1.2</c:v>
                </c:pt>
                <c:pt idx="170">
                  <c:v>1.2</c:v>
                </c:pt>
                <c:pt idx="171">
                  <c:v>1.2</c:v>
                </c:pt>
                <c:pt idx="172">
                  <c:v>1.2</c:v>
                </c:pt>
                <c:pt idx="173">
                  <c:v>1.2</c:v>
                </c:pt>
                <c:pt idx="174">
                  <c:v>1.2</c:v>
                </c:pt>
                <c:pt idx="175">
                  <c:v>1.2</c:v>
                </c:pt>
                <c:pt idx="176">
                  <c:v>1.2</c:v>
                </c:pt>
                <c:pt idx="177">
                  <c:v>1.2</c:v>
                </c:pt>
                <c:pt idx="178">
                  <c:v>1.2</c:v>
                </c:pt>
                <c:pt idx="179">
                  <c:v>1.2</c:v>
                </c:pt>
                <c:pt idx="180">
                  <c:v>1.2</c:v>
                </c:pt>
                <c:pt idx="181">
                  <c:v>1.2</c:v>
                </c:pt>
                <c:pt idx="182">
                  <c:v>1.2</c:v>
                </c:pt>
                <c:pt idx="183">
                  <c:v>1.2</c:v>
                </c:pt>
                <c:pt idx="184">
                  <c:v>1.2</c:v>
                </c:pt>
                <c:pt idx="185">
                  <c:v>1.2</c:v>
                </c:pt>
                <c:pt idx="186">
                  <c:v>1.2</c:v>
                </c:pt>
                <c:pt idx="187">
                  <c:v>1.2</c:v>
                </c:pt>
                <c:pt idx="188">
                  <c:v>1.2</c:v>
                </c:pt>
                <c:pt idx="189">
                  <c:v>1.2</c:v>
                </c:pt>
                <c:pt idx="190">
                  <c:v>1.2</c:v>
                </c:pt>
                <c:pt idx="191">
                  <c:v>1.2</c:v>
                </c:pt>
                <c:pt idx="192">
                  <c:v>1.2</c:v>
                </c:pt>
                <c:pt idx="193">
                  <c:v>1.2</c:v>
                </c:pt>
                <c:pt idx="194">
                  <c:v>1.2</c:v>
                </c:pt>
                <c:pt idx="195">
                  <c:v>1.2</c:v>
                </c:pt>
                <c:pt idx="196">
                  <c:v>1.2</c:v>
                </c:pt>
                <c:pt idx="197">
                  <c:v>1.2</c:v>
                </c:pt>
                <c:pt idx="198">
                  <c:v>1.2</c:v>
                </c:pt>
                <c:pt idx="199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C4E-4C49-B2B7-043E78EF1492}"/>
            </c:ext>
          </c:extLst>
        </c:ser>
        <c:ser>
          <c:idx val="9"/>
          <c:order val="9"/>
          <c:tx>
            <c:strRef>
              <c:f>save1!$EL$1618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save1!$EL$1619:$EL$1818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0.6</c:v>
                </c:pt>
                <c:pt idx="73">
                  <c:v>0.6</c:v>
                </c:pt>
                <c:pt idx="74">
                  <c:v>0.6</c:v>
                </c:pt>
                <c:pt idx="75">
                  <c:v>0.6</c:v>
                </c:pt>
                <c:pt idx="76">
                  <c:v>0.6</c:v>
                </c:pt>
                <c:pt idx="77">
                  <c:v>0.6</c:v>
                </c:pt>
                <c:pt idx="78">
                  <c:v>0.6</c:v>
                </c:pt>
                <c:pt idx="79">
                  <c:v>0.6</c:v>
                </c:pt>
                <c:pt idx="80">
                  <c:v>0.6</c:v>
                </c:pt>
                <c:pt idx="81">
                  <c:v>0.6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0.6</c:v>
                </c:pt>
                <c:pt idx="93">
                  <c:v>0.6</c:v>
                </c:pt>
                <c:pt idx="94">
                  <c:v>0.6</c:v>
                </c:pt>
                <c:pt idx="95">
                  <c:v>0.6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0.6</c:v>
                </c:pt>
                <c:pt idx="101">
                  <c:v>0.6</c:v>
                </c:pt>
                <c:pt idx="102">
                  <c:v>0.6</c:v>
                </c:pt>
                <c:pt idx="103">
                  <c:v>0.6</c:v>
                </c:pt>
                <c:pt idx="104">
                  <c:v>0.6</c:v>
                </c:pt>
                <c:pt idx="105">
                  <c:v>0.6</c:v>
                </c:pt>
                <c:pt idx="106">
                  <c:v>0.6</c:v>
                </c:pt>
                <c:pt idx="107">
                  <c:v>0.6</c:v>
                </c:pt>
                <c:pt idx="108">
                  <c:v>0.6</c:v>
                </c:pt>
                <c:pt idx="109">
                  <c:v>0.6</c:v>
                </c:pt>
                <c:pt idx="110">
                  <c:v>0.6</c:v>
                </c:pt>
                <c:pt idx="111">
                  <c:v>0.6</c:v>
                </c:pt>
                <c:pt idx="112">
                  <c:v>0.6</c:v>
                </c:pt>
                <c:pt idx="113">
                  <c:v>0.6</c:v>
                </c:pt>
                <c:pt idx="114">
                  <c:v>0.6</c:v>
                </c:pt>
                <c:pt idx="115">
                  <c:v>0.6</c:v>
                </c:pt>
                <c:pt idx="116">
                  <c:v>0.6</c:v>
                </c:pt>
                <c:pt idx="117">
                  <c:v>0.6</c:v>
                </c:pt>
                <c:pt idx="118">
                  <c:v>0.6</c:v>
                </c:pt>
                <c:pt idx="119">
                  <c:v>0.6</c:v>
                </c:pt>
                <c:pt idx="120">
                  <c:v>0.6</c:v>
                </c:pt>
                <c:pt idx="121">
                  <c:v>0.6</c:v>
                </c:pt>
                <c:pt idx="122">
                  <c:v>0.6</c:v>
                </c:pt>
                <c:pt idx="123">
                  <c:v>0.8</c:v>
                </c:pt>
                <c:pt idx="124">
                  <c:v>0.8</c:v>
                </c:pt>
                <c:pt idx="125">
                  <c:v>0.8</c:v>
                </c:pt>
                <c:pt idx="126">
                  <c:v>0.8</c:v>
                </c:pt>
                <c:pt idx="127">
                  <c:v>0.8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1.2</c:v>
                </c:pt>
                <c:pt idx="156">
                  <c:v>1.2</c:v>
                </c:pt>
                <c:pt idx="157">
                  <c:v>1.2</c:v>
                </c:pt>
                <c:pt idx="158">
                  <c:v>1.2</c:v>
                </c:pt>
                <c:pt idx="159">
                  <c:v>1.2</c:v>
                </c:pt>
                <c:pt idx="160">
                  <c:v>1.2</c:v>
                </c:pt>
                <c:pt idx="161">
                  <c:v>1.2</c:v>
                </c:pt>
                <c:pt idx="162">
                  <c:v>1.2</c:v>
                </c:pt>
                <c:pt idx="163">
                  <c:v>1.2</c:v>
                </c:pt>
                <c:pt idx="164">
                  <c:v>1.2</c:v>
                </c:pt>
                <c:pt idx="165">
                  <c:v>1.2</c:v>
                </c:pt>
                <c:pt idx="166">
                  <c:v>1.2</c:v>
                </c:pt>
                <c:pt idx="167">
                  <c:v>1.2</c:v>
                </c:pt>
                <c:pt idx="168">
                  <c:v>1.2</c:v>
                </c:pt>
                <c:pt idx="169">
                  <c:v>1.2</c:v>
                </c:pt>
                <c:pt idx="170">
                  <c:v>1.2</c:v>
                </c:pt>
                <c:pt idx="171">
                  <c:v>1.2</c:v>
                </c:pt>
                <c:pt idx="172">
                  <c:v>1.2</c:v>
                </c:pt>
                <c:pt idx="173">
                  <c:v>1.2</c:v>
                </c:pt>
                <c:pt idx="174">
                  <c:v>1.2</c:v>
                </c:pt>
                <c:pt idx="175">
                  <c:v>1.2</c:v>
                </c:pt>
                <c:pt idx="176">
                  <c:v>1.2</c:v>
                </c:pt>
                <c:pt idx="177">
                  <c:v>1.4</c:v>
                </c:pt>
                <c:pt idx="178">
                  <c:v>1.4</c:v>
                </c:pt>
                <c:pt idx="179">
                  <c:v>1.4</c:v>
                </c:pt>
                <c:pt idx="180">
                  <c:v>1.4</c:v>
                </c:pt>
                <c:pt idx="181">
                  <c:v>1.4</c:v>
                </c:pt>
                <c:pt idx="182">
                  <c:v>1.4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1.8</c:v>
                </c:pt>
                <c:pt idx="194">
                  <c:v>1.8</c:v>
                </c:pt>
                <c:pt idx="195">
                  <c:v>1.8</c:v>
                </c:pt>
                <c:pt idx="196">
                  <c:v>1.8</c:v>
                </c:pt>
                <c:pt idx="197">
                  <c:v>1.8</c:v>
                </c:pt>
                <c:pt idx="198">
                  <c:v>1.8</c:v>
                </c:pt>
                <c:pt idx="19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C4E-4C49-B2B7-043E78EF14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Average Drops from 200 Cleared Rooms (Gilded Key, With Tail)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save1!$EU$1618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save1!$EU$1619:$EU$1818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1.2</c:v>
                </c:pt>
                <c:pt idx="3">
                  <c:v>3</c:v>
                </c:pt>
                <c:pt idx="4">
                  <c:v>3.6</c:v>
                </c:pt>
                <c:pt idx="5">
                  <c:v>3.8</c:v>
                </c:pt>
                <c:pt idx="6">
                  <c:v>4</c:v>
                </c:pt>
                <c:pt idx="7">
                  <c:v>4.4000000000000004</c:v>
                </c:pt>
                <c:pt idx="8">
                  <c:v>4.4000000000000004</c:v>
                </c:pt>
                <c:pt idx="9">
                  <c:v>4.8</c:v>
                </c:pt>
                <c:pt idx="10">
                  <c:v>4.8</c:v>
                </c:pt>
                <c:pt idx="11">
                  <c:v>5.2</c:v>
                </c:pt>
                <c:pt idx="12">
                  <c:v>6.4</c:v>
                </c:pt>
                <c:pt idx="13">
                  <c:v>6.4</c:v>
                </c:pt>
                <c:pt idx="14">
                  <c:v>6.4</c:v>
                </c:pt>
                <c:pt idx="15">
                  <c:v>6.6</c:v>
                </c:pt>
                <c:pt idx="16">
                  <c:v>7</c:v>
                </c:pt>
                <c:pt idx="17">
                  <c:v>7.6</c:v>
                </c:pt>
                <c:pt idx="18">
                  <c:v>7.8</c:v>
                </c:pt>
                <c:pt idx="19">
                  <c:v>9.1999999999999993</c:v>
                </c:pt>
                <c:pt idx="20">
                  <c:v>9.1999999999999993</c:v>
                </c:pt>
                <c:pt idx="21">
                  <c:v>9.4</c:v>
                </c:pt>
                <c:pt idx="22">
                  <c:v>9.4</c:v>
                </c:pt>
                <c:pt idx="23">
                  <c:v>10.6</c:v>
                </c:pt>
                <c:pt idx="24">
                  <c:v>11</c:v>
                </c:pt>
                <c:pt idx="25">
                  <c:v>11</c:v>
                </c:pt>
                <c:pt idx="26">
                  <c:v>11</c:v>
                </c:pt>
                <c:pt idx="27">
                  <c:v>11</c:v>
                </c:pt>
                <c:pt idx="28">
                  <c:v>11.8</c:v>
                </c:pt>
                <c:pt idx="29">
                  <c:v>12.6</c:v>
                </c:pt>
                <c:pt idx="30">
                  <c:v>12.8</c:v>
                </c:pt>
                <c:pt idx="31">
                  <c:v>12.8</c:v>
                </c:pt>
                <c:pt idx="32">
                  <c:v>12.8</c:v>
                </c:pt>
                <c:pt idx="33">
                  <c:v>13.2</c:v>
                </c:pt>
                <c:pt idx="34">
                  <c:v>13.4</c:v>
                </c:pt>
                <c:pt idx="35">
                  <c:v>13.4</c:v>
                </c:pt>
                <c:pt idx="36">
                  <c:v>13.4</c:v>
                </c:pt>
                <c:pt idx="37">
                  <c:v>13.6</c:v>
                </c:pt>
                <c:pt idx="38">
                  <c:v>14</c:v>
                </c:pt>
                <c:pt idx="39">
                  <c:v>14.2</c:v>
                </c:pt>
                <c:pt idx="40">
                  <c:v>14.4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15.2</c:v>
                </c:pt>
                <c:pt idx="45">
                  <c:v>15.6</c:v>
                </c:pt>
                <c:pt idx="46">
                  <c:v>15.6</c:v>
                </c:pt>
                <c:pt idx="47">
                  <c:v>15.6</c:v>
                </c:pt>
                <c:pt idx="48">
                  <c:v>15.6</c:v>
                </c:pt>
                <c:pt idx="49">
                  <c:v>16.2</c:v>
                </c:pt>
                <c:pt idx="50">
                  <c:v>16.2</c:v>
                </c:pt>
                <c:pt idx="51">
                  <c:v>16.600000000000001</c:v>
                </c:pt>
                <c:pt idx="52">
                  <c:v>16.600000000000001</c:v>
                </c:pt>
                <c:pt idx="53">
                  <c:v>17</c:v>
                </c:pt>
                <c:pt idx="54">
                  <c:v>17.2</c:v>
                </c:pt>
                <c:pt idx="55">
                  <c:v>17.600000000000001</c:v>
                </c:pt>
                <c:pt idx="56">
                  <c:v>17.600000000000001</c:v>
                </c:pt>
                <c:pt idx="57">
                  <c:v>17.600000000000001</c:v>
                </c:pt>
                <c:pt idx="58">
                  <c:v>17.8</c:v>
                </c:pt>
                <c:pt idx="59">
                  <c:v>17.8</c:v>
                </c:pt>
                <c:pt idx="60">
                  <c:v>18</c:v>
                </c:pt>
                <c:pt idx="61">
                  <c:v>18</c:v>
                </c:pt>
                <c:pt idx="62">
                  <c:v>18.600000000000001</c:v>
                </c:pt>
                <c:pt idx="63">
                  <c:v>18.600000000000001</c:v>
                </c:pt>
                <c:pt idx="64">
                  <c:v>18.600000000000001</c:v>
                </c:pt>
                <c:pt idx="65">
                  <c:v>18.600000000000001</c:v>
                </c:pt>
                <c:pt idx="66">
                  <c:v>18.8</c:v>
                </c:pt>
                <c:pt idx="67">
                  <c:v>18.8</c:v>
                </c:pt>
                <c:pt idx="68">
                  <c:v>19.600000000000001</c:v>
                </c:pt>
                <c:pt idx="69">
                  <c:v>19.600000000000001</c:v>
                </c:pt>
                <c:pt idx="70">
                  <c:v>19.8</c:v>
                </c:pt>
                <c:pt idx="71">
                  <c:v>19.8</c:v>
                </c:pt>
                <c:pt idx="72">
                  <c:v>19.8</c:v>
                </c:pt>
                <c:pt idx="73">
                  <c:v>19.8</c:v>
                </c:pt>
                <c:pt idx="74">
                  <c:v>20.6</c:v>
                </c:pt>
                <c:pt idx="75">
                  <c:v>20.6</c:v>
                </c:pt>
                <c:pt idx="76">
                  <c:v>20.8</c:v>
                </c:pt>
                <c:pt idx="77">
                  <c:v>21</c:v>
                </c:pt>
                <c:pt idx="78">
                  <c:v>21</c:v>
                </c:pt>
                <c:pt idx="79">
                  <c:v>21.4</c:v>
                </c:pt>
                <c:pt idx="80">
                  <c:v>22</c:v>
                </c:pt>
                <c:pt idx="81">
                  <c:v>22</c:v>
                </c:pt>
                <c:pt idx="82">
                  <c:v>22.2</c:v>
                </c:pt>
                <c:pt idx="83">
                  <c:v>22.2</c:v>
                </c:pt>
                <c:pt idx="84">
                  <c:v>22.2</c:v>
                </c:pt>
                <c:pt idx="85">
                  <c:v>22.2</c:v>
                </c:pt>
                <c:pt idx="86">
                  <c:v>22.2</c:v>
                </c:pt>
                <c:pt idx="87">
                  <c:v>22.4</c:v>
                </c:pt>
                <c:pt idx="88">
                  <c:v>22.8</c:v>
                </c:pt>
                <c:pt idx="89">
                  <c:v>23</c:v>
                </c:pt>
                <c:pt idx="90">
                  <c:v>23</c:v>
                </c:pt>
                <c:pt idx="91">
                  <c:v>23</c:v>
                </c:pt>
                <c:pt idx="92">
                  <c:v>23.2</c:v>
                </c:pt>
                <c:pt idx="93">
                  <c:v>23.2</c:v>
                </c:pt>
                <c:pt idx="94">
                  <c:v>23.4</c:v>
                </c:pt>
                <c:pt idx="95">
                  <c:v>23.4</c:v>
                </c:pt>
                <c:pt idx="96">
                  <c:v>23.6</c:v>
                </c:pt>
                <c:pt idx="97">
                  <c:v>24.6</c:v>
                </c:pt>
                <c:pt idx="98">
                  <c:v>24.6</c:v>
                </c:pt>
                <c:pt idx="99">
                  <c:v>24.6</c:v>
                </c:pt>
                <c:pt idx="100">
                  <c:v>24.8</c:v>
                </c:pt>
                <c:pt idx="101">
                  <c:v>25</c:v>
                </c:pt>
                <c:pt idx="102">
                  <c:v>25.2</c:v>
                </c:pt>
                <c:pt idx="103">
                  <c:v>25.6</c:v>
                </c:pt>
                <c:pt idx="104">
                  <c:v>25.6</c:v>
                </c:pt>
                <c:pt idx="105">
                  <c:v>25.6</c:v>
                </c:pt>
                <c:pt idx="106">
                  <c:v>25.6</c:v>
                </c:pt>
                <c:pt idx="107">
                  <c:v>25.6</c:v>
                </c:pt>
                <c:pt idx="108">
                  <c:v>25.6</c:v>
                </c:pt>
                <c:pt idx="109">
                  <c:v>25.6</c:v>
                </c:pt>
                <c:pt idx="110">
                  <c:v>25.6</c:v>
                </c:pt>
                <c:pt idx="111">
                  <c:v>25.8</c:v>
                </c:pt>
                <c:pt idx="112">
                  <c:v>26</c:v>
                </c:pt>
                <c:pt idx="113">
                  <c:v>26</c:v>
                </c:pt>
                <c:pt idx="114">
                  <c:v>26.6</c:v>
                </c:pt>
                <c:pt idx="115">
                  <c:v>26.6</c:v>
                </c:pt>
                <c:pt idx="116">
                  <c:v>26.6</c:v>
                </c:pt>
                <c:pt idx="117">
                  <c:v>26.6</c:v>
                </c:pt>
                <c:pt idx="118">
                  <c:v>26.8</c:v>
                </c:pt>
                <c:pt idx="119">
                  <c:v>26.8</c:v>
                </c:pt>
                <c:pt idx="120">
                  <c:v>26.8</c:v>
                </c:pt>
                <c:pt idx="121">
                  <c:v>27</c:v>
                </c:pt>
                <c:pt idx="122">
                  <c:v>27</c:v>
                </c:pt>
                <c:pt idx="123">
                  <c:v>27.2</c:v>
                </c:pt>
                <c:pt idx="124">
                  <c:v>27.4</c:v>
                </c:pt>
                <c:pt idx="125">
                  <c:v>27.4</c:v>
                </c:pt>
                <c:pt idx="126">
                  <c:v>27.6</c:v>
                </c:pt>
                <c:pt idx="127">
                  <c:v>28.6</c:v>
                </c:pt>
                <c:pt idx="128">
                  <c:v>28.6</c:v>
                </c:pt>
                <c:pt idx="129">
                  <c:v>29</c:v>
                </c:pt>
                <c:pt idx="130">
                  <c:v>29</c:v>
                </c:pt>
                <c:pt idx="131">
                  <c:v>29.2</c:v>
                </c:pt>
                <c:pt idx="132">
                  <c:v>29.2</c:v>
                </c:pt>
                <c:pt idx="133">
                  <c:v>29.2</c:v>
                </c:pt>
                <c:pt idx="134">
                  <c:v>30</c:v>
                </c:pt>
                <c:pt idx="135">
                  <c:v>31.2</c:v>
                </c:pt>
                <c:pt idx="136">
                  <c:v>31.2</c:v>
                </c:pt>
                <c:pt idx="137">
                  <c:v>31.4</c:v>
                </c:pt>
                <c:pt idx="138">
                  <c:v>31.6</c:v>
                </c:pt>
                <c:pt idx="139">
                  <c:v>31.8</c:v>
                </c:pt>
                <c:pt idx="140">
                  <c:v>31.8</c:v>
                </c:pt>
                <c:pt idx="141">
                  <c:v>32.6</c:v>
                </c:pt>
                <c:pt idx="142">
                  <c:v>32.799999999999997</c:v>
                </c:pt>
                <c:pt idx="143">
                  <c:v>33.200000000000003</c:v>
                </c:pt>
                <c:pt idx="144">
                  <c:v>33.200000000000003</c:v>
                </c:pt>
                <c:pt idx="145">
                  <c:v>33.200000000000003</c:v>
                </c:pt>
                <c:pt idx="146">
                  <c:v>33.6</c:v>
                </c:pt>
                <c:pt idx="147">
                  <c:v>33.799999999999997</c:v>
                </c:pt>
                <c:pt idx="148">
                  <c:v>33.799999999999997</c:v>
                </c:pt>
                <c:pt idx="149">
                  <c:v>33.799999999999997</c:v>
                </c:pt>
                <c:pt idx="150">
                  <c:v>34.4</c:v>
                </c:pt>
                <c:pt idx="151">
                  <c:v>34.4</c:v>
                </c:pt>
                <c:pt idx="152">
                  <c:v>35.799999999999997</c:v>
                </c:pt>
                <c:pt idx="153">
                  <c:v>36.200000000000003</c:v>
                </c:pt>
                <c:pt idx="154">
                  <c:v>38.799999999999997</c:v>
                </c:pt>
                <c:pt idx="155">
                  <c:v>39</c:v>
                </c:pt>
                <c:pt idx="156">
                  <c:v>39.6</c:v>
                </c:pt>
                <c:pt idx="157">
                  <c:v>39.6</c:v>
                </c:pt>
                <c:pt idx="158">
                  <c:v>39.6</c:v>
                </c:pt>
                <c:pt idx="159">
                  <c:v>41.2</c:v>
                </c:pt>
                <c:pt idx="160">
                  <c:v>41.2</c:v>
                </c:pt>
                <c:pt idx="161">
                  <c:v>41.2</c:v>
                </c:pt>
                <c:pt idx="162">
                  <c:v>41.4</c:v>
                </c:pt>
                <c:pt idx="163">
                  <c:v>43.4</c:v>
                </c:pt>
                <c:pt idx="164">
                  <c:v>43.6</c:v>
                </c:pt>
                <c:pt idx="165">
                  <c:v>43.6</c:v>
                </c:pt>
                <c:pt idx="166">
                  <c:v>43.8</c:v>
                </c:pt>
                <c:pt idx="167">
                  <c:v>43.8</c:v>
                </c:pt>
                <c:pt idx="168">
                  <c:v>44</c:v>
                </c:pt>
                <c:pt idx="169">
                  <c:v>44.2</c:v>
                </c:pt>
                <c:pt idx="170">
                  <c:v>44.4</c:v>
                </c:pt>
                <c:pt idx="171">
                  <c:v>44.4</c:v>
                </c:pt>
                <c:pt idx="172">
                  <c:v>44.4</c:v>
                </c:pt>
                <c:pt idx="173">
                  <c:v>45</c:v>
                </c:pt>
                <c:pt idx="174">
                  <c:v>45</c:v>
                </c:pt>
                <c:pt idx="175">
                  <c:v>45</c:v>
                </c:pt>
                <c:pt idx="176">
                  <c:v>45.2</c:v>
                </c:pt>
                <c:pt idx="177">
                  <c:v>47.2</c:v>
                </c:pt>
                <c:pt idx="178">
                  <c:v>47.2</c:v>
                </c:pt>
                <c:pt idx="179">
                  <c:v>48</c:v>
                </c:pt>
                <c:pt idx="180">
                  <c:v>48</c:v>
                </c:pt>
                <c:pt idx="181">
                  <c:v>48</c:v>
                </c:pt>
                <c:pt idx="182">
                  <c:v>48.2</c:v>
                </c:pt>
                <c:pt idx="183">
                  <c:v>48.2</c:v>
                </c:pt>
                <c:pt idx="184">
                  <c:v>48.2</c:v>
                </c:pt>
                <c:pt idx="185">
                  <c:v>48.2</c:v>
                </c:pt>
                <c:pt idx="186">
                  <c:v>48.4</c:v>
                </c:pt>
                <c:pt idx="187">
                  <c:v>48.8</c:v>
                </c:pt>
                <c:pt idx="188">
                  <c:v>48.8</c:v>
                </c:pt>
                <c:pt idx="189">
                  <c:v>49</c:v>
                </c:pt>
                <c:pt idx="190">
                  <c:v>50</c:v>
                </c:pt>
                <c:pt idx="191">
                  <c:v>50.6</c:v>
                </c:pt>
                <c:pt idx="192">
                  <c:v>50.6</c:v>
                </c:pt>
                <c:pt idx="193">
                  <c:v>50.6</c:v>
                </c:pt>
                <c:pt idx="194">
                  <c:v>50.8</c:v>
                </c:pt>
                <c:pt idx="195">
                  <c:v>51.4</c:v>
                </c:pt>
                <c:pt idx="196">
                  <c:v>51.4</c:v>
                </c:pt>
                <c:pt idx="197">
                  <c:v>51.4</c:v>
                </c:pt>
                <c:pt idx="198">
                  <c:v>51.4</c:v>
                </c:pt>
                <c:pt idx="199">
                  <c:v>51.4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76-4AB1-8715-F369857B93C8}"/>
            </c:ext>
          </c:extLst>
        </c:ser>
        <c:ser>
          <c:idx val="1"/>
          <c:order val="1"/>
          <c:tx>
            <c:strRef>
              <c:f>save1!$EV$1618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save1!$EV$1619:$EV$1818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0.6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1.6</c:v>
                </c:pt>
                <c:pt idx="8">
                  <c:v>2</c:v>
                </c:pt>
                <c:pt idx="9">
                  <c:v>2.2000000000000002</c:v>
                </c:pt>
                <c:pt idx="10">
                  <c:v>2.4</c:v>
                </c:pt>
                <c:pt idx="11">
                  <c:v>2.6</c:v>
                </c:pt>
                <c:pt idx="12">
                  <c:v>3</c:v>
                </c:pt>
                <c:pt idx="13">
                  <c:v>3.2</c:v>
                </c:pt>
                <c:pt idx="14">
                  <c:v>3.2</c:v>
                </c:pt>
                <c:pt idx="15">
                  <c:v>3.2</c:v>
                </c:pt>
                <c:pt idx="16">
                  <c:v>3.4</c:v>
                </c:pt>
                <c:pt idx="17">
                  <c:v>3.4</c:v>
                </c:pt>
                <c:pt idx="18">
                  <c:v>3.4</c:v>
                </c:pt>
                <c:pt idx="19">
                  <c:v>3.4</c:v>
                </c:pt>
                <c:pt idx="20">
                  <c:v>3.4</c:v>
                </c:pt>
                <c:pt idx="21">
                  <c:v>3.6</c:v>
                </c:pt>
                <c:pt idx="22">
                  <c:v>4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4.4000000000000004</c:v>
                </c:pt>
                <c:pt idx="27">
                  <c:v>4.4000000000000004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5.2</c:v>
                </c:pt>
                <c:pt idx="32">
                  <c:v>5.6</c:v>
                </c:pt>
                <c:pt idx="33">
                  <c:v>5.6</c:v>
                </c:pt>
                <c:pt idx="34">
                  <c:v>5.6</c:v>
                </c:pt>
                <c:pt idx="35">
                  <c:v>5.6</c:v>
                </c:pt>
                <c:pt idx="36">
                  <c:v>5.6</c:v>
                </c:pt>
                <c:pt idx="37">
                  <c:v>5.6</c:v>
                </c:pt>
                <c:pt idx="38">
                  <c:v>5.6</c:v>
                </c:pt>
                <c:pt idx="39">
                  <c:v>5.8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6.2</c:v>
                </c:pt>
                <c:pt idx="46">
                  <c:v>6.4</c:v>
                </c:pt>
                <c:pt idx="47">
                  <c:v>6.4</c:v>
                </c:pt>
                <c:pt idx="48">
                  <c:v>6.6</c:v>
                </c:pt>
                <c:pt idx="49">
                  <c:v>6.6</c:v>
                </c:pt>
                <c:pt idx="50">
                  <c:v>6.6</c:v>
                </c:pt>
                <c:pt idx="51">
                  <c:v>7.4</c:v>
                </c:pt>
                <c:pt idx="52">
                  <c:v>7.8</c:v>
                </c:pt>
                <c:pt idx="53">
                  <c:v>8.4</c:v>
                </c:pt>
                <c:pt idx="54">
                  <c:v>8.4</c:v>
                </c:pt>
                <c:pt idx="55">
                  <c:v>9</c:v>
                </c:pt>
                <c:pt idx="56">
                  <c:v>9.1999999999999993</c:v>
                </c:pt>
                <c:pt idx="57">
                  <c:v>9.4</c:v>
                </c:pt>
                <c:pt idx="58">
                  <c:v>9.6</c:v>
                </c:pt>
                <c:pt idx="59">
                  <c:v>9.6</c:v>
                </c:pt>
                <c:pt idx="60">
                  <c:v>9.8000000000000007</c:v>
                </c:pt>
                <c:pt idx="61">
                  <c:v>9.8000000000000007</c:v>
                </c:pt>
                <c:pt idx="62">
                  <c:v>10</c:v>
                </c:pt>
                <c:pt idx="63">
                  <c:v>10.199999999999999</c:v>
                </c:pt>
                <c:pt idx="64">
                  <c:v>10.199999999999999</c:v>
                </c:pt>
                <c:pt idx="65">
                  <c:v>10.199999999999999</c:v>
                </c:pt>
                <c:pt idx="66">
                  <c:v>10.4</c:v>
                </c:pt>
                <c:pt idx="67">
                  <c:v>10.4</c:v>
                </c:pt>
                <c:pt idx="68">
                  <c:v>10.8</c:v>
                </c:pt>
                <c:pt idx="69">
                  <c:v>11.6</c:v>
                </c:pt>
                <c:pt idx="70">
                  <c:v>11.6</c:v>
                </c:pt>
                <c:pt idx="71">
                  <c:v>12</c:v>
                </c:pt>
                <c:pt idx="72">
                  <c:v>12</c:v>
                </c:pt>
                <c:pt idx="73">
                  <c:v>12</c:v>
                </c:pt>
                <c:pt idx="74">
                  <c:v>12</c:v>
                </c:pt>
                <c:pt idx="75">
                  <c:v>12.2</c:v>
                </c:pt>
                <c:pt idx="76">
                  <c:v>12.2</c:v>
                </c:pt>
                <c:pt idx="77">
                  <c:v>12.4</c:v>
                </c:pt>
                <c:pt idx="78">
                  <c:v>12.4</c:v>
                </c:pt>
                <c:pt idx="79">
                  <c:v>12.8</c:v>
                </c:pt>
                <c:pt idx="80">
                  <c:v>13</c:v>
                </c:pt>
                <c:pt idx="81">
                  <c:v>13.2</c:v>
                </c:pt>
                <c:pt idx="82">
                  <c:v>13.6</c:v>
                </c:pt>
                <c:pt idx="83">
                  <c:v>13.6</c:v>
                </c:pt>
                <c:pt idx="84">
                  <c:v>13.8</c:v>
                </c:pt>
                <c:pt idx="85">
                  <c:v>14.2</c:v>
                </c:pt>
                <c:pt idx="86">
                  <c:v>14.2</c:v>
                </c:pt>
                <c:pt idx="87">
                  <c:v>14.4</c:v>
                </c:pt>
                <c:pt idx="88">
                  <c:v>14.4</c:v>
                </c:pt>
                <c:pt idx="89">
                  <c:v>15</c:v>
                </c:pt>
                <c:pt idx="90">
                  <c:v>15.2</c:v>
                </c:pt>
                <c:pt idx="91">
                  <c:v>15.2</c:v>
                </c:pt>
                <c:pt idx="92">
                  <c:v>15.6</c:v>
                </c:pt>
                <c:pt idx="93">
                  <c:v>15.8</c:v>
                </c:pt>
                <c:pt idx="94">
                  <c:v>15.8</c:v>
                </c:pt>
                <c:pt idx="95">
                  <c:v>15.8</c:v>
                </c:pt>
                <c:pt idx="96">
                  <c:v>15.8</c:v>
                </c:pt>
                <c:pt idx="97">
                  <c:v>16.2</c:v>
                </c:pt>
                <c:pt idx="98">
                  <c:v>16.2</c:v>
                </c:pt>
                <c:pt idx="99">
                  <c:v>16.2</c:v>
                </c:pt>
                <c:pt idx="100">
                  <c:v>16.399999999999999</c:v>
                </c:pt>
                <c:pt idx="101">
                  <c:v>16.399999999999999</c:v>
                </c:pt>
                <c:pt idx="102">
                  <c:v>16.399999999999999</c:v>
                </c:pt>
                <c:pt idx="103">
                  <c:v>16.399999999999999</c:v>
                </c:pt>
                <c:pt idx="104">
                  <c:v>16.600000000000001</c:v>
                </c:pt>
                <c:pt idx="105">
                  <c:v>17</c:v>
                </c:pt>
                <c:pt idx="106">
                  <c:v>17.399999999999999</c:v>
                </c:pt>
                <c:pt idx="107">
                  <c:v>17.600000000000001</c:v>
                </c:pt>
                <c:pt idx="108">
                  <c:v>17.600000000000001</c:v>
                </c:pt>
                <c:pt idx="109">
                  <c:v>17.600000000000001</c:v>
                </c:pt>
                <c:pt idx="110">
                  <c:v>17.600000000000001</c:v>
                </c:pt>
                <c:pt idx="111">
                  <c:v>18</c:v>
                </c:pt>
                <c:pt idx="112">
                  <c:v>18</c:v>
                </c:pt>
                <c:pt idx="113">
                  <c:v>18.2</c:v>
                </c:pt>
                <c:pt idx="114">
                  <c:v>18.8</c:v>
                </c:pt>
                <c:pt idx="115">
                  <c:v>19</c:v>
                </c:pt>
                <c:pt idx="116">
                  <c:v>19.399999999999999</c:v>
                </c:pt>
                <c:pt idx="117">
                  <c:v>19.399999999999999</c:v>
                </c:pt>
                <c:pt idx="118">
                  <c:v>19.600000000000001</c:v>
                </c:pt>
                <c:pt idx="119">
                  <c:v>19.600000000000001</c:v>
                </c:pt>
                <c:pt idx="120">
                  <c:v>19.600000000000001</c:v>
                </c:pt>
                <c:pt idx="121">
                  <c:v>19.600000000000001</c:v>
                </c:pt>
                <c:pt idx="122">
                  <c:v>19.8</c:v>
                </c:pt>
                <c:pt idx="123">
                  <c:v>20.2</c:v>
                </c:pt>
                <c:pt idx="124">
                  <c:v>20.2</c:v>
                </c:pt>
                <c:pt idx="125">
                  <c:v>20.2</c:v>
                </c:pt>
                <c:pt idx="126">
                  <c:v>20.2</c:v>
                </c:pt>
                <c:pt idx="127">
                  <c:v>20.2</c:v>
                </c:pt>
                <c:pt idx="128">
                  <c:v>20.2</c:v>
                </c:pt>
                <c:pt idx="129">
                  <c:v>20.2</c:v>
                </c:pt>
                <c:pt idx="130">
                  <c:v>20.2</c:v>
                </c:pt>
                <c:pt idx="131">
                  <c:v>20.2</c:v>
                </c:pt>
                <c:pt idx="132">
                  <c:v>20.2</c:v>
                </c:pt>
                <c:pt idx="133">
                  <c:v>20.2</c:v>
                </c:pt>
                <c:pt idx="134">
                  <c:v>20.2</c:v>
                </c:pt>
                <c:pt idx="135">
                  <c:v>21.2</c:v>
                </c:pt>
                <c:pt idx="136">
                  <c:v>21.4</c:v>
                </c:pt>
                <c:pt idx="137">
                  <c:v>21.6</c:v>
                </c:pt>
                <c:pt idx="138">
                  <c:v>21.6</c:v>
                </c:pt>
                <c:pt idx="139">
                  <c:v>21.8</c:v>
                </c:pt>
                <c:pt idx="140">
                  <c:v>21.8</c:v>
                </c:pt>
                <c:pt idx="141">
                  <c:v>22.2</c:v>
                </c:pt>
                <c:pt idx="142">
                  <c:v>22.2</c:v>
                </c:pt>
                <c:pt idx="143">
                  <c:v>22.2</c:v>
                </c:pt>
                <c:pt idx="144">
                  <c:v>22.4</c:v>
                </c:pt>
                <c:pt idx="145">
                  <c:v>22.4</c:v>
                </c:pt>
                <c:pt idx="146">
                  <c:v>23.2</c:v>
                </c:pt>
                <c:pt idx="147">
                  <c:v>23.6</c:v>
                </c:pt>
                <c:pt idx="148">
                  <c:v>23.6</c:v>
                </c:pt>
                <c:pt idx="149">
                  <c:v>23.8</c:v>
                </c:pt>
                <c:pt idx="150">
                  <c:v>23.8</c:v>
                </c:pt>
                <c:pt idx="151">
                  <c:v>24</c:v>
                </c:pt>
                <c:pt idx="152">
                  <c:v>24</c:v>
                </c:pt>
                <c:pt idx="153">
                  <c:v>24</c:v>
                </c:pt>
                <c:pt idx="154">
                  <c:v>24</c:v>
                </c:pt>
                <c:pt idx="155">
                  <c:v>24.6</c:v>
                </c:pt>
                <c:pt idx="156">
                  <c:v>24.6</c:v>
                </c:pt>
                <c:pt idx="157">
                  <c:v>24.6</c:v>
                </c:pt>
                <c:pt idx="158">
                  <c:v>24.6</c:v>
                </c:pt>
                <c:pt idx="159">
                  <c:v>24.8</c:v>
                </c:pt>
                <c:pt idx="160">
                  <c:v>25</c:v>
                </c:pt>
                <c:pt idx="161">
                  <c:v>25.4</c:v>
                </c:pt>
                <c:pt idx="162">
                  <c:v>25.6</c:v>
                </c:pt>
                <c:pt idx="163">
                  <c:v>26</c:v>
                </c:pt>
                <c:pt idx="164">
                  <c:v>26</c:v>
                </c:pt>
                <c:pt idx="165">
                  <c:v>26</c:v>
                </c:pt>
                <c:pt idx="166">
                  <c:v>26.2</c:v>
                </c:pt>
                <c:pt idx="167">
                  <c:v>26.4</c:v>
                </c:pt>
                <c:pt idx="168">
                  <c:v>26.4</c:v>
                </c:pt>
                <c:pt idx="169">
                  <c:v>26.6</c:v>
                </c:pt>
                <c:pt idx="170">
                  <c:v>26.6</c:v>
                </c:pt>
                <c:pt idx="171">
                  <c:v>26.8</c:v>
                </c:pt>
                <c:pt idx="172">
                  <c:v>26.8</c:v>
                </c:pt>
                <c:pt idx="173">
                  <c:v>26.8</c:v>
                </c:pt>
                <c:pt idx="174">
                  <c:v>27.2</c:v>
                </c:pt>
                <c:pt idx="175">
                  <c:v>27.2</c:v>
                </c:pt>
                <c:pt idx="176">
                  <c:v>27.2</c:v>
                </c:pt>
                <c:pt idx="177">
                  <c:v>28.4</c:v>
                </c:pt>
                <c:pt idx="178">
                  <c:v>28.6</c:v>
                </c:pt>
                <c:pt idx="179">
                  <c:v>28.8</c:v>
                </c:pt>
                <c:pt idx="180">
                  <c:v>29.4</c:v>
                </c:pt>
                <c:pt idx="181">
                  <c:v>29.4</c:v>
                </c:pt>
                <c:pt idx="182">
                  <c:v>29.4</c:v>
                </c:pt>
                <c:pt idx="183">
                  <c:v>29.4</c:v>
                </c:pt>
                <c:pt idx="184">
                  <c:v>29.6</c:v>
                </c:pt>
                <c:pt idx="185">
                  <c:v>29.6</c:v>
                </c:pt>
                <c:pt idx="186">
                  <c:v>29.6</c:v>
                </c:pt>
                <c:pt idx="187">
                  <c:v>29.8</c:v>
                </c:pt>
                <c:pt idx="188">
                  <c:v>29.8</c:v>
                </c:pt>
                <c:pt idx="189">
                  <c:v>29.8</c:v>
                </c:pt>
                <c:pt idx="190">
                  <c:v>29.8</c:v>
                </c:pt>
                <c:pt idx="191">
                  <c:v>30.2</c:v>
                </c:pt>
                <c:pt idx="192">
                  <c:v>30.2</c:v>
                </c:pt>
                <c:pt idx="193">
                  <c:v>30.4</c:v>
                </c:pt>
                <c:pt idx="194">
                  <c:v>30.4</c:v>
                </c:pt>
                <c:pt idx="195">
                  <c:v>31.2</c:v>
                </c:pt>
                <c:pt idx="196">
                  <c:v>31.4</c:v>
                </c:pt>
                <c:pt idx="197">
                  <c:v>31.4</c:v>
                </c:pt>
                <c:pt idx="198">
                  <c:v>31.8</c:v>
                </c:pt>
                <c:pt idx="199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76-4AB1-8715-F369857B93C8}"/>
            </c:ext>
          </c:extLst>
        </c:ser>
        <c:ser>
          <c:idx val="2"/>
          <c:order val="2"/>
          <c:tx>
            <c:strRef>
              <c:f>save1!$EW$1618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save1!$EW$1619:$EW$1818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0.4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0.4</c:v>
                </c:pt>
                <c:pt idx="18">
                  <c:v>0.4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</c:v>
                </c:pt>
                <c:pt idx="38">
                  <c:v>0.8</c:v>
                </c:pt>
                <c:pt idx="39">
                  <c:v>0.8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0.2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576-4AB1-8715-F369857B93C8}"/>
            </c:ext>
          </c:extLst>
        </c:ser>
        <c:ser>
          <c:idx val="3"/>
          <c:order val="3"/>
          <c:tx>
            <c:strRef>
              <c:f>save1!$EX$1618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save1!$EX$1619:$EX$1818</c:f>
              <c:numCache>
                <c:formatCode>General</c:formatCode>
                <c:ptCount val="200"/>
                <c:pt idx="0">
                  <c:v>0</c:v>
                </c:pt>
                <c:pt idx="1">
                  <c:v>0.8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  <c:pt idx="5">
                  <c:v>1.4</c:v>
                </c:pt>
                <c:pt idx="6">
                  <c:v>1.4</c:v>
                </c:pt>
                <c:pt idx="7">
                  <c:v>1.6</c:v>
                </c:pt>
                <c:pt idx="8">
                  <c:v>1.8</c:v>
                </c:pt>
                <c:pt idx="9">
                  <c:v>2</c:v>
                </c:pt>
                <c:pt idx="10">
                  <c:v>2.2000000000000002</c:v>
                </c:pt>
                <c:pt idx="11">
                  <c:v>2.6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  <c:pt idx="15">
                  <c:v>3</c:v>
                </c:pt>
                <c:pt idx="16">
                  <c:v>3.6</c:v>
                </c:pt>
                <c:pt idx="17">
                  <c:v>3.6</c:v>
                </c:pt>
                <c:pt idx="18">
                  <c:v>3.8</c:v>
                </c:pt>
                <c:pt idx="19">
                  <c:v>3.8</c:v>
                </c:pt>
                <c:pt idx="20">
                  <c:v>3.8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4.5999999999999996</c:v>
                </c:pt>
                <c:pt idx="27">
                  <c:v>4.5999999999999996</c:v>
                </c:pt>
                <c:pt idx="28">
                  <c:v>5.2</c:v>
                </c:pt>
                <c:pt idx="29">
                  <c:v>5.4</c:v>
                </c:pt>
                <c:pt idx="30">
                  <c:v>5.4</c:v>
                </c:pt>
                <c:pt idx="31">
                  <c:v>5.4</c:v>
                </c:pt>
                <c:pt idx="32">
                  <c:v>5.4</c:v>
                </c:pt>
                <c:pt idx="33">
                  <c:v>5.4</c:v>
                </c:pt>
                <c:pt idx="34">
                  <c:v>5.8</c:v>
                </c:pt>
                <c:pt idx="35">
                  <c:v>5.8</c:v>
                </c:pt>
                <c:pt idx="36">
                  <c:v>5.8</c:v>
                </c:pt>
                <c:pt idx="37">
                  <c:v>5.8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6.4</c:v>
                </c:pt>
                <c:pt idx="43">
                  <c:v>6.4</c:v>
                </c:pt>
                <c:pt idx="44">
                  <c:v>6.6</c:v>
                </c:pt>
                <c:pt idx="45">
                  <c:v>6.6</c:v>
                </c:pt>
                <c:pt idx="46">
                  <c:v>6.6</c:v>
                </c:pt>
                <c:pt idx="47">
                  <c:v>6.6</c:v>
                </c:pt>
                <c:pt idx="48">
                  <c:v>6.8</c:v>
                </c:pt>
                <c:pt idx="49">
                  <c:v>6.8</c:v>
                </c:pt>
                <c:pt idx="50">
                  <c:v>6.8</c:v>
                </c:pt>
                <c:pt idx="51">
                  <c:v>7.6</c:v>
                </c:pt>
                <c:pt idx="52">
                  <c:v>7.8</c:v>
                </c:pt>
                <c:pt idx="53">
                  <c:v>8</c:v>
                </c:pt>
                <c:pt idx="54">
                  <c:v>8</c:v>
                </c:pt>
                <c:pt idx="55">
                  <c:v>8.1999999999999993</c:v>
                </c:pt>
                <c:pt idx="56">
                  <c:v>8.1999999999999993</c:v>
                </c:pt>
                <c:pt idx="57">
                  <c:v>8.1999999999999993</c:v>
                </c:pt>
                <c:pt idx="58">
                  <c:v>8.1999999999999993</c:v>
                </c:pt>
                <c:pt idx="59">
                  <c:v>8.1999999999999993</c:v>
                </c:pt>
                <c:pt idx="60">
                  <c:v>8.1999999999999993</c:v>
                </c:pt>
                <c:pt idx="61">
                  <c:v>8.1999999999999993</c:v>
                </c:pt>
                <c:pt idx="62">
                  <c:v>8.6</c:v>
                </c:pt>
                <c:pt idx="63">
                  <c:v>8.8000000000000007</c:v>
                </c:pt>
                <c:pt idx="64">
                  <c:v>9</c:v>
                </c:pt>
                <c:pt idx="65">
                  <c:v>9.1999999999999993</c:v>
                </c:pt>
                <c:pt idx="66">
                  <c:v>9.4</c:v>
                </c:pt>
                <c:pt idx="67">
                  <c:v>9.4</c:v>
                </c:pt>
                <c:pt idx="68">
                  <c:v>9.4</c:v>
                </c:pt>
                <c:pt idx="69">
                  <c:v>9.6</c:v>
                </c:pt>
                <c:pt idx="70">
                  <c:v>9.6</c:v>
                </c:pt>
                <c:pt idx="71">
                  <c:v>9.8000000000000007</c:v>
                </c:pt>
                <c:pt idx="72">
                  <c:v>9.8000000000000007</c:v>
                </c:pt>
                <c:pt idx="73">
                  <c:v>9.8000000000000007</c:v>
                </c:pt>
                <c:pt idx="74">
                  <c:v>9.8000000000000007</c:v>
                </c:pt>
                <c:pt idx="75">
                  <c:v>9.8000000000000007</c:v>
                </c:pt>
                <c:pt idx="76">
                  <c:v>9.8000000000000007</c:v>
                </c:pt>
                <c:pt idx="77">
                  <c:v>9.8000000000000007</c:v>
                </c:pt>
                <c:pt idx="78">
                  <c:v>10</c:v>
                </c:pt>
                <c:pt idx="79">
                  <c:v>10</c:v>
                </c:pt>
                <c:pt idx="80">
                  <c:v>10.4</c:v>
                </c:pt>
                <c:pt idx="81">
                  <c:v>10.6</c:v>
                </c:pt>
                <c:pt idx="82">
                  <c:v>11.2</c:v>
                </c:pt>
                <c:pt idx="83">
                  <c:v>11.4</c:v>
                </c:pt>
                <c:pt idx="84">
                  <c:v>11.8</c:v>
                </c:pt>
                <c:pt idx="85">
                  <c:v>12</c:v>
                </c:pt>
                <c:pt idx="86">
                  <c:v>12.4</c:v>
                </c:pt>
                <c:pt idx="87">
                  <c:v>12.6</c:v>
                </c:pt>
                <c:pt idx="88">
                  <c:v>12.6</c:v>
                </c:pt>
                <c:pt idx="89">
                  <c:v>12.6</c:v>
                </c:pt>
                <c:pt idx="90">
                  <c:v>12.6</c:v>
                </c:pt>
                <c:pt idx="91">
                  <c:v>12.8</c:v>
                </c:pt>
                <c:pt idx="92">
                  <c:v>13.4</c:v>
                </c:pt>
                <c:pt idx="93">
                  <c:v>13.6</c:v>
                </c:pt>
                <c:pt idx="94">
                  <c:v>13.6</c:v>
                </c:pt>
                <c:pt idx="95">
                  <c:v>13.6</c:v>
                </c:pt>
                <c:pt idx="96">
                  <c:v>13.6</c:v>
                </c:pt>
                <c:pt idx="97">
                  <c:v>14</c:v>
                </c:pt>
                <c:pt idx="98">
                  <c:v>14.2</c:v>
                </c:pt>
                <c:pt idx="99">
                  <c:v>14.2</c:v>
                </c:pt>
                <c:pt idx="100">
                  <c:v>14.2</c:v>
                </c:pt>
                <c:pt idx="101">
                  <c:v>14.2</c:v>
                </c:pt>
                <c:pt idx="102">
                  <c:v>14.2</c:v>
                </c:pt>
                <c:pt idx="103">
                  <c:v>14.2</c:v>
                </c:pt>
                <c:pt idx="104">
                  <c:v>14.2</c:v>
                </c:pt>
                <c:pt idx="105">
                  <c:v>14.4</c:v>
                </c:pt>
                <c:pt idx="106">
                  <c:v>14.8</c:v>
                </c:pt>
                <c:pt idx="107">
                  <c:v>14.8</c:v>
                </c:pt>
                <c:pt idx="108">
                  <c:v>14.8</c:v>
                </c:pt>
                <c:pt idx="109">
                  <c:v>14.8</c:v>
                </c:pt>
                <c:pt idx="110">
                  <c:v>14.8</c:v>
                </c:pt>
                <c:pt idx="111">
                  <c:v>14.8</c:v>
                </c:pt>
                <c:pt idx="112">
                  <c:v>14.8</c:v>
                </c:pt>
                <c:pt idx="113">
                  <c:v>14.8</c:v>
                </c:pt>
                <c:pt idx="114">
                  <c:v>14.8</c:v>
                </c:pt>
                <c:pt idx="115">
                  <c:v>14.8</c:v>
                </c:pt>
                <c:pt idx="116">
                  <c:v>14.8</c:v>
                </c:pt>
                <c:pt idx="117">
                  <c:v>14.8</c:v>
                </c:pt>
                <c:pt idx="118">
                  <c:v>14.8</c:v>
                </c:pt>
                <c:pt idx="119">
                  <c:v>14.8</c:v>
                </c:pt>
                <c:pt idx="120">
                  <c:v>14.8</c:v>
                </c:pt>
                <c:pt idx="121">
                  <c:v>15</c:v>
                </c:pt>
                <c:pt idx="122">
                  <c:v>15.2</c:v>
                </c:pt>
                <c:pt idx="123">
                  <c:v>15.2</c:v>
                </c:pt>
                <c:pt idx="124">
                  <c:v>15.2</c:v>
                </c:pt>
                <c:pt idx="125">
                  <c:v>15.2</c:v>
                </c:pt>
                <c:pt idx="126">
                  <c:v>15.2</c:v>
                </c:pt>
                <c:pt idx="127">
                  <c:v>15.2</c:v>
                </c:pt>
                <c:pt idx="128">
                  <c:v>15.2</c:v>
                </c:pt>
                <c:pt idx="129">
                  <c:v>15.4</c:v>
                </c:pt>
                <c:pt idx="130">
                  <c:v>15.6</c:v>
                </c:pt>
                <c:pt idx="131">
                  <c:v>15.6</c:v>
                </c:pt>
                <c:pt idx="132">
                  <c:v>15.6</c:v>
                </c:pt>
                <c:pt idx="133">
                  <c:v>15.6</c:v>
                </c:pt>
                <c:pt idx="134">
                  <c:v>15.6</c:v>
                </c:pt>
                <c:pt idx="135">
                  <c:v>17.2</c:v>
                </c:pt>
                <c:pt idx="136">
                  <c:v>17.399999999999999</c:v>
                </c:pt>
                <c:pt idx="137">
                  <c:v>17.399999999999999</c:v>
                </c:pt>
                <c:pt idx="138">
                  <c:v>17.600000000000001</c:v>
                </c:pt>
                <c:pt idx="139">
                  <c:v>17.8</c:v>
                </c:pt>
                <c:pt idx="140">
                  <c:v>17.8</c:v>
                </c:pt>
                <c:pt idx="141">
                  <c:v>17.8</c:v>
                </c:pt>
                <c:pt idx="142">
                  <c:v>17.8</c:v>
                </c:pt>
                <c:pt idx="143">
                  <c:v>18</c:v>
                </c:pt>
                <c:pt idx="144">
                  <c:v>18</c:v>
                </c:pt>
                <c:pt idx="145">
                  <c:v>18</c:v>
                </c:pt>
                <c:pt idx="146">
                  <c:v>18</c:v>
                </c:pt>
                <c:pt idx="147">
                  <c:v>18</c:v>
                </c:pt>
                <c:pt idx="148">
                  <c:v>18</c:v>
                </c:pt>
                <c:pt idx="149">
                  <c:v>18.2</c:v>
                </c:pt>
                <c:pt idx="150">
                  <c:v>18.2</c:v>
                </c:pt>
                <c:pt idx="151">
                  <c:v>18.399999999999999</c:v>
                </c:pt>
                <c:pt idx="152">
                  <c:v>18.600000000000001</c:v>
                </c:pt>
                <c:pt idx="153">
                  <c:v>18.8</c:v>
                </c:pt>
                <c:pt idx="154">
                  <c:v>19.399999999999999</c:v>
                </c:pt>
                <c:pt idx="155">
                  <c:v>19.8</c:v>
                </c:pt>
                <c:pt idx="156">
                  <c:v>19.8</c:v>
                </c:pt>
                <c:pt idx="157">
                  <c:v>20</c:v>
                </c:pt>
                <c:pt idx="158">
                  <c:v>20.2</c:v>
                </c:pt>
                <c:pt idx="159">
                  <c:v>20.399999999999999</c:v>
                </c:pt>
                <c:pt idx="160">
                  <c:v>20.6</c:v>
                </c:pt>
                <c:pt idx="161">
                  <c:v>20.6</c:v>
                </c:pt>
                <c:pt idx="162">
                  <c:v>20.6</c:v>
                </c:pt>
                <c:pt idx="163">
                  <c:v>20.6</c:v>
                </c:pt>
                <c:pt idx="164">
                  <c:v>20.8</c:v>
                </c:pt>
                <c:pt idx="165">
                  <c:v>21</c:v>
                </c:pt>
                <c:pt idx="166">
                  <c:v>21</c:v>
                </c:pt>
                <c:pt idx="167">
                  <c:v>21</c:v>
                </c:pt>
                <c:pt idx="168">
                  <c:v>21.2</c:v>
                </c:pt>
                <c:pt idx="169">
                  <c:v>21.2</c:v>
                </c:pt>
                <c:pt idx="170">
                  <c:v>21.4</c:v>
                </c:pt>
                <c:pt idx="171">
                  <c:v>21.4</c:v>
                </c:pt>
                <c:pt idx="172">
                  <c:v>21.4</c:v>
                </c:pt>
                <c:pt idx="173">
                  <c:v>21.6</c:v>
                </c:pt>
                <c:pt idx="174">
                  <c:v>21.8</c:v>
                </c:pt>
                <c:pt idx="175">
                  <c:v>21.8</c:v>
                </c:pt>
                <c:pt idx="176">
                  <c:v>21.8</c:v>
                </c:pt>
                <c:pt idx="177">
                  <c:v>22.8</c:v>
                </c:pt>
                <c:pt idx="178">
                  <c:v>22.8</c:v>
                </c:pt>
                <c:pt idx="179">
                  <c:v>23</c:v>
                </c:pt>
                <c:pt idx="180">
                  <c:v>23.2</c:v>
                </c:pt>
                <c:pt idx="181">
                  <c:v>23.2</c:v>
                </c:pt>
                <c:pt idx="182">
                  <c:v>23.4</c:v>
                </c:pt>
                <c:pt idx="183">
                  <c:v>23.4</c:v>
                </c:pt>
                <c:pt idx="184">
                  <c:v>23.6</c:v>
                </c:pt>
                <c:pt idx="185">
                  <c:v>23.6</c:v>
                </c:pt>
                <c:pt idx="186">
                  <c:v>23.8</c:v>
                </c:pt>
                <c:pt idx="187">
                  <c:v>23.8</c:v>
                </c:pt>
                <c:pt idx="188">
                  <c:v>23.8</c:v>
                </c:pt>
                <c:pt idx="189">
                  <c:v>23.8</c:v>
                </c:pt>
                <c:pt idx="190">
                  <c:v>24.2</c:v>
                </c:pt>
                <c:pt idx="191">
                  <c:v>24.2</c:v>
                </c:pt>
                <c:pt idx="192">
                  <c:v>24.2</c:v>
                </c:pt>
                <c:pt idx="193">
                  <c:v>24.2</c:v>
                </c:pt>
                <c:pt idx="194">
                  <c:v>24.2</c:v>
                </c:pt>
                <c:pt idx="195">
                  <c:v>25</c:v>
                </c:pt>
                <c:pt idx="196">
                  <c:v>25.6</c:v>
                </c:pt>
                <c:pt idx="197">
                  <c:v>25.6</c:v>
                </c:pt>
                <c:pt idx="198">
                  <c:v>25.8</c:v>
                </c:pt>
                <c:pt idx="199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76-4AB1-8715-F369857B93C8}"/>
            </c:ext>
          </c:extLst>
        </c:ser>
        <c:ser>
          <c:idx val="4"/>
          <c:order val="4"/>
          <c:tx>
            <c:strRef>
              <c:f>save1!$EY$1618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save1!$EY$1619:$EY$1818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1.6</c:v>
                </c:pt>
                <c:pt idx="23">
                  <c:v>1.6</c:v>
                </c:pt>
                <c:pt idx="24">
                  <c:v>1.6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2.8</c:v>
                </c:pt>
                <c:pt idx="88">
                  <c:v>2.8</c:v>
                </c:pt>
                <c:pt idx="89">
                  <c:v>2.8</c:v>
                </c:pt>
                <c:pt idx="90">
                  <c:v>2.8</c:v>
                </c:pt>
                <c:pt idx="91">
                  <c:v>2.8</c:v>
                </c:pt>
                <c:pt idx="92">
                  <c:v>2.8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2.8</c:v>
                </c:pt>
                <c:pt idx="106">
                  <c:v>2.8</c:v>
                </c:pt>
                <c:pt idx="107">
                  <c:v>2.8</c:v>
                </c:pt>
                <c:pt idx="108">
                  <c:v>2.8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3.2</c:v>
                </c:pt>
                <c:pt idx="123">
                  <c:v>3.2</c:v>
                </c:pt>
                <c:pt idx="124">
                  <c:v>3.2</c:v>
                </c:pt>
                <c:pt idx="125">
                  <c:v>3.2</c:v>
                </c:pt>
                <c:pt idx="126">
                  <c:v>3.2</c:v>
                </c:pt>
                <c:pt idx="127">
                  <c:v>3.2</c:v>
                </c:pt>
                <c:pt idx="128">
                  <c:v>3.2</c:v>
                </c:pt>
                <c:pt idx="129">
                  <c:v>3.2</c:v>
                </c:pt>
                <c:pt idx="130">
                  <c:v>3.2</c:v>
                </c:pt>
                <c:pt idx="131">
                  <c:v>3.2</c:v>
                </c:pt>
                <c:pt idx="132">
                  <c:v>3.2</c:v>
                </c:pt>
                <c:pt idx="133">
                  <c:v>3.2</c:v>
                </c:pt>
                <c:pt idx="134">
                  <c:v>3.2</c:v>
                </c:pt>
                <c:pt idx="135">
                  <c:v>3.4</c:v>
                </c:pt>
                <c:pt idx="136">
                  <c:v>3.6</c:v>
                </c:pt>
                <c:pt idx="137">
                  <c:v>3.6</c:v>
                </c:pt>
                <c:pt idx="138">
                  <c:v>3.6</c:v>
                </c:pt>
                <c:pt idx="139">
                  <c:v>3.6</c:v>
                </c:pt>
                <c:pt idx="140">
                  <c:v>3.6</c:v>
                </c:pt>
                <c:pt idx="141">
                  <c:v>3.6</c:v>
                </c:pt>
                <c:pt idx="142">
                  <c:v>3.6</c:v>
                </c:pt>
                <c:pt idx="143">
                  <c:v>3.6</c:v>
                </c:pt>
                <c:pt idx="144">
                  <c:v>3.8</c:v>
                </c:pt>
                <c:pt idx="145">
                  <c:v>3.8</c:v>
                </c:pt>
                <c:pt idx="146">
                  <c:v>3.8</c:v>
                </c:pt>
                <c:pt idx="147">
                  <c:v>3.8</c:v>
                </c:pt>
                <c:pt idx="148">
                  <c:v>3.8</c:v>
                </c:pt>
                <c:pt idx="149">
                  <c:v>3.8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4.5999999999999996</c:v>
                </c:pt>
                <c:pt idx="160">
                  <c:v>4.5999999999999996</c:v>
                </c:pt>
                <c:pt idx="161">
                  <c:v>4.5999999999999996</c:v>
                </c:pt>
                <c:pt idx="162">
                  <c:v>4.5999999999999996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4.5999999999999996</c:v>
                </c:pt>
                <c:pt idx="167">
                  <c:v>4.5999999999999996</c:v>
                </c:pt>
                <c:pt idx="168">
                  <c:v>4.5999999999999996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5</c:v>
                </c:pt>
                <c:pt idx="178">
                  <c:v>5.2</c:v>
                </c:pt>
                <c:pt idx="179">
                  <c:v>5.2</c:v>
                </c:pt>
                <c:pt idx="180">
                  <c:v>5.4</c:v>
                </c:pt>
                <c:pt idx="181">
                  <c:v>5.4</c:v>
                </c:pt>
                <c:pt idx="182">
                  <c:v>5.4</c:v>
                </c:pt>
                <c:pt idx="183">
                  <c:v>5.6</c:v>
                </c:pt>
                <c:pt idx="184">
                  <c:v>5.6</c:v>
                </c:pt>
                <c:pt idx="185">
                  <c:v>5.6</c:v>
                </c:pt>
                <c:pt idx="186">
                  <c:v>5.6</c:v>
                </c:pt>
                <c:pt idx="187">
                  <c:v>5.6</c:v>
                </c:pt>
                <c:pt idx="188">
                  <c:v>5.6</c:v>
                </c:pt>
                <c:pt idx="189">
                  <c:v>5.6</c:v>
                </c:pt>
                <c:pt idx="190">
                  <c:v>5.6</c:v>
                </c:pt>
                <c:pt idx="191">
                  <c:v>5.6</c:v>
                </c:pt>
                <c:pt idx="192">
                  <c:v>5.6</c:v>
                </c:pt>
                <c:pt idx="193">
                  <c:v>5.6</c:v>
                </c:pt>
                <c:pt idx="194">
                  <c:v>5.6</c:v>
                </c:pt>
                <c:pt idx="195">
                  <c:v>5.8</c:v>
                </c:pt>
                <c:pt idx="196">
                  <c:v>5.8</c:v>
                </c:pt>
                <c:pt idx="197">
                  <c:v>5.8</c:v>
                </c:pt>
                <c:pt idx="198">
                  <c:v>5.8</c:v>
                </c:pt>
                <c:pt idx="199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576-4AB1-8715-F369857B93C8}"/>
            </c:ext>
          </c:extLst>
        </c:ser>
        <c:ser>
          <c:idx val="5"/>
          <c:order val="5"/>
          <c:tx>
            <c:strRef>
              <c:f>save1!$EZ$1618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save1!$EZ$1619:$EZ$1818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0.8</c:v>
                </c:pt>
                <c:pt idx="3">
                  <c:v>0.8</c:v>
                </c:pt>
                <c:pt idx="4">
                  <c:v>1.4</c:v>
                </c:pt>
                <c:pt idx="5">
                  <c:v>1.8</c:v>
                </c:pt>
                <c:pt idx="6">
                  <c:v>2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</c:v>
                </c:pt>
                <c:pt idx="11">
                  <c:v>3.4</c:v>
                </c:pt>
                <c:pt idx="12">
                  <c:v>3.4</c:v>
                </c:pt>
                <c:pt idx="13">
                  <c:v>3.8</c:v>
                </c:pt>
                <c:pt idx="14">
                  <c:v>4.2</c:v>
                </c:pt>
                <c:pt idx="15">
                  <c:v>4.2</c:v>
                </c:pt>
                <c:pt idx="16">
                  <c:v>4.5999999999999996</c:v>
                </c:pt>
                <c:pt idx="17">
                  <c:v>4.5999999999999996</c:v>
                </c:pt>
                <c:pt idx="18">
                  <c:v>4.8</c:v>
                </c:pt>
                <c:pt idx="19">
                  <c:v>5.4</c:v>
                </c:pt>
                <c:pt idx="20">
                  <c:v>5.4</c:v>
                </c:pt>
                <c:pt idx="21">
                  <c:v>5.6</c:v>
                </c:pt>
                <c:pt idx="22">
                  <c:v>6</c:v>
                </c:pt>
                <c:pt idx="23">
                  <c:v>6.2</c:v>
                </c:pt>
                <c:pt idx="24">
                  <c:v>6.6</c:v>
                </c:pt>
                <c:pt idx="25">
                  <c:v>7</c:v>
                </c:pt>
                <c:pt idx="26">
                  <c:v>7.2</c:v>
                </c:pt>
                <c:pt idx="27">
                  <c:v>7.4</c:v>
                </c:pt>
                <c:pt idx="28">
                  <c:v>7.4</c:v>
                </c:pt>
                <c:pt idx="29">
                  <c:v>7.8</c:v>
                </c:pt>
                <c:pt idx="30">
                  <c:v>8.4</c:v>
                </c:pt>
                <c:pt idx="31">
                  <c:v>9.1999999999999993</c:v>
                </c:pt>
                <c:pt idx="32">
                  <c:v>9.6</c:v>
                </c:pt>
                <c:pt idx="33">
                  <c:v>10</c:v>
                </c:pt>
                <c:pt idx="34">
                  <c:v>10.4</c:v>
                </c:pt>
                <c:pt idx="35">
                  <c:v>10.8</c:v>
                </c:pt>
                <c:pt idx="36">
                  <c:v>11</c:v>
                </c:pt>
                <c:pt idx="37">
                  <c:v>11.2</c:v>
                </c:pt>
                <c:pt idx="38">
                  <c:v>11.8</c:v>
                </c:pt>
                <c:pt idx="39">
                  <c:v>12.2</c:v>
                </c:pt>
                <c:pt idx="40">
                  <c:v>12.6</c:v>
                </c:pt>
                <c:pt idx="41">
                  <c:v>12.6</c:v>
                </c:pt>
                <c:pt idx="42">
                  <c:v>13</c:v>
                </c:pt>
                <c:pt idx="43">
                  <c:v>13.2</c:v>
                </c:pt>
                <c:pt idx="44">
                  <c:v>13.6</c:v>
                </c:pt>
                <c:pt idx="45">
                  <c:v>14.2</c:v>
                </c:pt>
                <c:pt idx="46">
                  <c:v>14.6</c:v>
                </c:pt>
                <c:pt idx="47">
                  <c:v>15.2</c:v>
                </c:pt>
                <c:pt idx="48">
                  <c:v>15.8</c:v>
                </c:pt>
                <c:pt idx="49">
                  <c:v>16.399999999999999</c:v>
                </c:pt>
                <c:pt idx="50">
                  <c:v>16.8</c:v>
                </c:pt>
                <c:pt idx="51">
                  <c:v>17</c:v>
                </c:pt>
                <c:pt idx="52">
                  <c:v>17.399999999999999</c:v>
                </c:pt>
                <c:pt idx="53">
                  <c:v>17.8</c:v>
                </c:pt>
                <c:pt idx="54">
                  <c:v>18</c:v>
                </c:pt>
                <c:pt idx="55">
                  <c:v>18.600000000000001</c:v>
                </c:pt>
                <c:pt idx="56">
                  <c:v>18.8</c:v>
                </c:pt>
                <c:pt idx="57">
                  <c:v>19.399999999999999</c:v>
                </c:pt>
                <c:pt idx="58">
                  <c:v>19.399999999999999</c:v>
                </c:pt>
                <c:pt idx="59">
                  <c:v>19.600000000000001</c:v>
                </c:pt>
                <c:pt idx="60">
                  <c:v>20</c:v>
                </c:pt>
                <c:pt idx="61">
                  <c:v>20.2</c:v>
                </c:pt>
                <c:pt idx="62">
                  <c:v>20.399999999999999</c:v>
                </c:pt>
                <c:pt idx="63">
                  <c:v>20.6</c:v>
                </c:pt>
                <c:pt idx="64">
                  <c:v>20.8</c:v>
                </c:pt>
                <c:pt idx="65">
                  <c:v>21.2</c:v>
                </c:pt>
                <c:pt idx="66">
                  <c:v>21.6</c:v>
                </c:pt>
                <c:pt idx="67">
                  <c:v>21.8</c:v>
                </c:pt>
                <c:pt idx="68">
                  <c:v>22.2</c:v>
                </c:pt>
                <c:pt idx="69">
                  <c:v>22.2</c:v>
                </c:pt>
                <c:pt idx="70">
                  <c:v>22.6</c:v>
                </c:pt>
                <c:pt idx="71">
                  <c:v>23</c:v>
                </c:pt>
                <c:pt idx="72">
                  <c:v>23.8</c:v>
                </c:pt>
                <c:pt idx="73">
                  <c:v>24.2</c:v>
                </c:pt>
                <c:pt idx="74">
                  <c:v>24.6</c:v>
                </c:pt>
                <c:pt idx="75">
                  <c:v>25</c:v>
                </c:pt>
                <c:pt idx="76">
                  <c:v>25.4</c:v>
                </c:pt>
                <c:pt idx="77">
                  <c:v>25.4</c:v>
                </c:pt>
                <c:pt idx="78">
                  <c:v>25.8</c:v>
                </c:pt>
                <c:pt idx="79">
                  <c:v>25.8</c:v>
                </c:pt>
                <c:pt idx="80">
                  <c:v>26</c:v>
                </c:pt>
                <c:pt idx="81">
                  <c:v>26.2</c:v>
                </c:pt>
                <c:pt idx="82">
                  <c:v>26.4</c:v>
                </c:pt>
                <c:pt idx="83">
                  <c:v>27</c:v>
                </c:pt>
                <c:pt idx="84">
                  <c:v>27.2</c:v>
                </c:pt>
                <c:pt idx="85">
                  <c:v>27.4</c:v>
                </c:pt>
                <c:pt idx="86">
                  <c:v>27.6</c:v>
                </c:pt>
                <c:pt idx="87">
                  <c:v>28</c:v>
                </c:pt>
                <c:pt idx="88">
                  <c:v>28.2</c:v>
                </c:pt>
                <c:pt idx="89">
                  <c:v>28.6</c:v>
                </c:pt>
                <c:pt idx="90">
                  <c:v>29</c:v>
                </c:pt>
                <c:pt idx="91">
                  <c:v>29.2</c:v>
                </c:pt>
                <c:pt idx="92">
                  <c:v>29.6</c:v>
                </c:pt>
                <c:pt idx="93">
                  <c:v>29.8</c:v>
                </c:pt>
                <c:pt idx="94">
                  <c:v>30.2</c:v>
                </c:pt>
                <c:pt idx="95">
                  <c:v>30.2</c:v>
                </c:pt>
                <c:pt idx="96">
                  <c:v>30.6</c:v>
                </c:pt>
                <c:pt idx="97">
                  <c:v>31</c:v>
                </c:pt>
                <c:pt idx="98">
                  <c:v>31.8</c:v>
                </c:pt>
                <c:pt idx="99">
                  <c:v>32.200000000000003</c:v>
                </c:pt>
                <c:pt idx="100">
                  <c:v>32.799999999999997</c:v>
                </c:pt>
                <c:pt idx="101">
                  <c:v>33.4</c:v>
                </c:pt>
                <c:pt idx="102">
                  <c:v>33.799999999999997</c:v>
                </c:pt>
                <c:pt idx="103">
                  <c:v>34</c:v>
                </c:pt>
                <c:pt idx="104">
                  <c:v>34.4</c:v>
                </c:pt>
                <c:pt idx="105">
                  <c:v>34.6</c:v>
                </c:pt>
                <c:pt idx="106">
                  <c:v>35</c:v>
                </c:pt>
                <c:pt idx="107">
                  <c:v>35.200000000000003</c:v>
                </c:pt>
                <c:pt idx="108">
                  <c:v>35.799999999999997</c:v>
                </c:pt>
                <c:pt idx="109">
                  <c:v>36</c:v>
                </c:pt>
                <c:pt idx="110">
                  <c:v>36.4</c:v>
                </c:pt>
                <c:pt idx="111">
                  <c:v>36.4</c:v>
                </c:pt>
                <c:pt idx="112">
                  <c:v>36.6</c:v>
                </c:pt>
                <c:pt idx="113">
                  <c:v>37</c:v>
                </c:pt>
                <c:pt idx="114">
                  <c:v>37.200000000000003</c:v>
                </c:pt>
                <c:pt idx="115">
                  <c:v>37.799999999999997</c:v>
                </c:pt>
                <c:pt idx="116">
                  <c:v>38</c:v>
                </c:pt>
                <c:pt idx="117">
                  <c:v>38.4</c:v>
                </c:pt>
                <c:pt idx="118">
                  <c:v>38.799999999999997</c:v>
                </c:pt>
                <c:pt idx="119">
                  <c:v>38.799999999999997</c:v>
                </c:pt>
                <c:pt idx="120">
                  <c:v>39</c:v>
                </c:pt>
                <c:pt idx="121">
                  <c:v>39.4</c:v>
                </c:pt>
                <c:pt idx="122">
                  <c:v>39.6</c:v>
                </c:pt>
                <c:pt idx="123">
                  <c:v>40.200000000000003</c:v>
                </c:pt>
                <c:pt idx="124">
                  <c:v>40.6</c:v>
                </c:pt>
                <c:pt idx="125">
                  <c:v>41</c:v>
                </c:pt>
                <c:pt idx="126">
                  <c:v>41.6</c:v>
                </c:pt>
                <c:pt idx="127">
                  <c:v>41.8</c:v>
                </c:pt>
                <c:pt idx="128">
                  <c:v>42.4</c:v>
                </c:pt>
                <c:pt idx="129">
                  <c:v>42.4</c:v>
                </c:pt>
                <c:pt idx="130">
                  <c:v>42.8</c:v>
                </c:pt>
                <c:pt idx="131">
                  <c:v>43</c:v>
                </c:pt>
                <c:pt idx="132">
                  <c:v>43.2</c:v>
                </c:pt>
                <c:pt idx="133">
                  <c:v>44</c:v>
                </c:pt>
                <c:pt idx="134">
                  <c:v>44.2</c:v>
                </c:pt>
                <c:pt idx="135">
                  <c:v>44.4</c:v>
                </c:pt>
                <c:pt idx="136">
                  <c:v>44.4</c:v>
                </c:pt>
                <c:pt idx="137">
                  <c:v>44.6</c:v>
                </c:pt>
                <c:pt idx="138">
                  <c:v>45</c:v>
                </c:pt>
                <c:pt idx="139">
                  <c:v>45.4</c:v>
                </c:pt>
                <c:pt idx="140">
                  <c:v>45.8</c:v>
                </c:pt>
                <c:pt idx="141">
                  <c:v>46.2</c:v>
                </c:pt>
                <c:pt idx="142">
                  <c:v>46.6</c:v>
                </c:pt>
                <c:pt idx="143">
                  <c:v>47</c:v>
                </c:pt>
                <c:pt idx="144">
                  <c:v>47.4</c:v>
                </c:pt>
                <c:pt idx="145">
                  <c:v>48.2</c:v>
                </c:pt>
                <c:pt idx="146">
                  <c:v>48.2</c:v>
                </c:pt>
                <c:pt idx="147">
                  <c:v>48.4</c:v>
                </c:pt>
                <c:pt idx="148">
                  <c:v>49</c:v>
                </c:pt>
                <c:pt idx="149">
                  <c:v>49.4</c:v>
                </c:pt>
                <c:pt idx="150">
                  <c:v>49.8</c:v>
                </c:pt>
                <c:pt idx="151">
                  <c:v>50.2</c:v>
                </c:pt>
                <c:pt idx="152">
                  <c:v>50.6</c:v>
                </c:pt>
                <c:pt idx="153">
                  <c:v>50.6</c:v>
                </c:pt>
                <c:pt idx="154">
                  <c:v>50.6</c:v>
                </c:pt>
                <c:pt idx="155">
                  <c:v>50.8</c:v>
                </c:pt>
                <c:pt idx="156">
                  <c:v>51</c:v>
                </c:pt>
                <c:pt idx="157">
                  <c:v>51.4</c:v>
                </c:pt>
                <c:pt idx="158">
                  <c:v>52</c:v>
                </c:pt>
                <c:pt idx="159">
                  <c:v>52.4</c:v>
                </c:pt>
                <c:pt idx="160">
                  <c:v>52.8</c:v>
                </c:pt>
                <c:pt idx="161">
                  <c:v>53.4</c:v>
                </c:pt>
                <c:pt idx="162">
                  <c:v>53.6</c:v>
                </c:pt>
                <c:pt idx="163">
                  <c:v>53.8</c:v>
                </c:pt>
                <c:pt idx="164">
                  <c:v>54.2</c:v>
                </c:pt>
                <c:pt idx="165">
                  <c:v>54.4</c:v>
                </c:pt>
                <c:pt idx="166">
                  <c:v>55.2</c:v>
                </c:pt>
                <c:pt idx="167">
                  <c:v>55.6</c:v>
                </c:pt>
                <c:pt idx="168">
                  <c:v>56</c:v>
                </c:pt>
                <c:pt idx="169">
                  <c:v>56.4</c:v>
                </c:pt>
                <c:pt idx="170">
                  <c:v>57</c:v>
                </c:pt>
                <c:pt idx="171">
                  <c:v>57.6</c:v>
                </c:pt>
                <c:pt idx="172">
                  <c:v>58.2</c:v>
                </c:pt>
                <c:pt idx="173">
                  <c:v>59</c:v>
                </c:pt>
                <c:pt idx="174">
                  <c:v>59</c:v>
                </c:pt>
                <c:pt idx="175">
                  <c:v>59.4</c:v>
                </c:pt>
                <c:pt idx="176">
                  <c:v>59.8</c:v>
                </c:pt>
                <c:pt idx="177">
                  <c:v>60.2</c:v>
                </c:pt>
                <c:pt idx="178">
                  <c:v>60.2</c:v>
                </c:pt>
                <c:pt idx="179">
                  <c:v>60.2</c:v>
                </c:pt>
                <c:pt idx="180">
                  <c:v>60.2</c:v>
                </c:pt>
                <c:pt idx="181">
                  <c:v>60.8</c:v>
                </c:pt>
                <c:pt idx="182">
                  <c:v>61</c:v>
                </c:pt>
                <c:pt idx="183">
                  <c:v>61.2</c:v>
                </c:pt>
                <c:pt idx="184">
                  <c:v>61.6</c:v>
                </c:pt>
                <c:pt idx="185">
                  <c:v>62</c:v>
                </c:pt>
                <c:pt idx="186">
                  <c:v>62.4</c:v>
                </c:pt>
                <c:pt idx="187">
                  <c:v>62.6</c:v>
                </c:pt>
                <c:pt idx="188">
                  <c:v>63.2</c:v>
                </c:pt>
                <c:pt idx="189">
                  <c:v>63.6</c:v>
                </c:pt>
                <c:pt idx="190">
                  <c:v>64.2</c:v>
                </c:pt>
                <c:pt idx="191">
                  <c:v>64.400000000000006</c:v>
                </c:pt>
                <c:pt idx="192">
                  <c:v>64.8</c:v>
                </c:pt>
                <c:pt idx="193">
                  <c:v>65.599999999999994</c:v>
                </c:pt>
                <c:pt idx="194">
                  <c:v>65.8</c:v>
                </c:pt>
                <c:pt idx="195">
                  <c:v>66</c:v>
                </c:pt>
                <c:pt idx="196">
                  <c:v>66.2</c:v>
                </c:pt>
                <c:pt idx="197">
                  <c:v>66.8</c:v>
                </c:pt>
                <c:pt idx="198">
                  <c:v>66.8</c:v>
                </c:pt>
                <c:pt idx="199">
                  <c:v>67.400000000000006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576-4AB1-8715-F369857B93C8}"/>
            </c:ext>
          </c:extLst>
        </c:ser>
        <c:ser>
          <c:idx val="6"/>
          <c:order val="6"/>
          <c:tx>
            <c:strRef>
              <c:f>save1!$FA$1618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save1!$FA$1619:$FA$1818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1.2</c:v>
                </c:pt>
                <c:pt idx="16">
                  <c:v>1.2</c:v>
                </c:pt>
                <c:pt idx="17">
                  <c:v>1.4</c:v>
                </c:pt>
                <c:pt idx="18">
                  <c:v>1.4</c:v>
                </c:pt>
                <c:pt idx="19">
                  <c:v>1.6</c:v>
                </c:pt>
                <c:pt idx="20">
                  <c:v>1.6</c:v>
                </c:pt>
                <c:pt idx="21">
                  <c:v>1.6</c:v>
                </c:pt>
                <c:pt idx="22">
                  <c:v>1.6</c:v>
                </c:pt>
                <c:pt idx="23">
                  <c:v>1.8</c:v>
                </c:pt>
                <c:pt idx="24">
                  <c:v>1.8</c:v>
                </c:pt>
                <c:pt idx="25">
                  <c:v>1.8</c:v>
                </c:pt>
                <c:pt idx="26">
                  <c:v>1.8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2.4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2.8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2.8</c:v>
                </c:pt>
                <c:pt idx="70">
                  <c:v>2.8</c:v>
                </c:pt>
                <c:pt idx="71">
                  <c:v>3</c:v>
                </c:pt>
                <c:pt idx="72">
                  <c:v>3</c:v>
                </c:pt>
                <c:pt idx="73">
                  <c:v>3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3</c:v>
                </c:pt>
                <c:pt idx="79">
                  <c:v>3.2</c:v>
                </c:pt>
                <c:pt idx="80">
                  <c:v>3.2</c:v>
                </c:pt>
                <c:pt idx="81">
                  <c:v>3.2</c:v>
                </c:pt>
                <c:pt idx="82">
                  <c:v>3.2</c:v>
                </c:pt>
                <c:pt idx="83">
                  <c:v>3.2</c:v>
                </c:pt>
                <c:pt idx="84">
                  <c:v>3.2</c:v>
                </c:pt>
                <c:pt idx="85">
                  <c:v>3.2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3.4</c:v>
                </c:pt>
                <c:pt idx="95">
                  <c:v>3.4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3.6</c:v>
                </c:pt>
                <c:pt idx="100">
                  <c:v>3.6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3.6</c:v>
                </c:pt>
                <c:pt idx="107">
                  <c:v>3.6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4</c:v>
                </c:pt>
                <c:pt idx="113">
                  <c:v>4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4.4000000000000004</c:v>
                </c:pt>
                <c:pt idx="121">
                  <c:v>4.4000000000000004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4.5999999999999996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5.2</c:v>
                </c:pt>
                <c:pt idx="151">
                  <c:v>5.2</c:v>
                </c:pt>
                <c:pt idx="152">
                  <c:v>5.2</c:v>
                </c:pt>
                <c:pt idx="153">
                  <c:v>5.2</c:v>
                </c:pt>
                <c:pt idx="154">
                  <c:v>5.4</c:v>
                </c:pt>
                <c:pt idx="155">
                  <c:v>5.6</c:v>
                </c:pt>
                <c:pt idx="156">
                  <c:v>5.6</c:v>
                </c:pt>
                <c:pt idx="157">
                  <c:v>5.8</c:v>
                </c:pt>
                <c:pt idx="158">
                  <c:v>5.8</c:v>
                </c:pt>
                <c:pt idx="159">
                  <c:v>5.8</c:v>
                </c:pt>
                <c:pt idx="160">
                  <c:v>5.8</c:v>
                </c:pt>
                <c:pt idx="161">
                  <c:v>5.8</c:v>
                </c:pt>
                <c:pt idx="162">
                  <c:v>6</c:v>
                </c:pt>
                <c:pt idx="163">
                  <c:v>6</c:v>
                </c:pt>
                <c:pt idx="164">
                  <c:v>6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</c:v>
                </c:pt>
                <c:pt idx="174">
                  <c:v>6</c:v>
                </c:pt>
                <c:pt idx="175">
                  <c:v>6.2</c:v>
                </c:pt>
                <c:pt idx="176">
                  <c:v>6.2</c:v>
                </c:pt>
                <c:pt idx="177">
                  <c:v>6.2</c:v>
                </c:pt>
                <c:pt idx="178">
                  <c:v>6.2</c:v>
                </c:pt>
                <c:pt idx="179">
                  <c:v>6.2</c:v>
                </c:pt>
                <c:pt idx="180">
                  <c:v>6.2</c:v>
                </c:pt>
                <c:pt idx="181">
                  <c:v>6.2</c:v>
                </c:pt>
                <c:pt idx="182">
                  <c:v>6.2</c:v>
                </c:pt>
                <c:pt idx="183">
                  <c:v>6.2</c:v>
                </c:pt>
                <c:pt idx="184">
                  <c:v>6.2</c:v>
                </c:pt>
                <c:pt idx="185">
                  <c:v>6.4</c:v>
                </c:pt>
                <c:pt idx="186">
                  <c:v>6.4</c:v>
                </c:pt>
                <c:pt idx="187">
                  <c:v>6.4</c:v>
                </c:pt>
                <c:pt idx="188">
                  <c:v>6.4</c:v>
                </c:pt>
                <c:pt idx="189">
                  <c:v>6.4</c:v>
                </c:pt>
                <c:pt idx="190">
                  <c:v>6.4</c:v>
                </c:pt>
                <c:pt idx="191">
                  <c:v>6.6</c:v>
                </c:pt>
                <c:pt idx="192">
                  <c:v>6.8</c:v>
                </c:pt>
                <c:pt idx="193">
                  <c:v>6.8</c:v>
                </c:pt>
                <c:pt idx="194">
                  <c:v>6.8</c:v>
                </c:pt>
                <c:pt idx="195">
                  <c:v>6.8</c:v>
                </c:pt>
                <c:pt idx="196">
                  <c:v>6.8</c:v>
                </c:pt>
                <c:pt idx="197">
                  <c:v>6.8</c:v>
                </c:pt>
                <c:pt idx="198">
                  <c:v>7</c:v>
                </c:pt>
                <c:pt idx="19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576-4AB1-8715-F369857B93C8}"/>
            </c:ext>
          </c:extLst>
        </c:ser>
        <c:ser>
          <c:idx val="7"/>
          <c:order val="7"/>
          <c:tx>
            <c:strRef>
              <c:f>save1!$FB$1618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save1!$FB$1619:$FB$1818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0.8</c:v>
                </c:pt>
                <c:pt idx="99">
                  <c:v>0.8</c:v>
                </c:pt>
                <c:pt idx="100">
                  <c:v>0.8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1.2</c:v>
                </c:pt>
                <c:pt idx="140">
                  <c:v>1.2</c:v>
                </c:pt>
                <c:pt idx="141">
                  <c:v>1.2</c:v>
                </c:pt>
                <c:pt idx="142">
                  <c:v>1.2</c:v>
                </c:pt>
                <c:pt idx="143">
                  <c:v>1.2</c:v>
                </c:pt>
                <c:pt idx="144">
                  <c:v>1.2</c:v>
                </c:pt>
                <c:pt idx="145">
                  <c:v>1.2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1.8</c:v>
                </c:pt>
                <c:pt idx="164">
                  <c:v>1.8</c:v>
                </c:pt>
                <c:pt idx="165">
                  <c:v>1.8</c:v>
                </c:pt>
                <c:pt idx="166">
                  <c:v>1.8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1.8</c:v>
                </c:pt>
                <c:pt idx="194">
                  <c:v>1.8</c:v>
                </c:pt>
                <c:pt idx="195">
                  <c:v>1.8</c:v>
                </c:pt>
                <c:pt idx="196">
                  <c:v>1.8</c:v>
                </c:pt>
                <c:pt idx="197">
                  <c:v>1.8</c:v>
                </c:pt>
                <c:pt idx="198">
                  <c:v>1.8</c:v>
                </c:pt>
                <c:pt idx="19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576-4AB1-8715-F369857B93C8}"/>
            </c:ext>
          </c:extLst>
        </c:ser>
        <c:ser>
          <c:idx val="8"/>
          <c:order val="8"/>
          <c:tx>
            <c:strRef>
              <c:f>save1!$FC$1618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save1!$FC$1619:$FC$1818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0.4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1.4</c:v>
                </c:pt>
                <c:pt idx="125">
                  <c:v>1.4</c:v>
                </c:pt>
                <c:pt idx="126">
                  <c:v>1.4</c:v>
                </c:pt>
                <c:pt idx="127">
                  <c:v>1.4</c:v>
                </c:pt>
                <c:pt idx="128">
                  <c:v>1.4</c:v>
                </c:pt>
                <c:pt idx="129">
                  <c:v>1.4</c:v>
                </c:pt>
                <c:pt idx="130">
                  <c:v>1.4</c:v>
                </c:pt>
                <c:pt idx="131">
                  <c:v>1.4</c:v>
                </c:pt>
                <c:pt idx="132">
                  <c:v>1.4</c:v>
                </c:pt>
                <c:pt idx="133">
                  <c:v>1.4</c:v>
                </c:pt>
                <c:pt idx="134">
                  <c:v>1.4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1.8</c:v>
                </c:pt>
                <c:pt idx="140">
                  <c:v>1.8</c:v>
                </c:pt>
                <c:pt idx="141">
                  <c:v>2</c:v>
                </c:pt>
                <c:pt idx="142">
                  <c:v>2</c:v>
                </c:pt>
                <c:pt idx="143">
                  <c:v>2.4</c:v>
                </c:pt>
                <c:pt idx="144">
                  <c:v>2.4</c:v>
                </c:pt>
                <c:pt idx="145">
                  <c:v>2.4</c:v>
                </c:pt>
                <c:pt idx="146">
                  <c:v>2.4</c:v>
                </c:pt>
                <c:pt idx="147">
                  <c:v>2.4</c:v>
                </c:pt>
                <c:pt idx="148">
                  <c:v>2.4</c:v>
                </c:pt>
                <c:pt idx="149">
                  <c:v>2.4</c:v>
                </c:pt>
                <c:pt idx="150">
                  <c:v>2.4</c:v>
                </c:pt>
                <c:pt idx="151">
                  <c:v>2.4</c:v>
                </c:pt>
                <c:pt idx="152">
                  <c:v>2.4</c:v>
                </c:pt>
                <c:pt idx="153">
                  <c:v>2.4</c:v>
                </c:pt>
                <c:pt idx="154">
                  <c:v>2.4</c:v>
                </c:pt>
                <c:pt idx="155">
                  <c:v>2.4</c:v>
                </c:pt>
                <c:pt idx="156">
                  <c:v>2.6</c:v>
                </c:pt>
                <c:pt idx="157">
                  <c:v>2.6</c:v>
                </c:pt>
                <c:pt idx="158">
                  <c:v>2.6</c:v>
                </c:pt>
                <c:pt idx="159">
                  <c:v>2.6</c:v>
                </c:pt>
                <c:pt idx="160">
                  <c:v>2.8</c:v>
                </c:pt>
                <c:pt idx="161">
                  <c:v>2.8</c:v>
                </c:pt>
                <c:pt idx="162">
                  <c:v>2.8</c:v>
                </c:pt>
                <c:pt idx="163">
                  <c:v>3.2</c:v>
                </c:pt>
                <c:pt idx="164">
                  <c:v>3.2</c:v>
                </c:pt>
                <c:pt idx="165">
                  <c:v>3.2</c:v>
                </c:pt>
                <c:pt idx="166">
                  <c:v>3.2</c:v>
                </c:pt>
                <c:pt idx="167">
                  <c:v>3.2</c:v>
                </c:pt>
                <c:pt idx="168">
                  <c:v>3.2</c:v>
                </c:pt>
                <c:pt idx="169">
                  <c:v>3.2</c:v>
                </c:pt>
                <c:pt idx="170">
                  <c:v>3.2</c:v>
                </c:pt>
                <c:pt idx="171">
                  <c:v>3.2</c:v>
                </c:pt>
                <c:pt idx="172">
                  <c:v>3.2</c:v>
                </c:pt>
                <c:pt idx="173">
                  <c:v>3.2</c:v>
                </c:pt>
                <c:pt idx="174">
                  <c:v>3.2</c:v>
                </c:pt>
                <c:pt idx="175">
                  <c:v>3.2</c:v>
                </c:pt>
                <c:pt idx="176">
                  <c:v>3.2</c:v>
                </c:pt>
                <c:pt idx="177">
                  <c:v>3.6</c:v>
                </c:pt>
                <c:pt idx="178">
                  <c:v>3.6</c:v>
                </c:pt>
                <c:pt idx="179">
                  <c:v>3.6</c:v>
                </c:pt>
                <c:pt idx="180">
                  <c:v>3.8</c:v>
                </c:pt>
                <c:pt idx="181">
                  <c:v>3.8</c:v>
                </c:pt>
                <c:pt idx="182">
                  <c:v>3.8</c:v>
                </c:pt>
                <c:pt idx="183">
                  <c:v>3.8</c:v>
                </c:pt>
                <c:pt idx="184">
                  <c:v>3.8</c:v>
                </c:pt>
                <c:pt idx="185">
                  <c:v>3.8</c:v>
                </c:pt>
                <c:pt idx="186">
                  <c:v>3.8</c:v>
                </c:pt>
                <c:pt idx="187">
                  <c:v>3.8</c:v>
                </c:pt>
                <c:pt idx="188">
                  <c:v>3.8</c:v>
                </c:pt>
                <c:pt idx="189">
                  <c:v>3.8</c:v>
                </c:pt>
                <c:pt idx="190">
                  <c:v>4.2</c:v>
                </c:pt>
                <c:pt idx="191">
                  <c:v>4.4000000000000004</c:v>
                </c:pt>
                <c:pt idx="192">
                  <c:v>4.4000000000000004</c:v>
                </c:pt>
                <c:pt idx="193">
                  <c:v>4.4000000000000004</c:v>
                </c:pt>
                <c:pt idx="194">
                  <c:v>4.4000000000000004</c:v>
                </c:pt>
                <c:pt idx="195">
                  <c:v>4.5999999999999996</c:v>
                </c:pt>
                <c:pt idx="196">
                  <c:v>4.5999999999999996</c:v>
                </c:pt>
                <c:pt idx="197">
                  <c:v>4.5999999999999996</c:v>
                </c:pt>
                <c:pt idx="198">
                  <c:v>4.5999999999999996</c:v>
                </c:pt>
                <c:pt idx="199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576-4AB1-8715-F369857B93C8}"/>
            </c:ext>
          </c:extLst>
        </c:ser>
        <c:ser>
          <c:idx val="9"/>
          <c:order val="9"/>
          <c:tx>
            <c:strRef>
              <c:f>save1!$FD$1618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save1!$FD$1619:$FD$1818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1.2</c:v>
                </c:pt>
                <c:pt idx="39">
                  <c:v>1.4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1.8</c:v>
                </c:pt>
                <c:pt idx="68">
                  <c:v>1.8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2.2000000000000002</c:v>
                </c:pt>
                <c:pt idx="74">
                  <c:v>2.4</c:v>
                </c:pt>
                <c:pt idx="75">
                  <c:v>2.4</c:v>
                </c:pt>
                <c:pt idx="76">
                  <c:v>2.4</c:v>
                </c:pt>
                <c:pt idx="77">
                  <c:v>2.4</c:v>
                </c:pt>
                <c:pt idx="78">
                  <c:v>2.4</c:v>
                </c:pt>
                <c:pt idx="79">
                  <c:v>2.6</c:v>
                </c:pt>
                <c:pt idx="80">
                  <c:v>2.6</c:v>
                </c:pt>
                <c:pt idx="81">
                  <c:v>2.6</c:v>
                </c:pt>
                <c:pt idx="82">
                  <c:v>3</c:v>
                </c:pt>
                <c:pt idx="83">
                  <c:v>3</c:v>
                </c:pt>
                <c:pt idx="84">
                  <c:v>3.2</c:v>
                </c:pt>
                <c:pt idx="85">
                  <c:v>3.2</c:v>
                </c:pt>
                <c:pt idx="86">
                  <c:v>3.2</c:v>
                </c:pt>
                <c:pt idx="87">
                  <c:v>3.4</c:v>
                </c:pt>
                <c:pt idx="88">
                  <c:v>3.4</c:v>
                </c:pt>
                <c:pt idx="89">
                  <c:v>3.6</c:v>
                </c:pt>
                <c:pt idx="90">
                  <c:v>3.6</c:v>
                </c:pt>
                <c:pt idx="91">
                  <c:v>3.6</c:v>
                </c:pt>
                <c:pt idx="92">
                  <c:v>3.6</c:v>
                </c:pt>
                <c:pt idx="93">
                  <c:v>3.6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3.6</c:v>
                </c:pt>
                <c:pt idx="99">
                  <c:v>3.6</c:v>
                </c:pt>
                <c:pt idx="100">
                  <c:v>3.8</c:v>
                </c:pt>
                <c:pt idx="101">
                  <c:v>4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4.2</c:v>
                </c:pt>
                <c:pt idx="112">
                  <c:v>4.2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4.2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4.2</c:v>
                </c:pt>
                <c:pt idx="125">
                  <c:v>4.2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4.4000000000000004</c:v>
                </c:pt>
                <c:pt idx="146">
                  <c:v>4.4000000000000004</c:v>
                </c:pt>
                <c:pt idx="147">
                  <c:v>4.4000000000000004</c:v>
                </c:pt>
                <c:pt idx="148">
                  <c:v>4.4000000000000004</c:v>
                </c:pt>
                <c:pt idx="149">
                  <c:v>4.4000000000000004</c:v>
                </c:pt>
                <c:pt idx="150">
                  <c:v>4.4000000000000004</c:v>
                </c:pt>
                <c:pt idx="151">
                  <c:v>4.4000000000000004</c:v>
                </c:pt>
                <c:pt idx="152">
                  <c:v>4.4000000000000004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4.5999999999999996</c:v>
                </c:pt>
                <c:pt idx="167">
                  <c:v>4.5999999999999996</c:v>
                </c:pt>
                <c:pt idx="168">
                  <c:v>4.5999999999999996</c:v>
                </c:pt>
                <c:pt idx="169">
                  <c:v>4.5999999999999996</c:v>
                </c:pt>
                <c:pt idx="170">
                  <c:v>4.5999999999999996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4.8</c:v>
                </c:pt>
                <c:pt idx="178">
                  <c:v>4.8</c:v>
                </c:pt>
                <c:pt idx="179">
                  <c:v>4.8</c:v>
                </c:pt>
                <c:pt idx="180">
                  <c:v>4.8</c:v>
                </c:pt>
                <c:pt idx="181">
                  <c:v>4.8</c:v>
                </c:pt>
                <c:pt idx="182">
                  <c:v>4.8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5.2</c:v>
                </c:pt>
                <c:pt idx="196">
                  <c:v>5.2</c:v>
                </c:pt>
                <c:pt idx="197">
                  <c:v>5.2</c:v>
                </c:pt>
                <c:pt idx="198">
                  <c:v>5.2</c:v>
                </c:pt>
                <c:pt idx="199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576-4AB1-8715-F369857B93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2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Control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save1!$EU$3:$EU$202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1.6</c:v>
                </c:pt>
                <c:pt idx="3">
                  <c:v>2.4</c:v>
                </c:pt>
                <c:pt idx="4">
                  <c:v>3.4</c:v>
                </c:pt>
                <c:pt idx="5">
                  <c:v>3.4</c:v>
                </c:pt>
                <c:pt idx="6">
                  <c:v>3.4</c:v>
                </c:pt>
                <c:pt idx="7">
                  <c:v>3.4</c:v>
                </c:pt>
                <c:pt idx="8">
                  <c:v>3.4</c:v>
                </c:pt>
                <c:pt idx="9">
                  <c:v>4</c:v>
                </c:pt>
                <c:pt idx="10">
                  <c:v>5.6</c:v>
                </c:pt>
                <c:pt idx="11">
                  <c:v>5.6</c:v>
                </c:pt>
                <c:pt idx="12">
                  <c:v>5.6</c:v>
                </c:pt>
                <c:pt idx="13">
                  <c:v>5.8</c:v>
                </c:pt>
                <c:pt idx="14">
                  <c:v>6.4</c:v>
                </c:pt>
                <c:pt idx="15">
                  <c:v>7</c:v>
                </c:pt>
                <c:pt idx="16">
                  <c:v>7.6</c:v>
                </c:pt>
                <c:pt idx="17">
                  <c:v>7.8</c:v>
                </c:pt>
                <c:pt idx="18">
                  <c:v>8</c:v>
                </c:pt>
                <c:pt idx="19">
                  <c:v>9.6</c:v>
                </c:pt>
                <c:pt idx="20">
                  <c:v>11.2</c:v>
                </c:pt>
                <c:pt idx="21">
                  <c:v>11.2</c:v>
                </c:pt>
                <c:pt idx="22">
                  <c:v>11.6</c:v>
                </c:pt>
                <c:pt idx="23">
                  <c:v>11.6</c:v>
                </c:pt>
                <c:pt idx="24">
                  <c:v>11.8</c:v>
                </c:pt>
                <c:pt idx="25">
                  <c:v>11.8</c:v>
                </c:pt>
                <c:pt idx="26">
                  <c:v>12.6</c:v>
                </c:pt>
                <c:pt idx="27">
                  <c:v>13.4</c:v>
                </c:pt>
                <c:pt idx="28">
                  <c:v>13.4</c:v>
                </c:pt>
                <c:pt idx="29">
                  <c:v>14</c:v>
                </c:pt>
                <c:pt idx="30">
                  <c:v>14</c:v>
                </c:pt>
                <c:pt idx="31">
                  <c:v>14.2</c:v>
                </c:pt>
                <c:pt idx="32">
                  <c:v>14.8</c:v>
                </c:pt>
                <c:pt idx="33">
                  <c:v>15.4</c:v>
                </c:pt>
                <c:pt idx="34">
                  <c:v>15.6</c:v>
                </c:pt>
                <c:pt idx="35">
                  <c:v>15.8</c:v>
                </c:pt>
                <c:pt idx="36">
                  <c:v>16</c:v>
                </c:pt>
                <c:pt idx="37">
                  <c:v>16</c:v>
                </c:pt>
                <c:pt idx="38">
                  <c:v>17.2</c:v>
                </c:pt>
                <c:pt idx="39">
                  <c:v>17.2</c:v>
                </c:pt>
                <c:pt idx="40">
                  <c:v>18</c:v>
                </c:pt>
                <c:pt idx="41">
                  <c:v>18</c:v>
                </c:pt>
                <c:pt idx="42">
                  <c:v>18</c:v>
                </c:pt>
                <c:pt idx="43">
                  <c:v>19.2</c:v>
                </c:pt>
                <c:pt idx="44">
                  <c:v>19.399999999999999</c:v>
                </c:pt>
                <c:pt idx="45">
                  <c:v>19.600000000000001</c:v>
                </c:pt>
                <c:pt idx="46">
                  <c:v>19.600000000000001</c:v>
                </c:pt>
                <c:pt idx="47">
                  <c:v>19.600000000000001</c:v>
                </c:pt>
                <c:pt idx="48">
                  <c:v>19.8</c:v>
                </c:pt>
                <c:pt idx="49">
                  <c:v>19.8</c:v>
                </c:pt>
                <c:pt idx="50">
                  <c:v>20</c:v>
                </c:pt>
                <c:pt idx="51">
                  <c:v>21.6</c:v>
                </c:pt>
                <c:pt idx="52">
                  <c:v>21.6</c:v>
                </c:pt>
                <c:pt idx="53">
                  <c:v>21.8</c:v>
                </c:pt>
                <c:pt idx="54">
                  <c:v>24</c:v>
                </c:pt>
                <c:pt idx="55">
                  <c:v>24.4</c:v>
                </c:pt>
                <c:pt idx="56">
                  <c:v>24.4</c:v>
                </c:pt>
                <c:pt idx="57">
                  <c:v>24.6</c:v>
                </c:pt>
                <c:pt idx="58">
                  <c:v>25.2</c:v>
                </c:pt>
                <c:pt idx="59">
                  <c:v>28.2</c:v>
                </c:pt>
                <c:pt idx="60">
                  <c:v>28.4</c:v>
                </c:pt>
                <c:pt idx="61">
                  <c:v>30</c:v>
                </c:pt>
                <c:pt idx="62">
                  <c:v>30.4</c:v>
                </c:pt>
                <c:pt idx="63">
                  <c:v>31.2</c:v>
                </c:pt>
                <c:pt idx="64">
                  <c:v>32</c:v>
                </c:pt>
                <c:pt idx="65">
                  <c:v>32.6</c:v>
                </c:pt>
                <c:pt idx="66">
                  <c:v>32.6</c:v>
                </c:pt>
                <c:pt idx="67">
                  <c:v>32.6</c:v>
                </c:pt>
                <c:pt idx="68">
                  <c:v>33.200000000000003</c:v>
                </c:pt>
                <c:pt idx="69">
                  <c:v>34.4</c:v>
                </c:pt>
                <c:pt idx="70">
                  <c:v>34.4</c:v>
                </c:pt>
                <c:pt idx="71">
                  <c:v>34.4</c:v>
                </c:pt>
                <c:pt idx="72">
                  <c:v>34.4</c:v>
                </c:pt>
                <c:pt idx="73">
                  <c:v>38.6</c:v>
                </c:pt>
                <c:pt idx="74">
                  <c:v>38.6</c:v>
                </c:pt>
                <c:pt idx="75">
                  <c:v>38.799999999999997</c:v>
                </c:pt>
                <c:pt idx="76">
                  <c:v>39</c:v>
                </c:pt>
                <c:pt idx="77">
                  <c:v>40.4</c:v>
                </c:pt>
                <c:pt idx="78">
                  <c:v>40.799999999999997</c:v>
                </c:pt>
                <c:pt idx="79">
                  <c:v>41</c:v>
                </c:pt>
                <c:pt idx="80">
                  <c:v>41</c:v>
                </c:pt>
                <c:pt idx="81">
                  <c:v>42</c:v>
                </c:pt>
                <c:pt idx="82">
                  <c:v>43.4</c:v>
                </c:pt>
                <c:pt idx="83">
                  <c:v>43.4</c:v>
                </c:pt>
                <c:pt idx="84">
                  <c:v>43.6</c:v>
                </c:pt>
                <c:pt idx="85">
                  <c:v>44.6</c:v>
                </c:pt>
                <c:pt idx="86">
                  <c:v>44.6</c:v>
                </c:pt>
                <c:pt idx="87">
                  <c:v>44.8</c:v>
                </c:pt>
                <c:pt idx="88">
                  <c:v>45.4</c:v>
                </c:pt>
                <c:pt idx="89">
                  <c:v>46</c:v>
                </c:pt>
                <c:pt idx="90">
                  <c:v>46</c:v>
                </c:pt>
                <c:pt idx="91">
                  <c:v>47.4</c:v>
                </c:pt>
                <c:pt idx="92">
                  <c:v>47.6</c:v>
                </c:pt>
                <c:pt idx="93">
                  <c:v>48.8</c:v>
                </c:pt>
                <c:pt idx="94">
                  <c:v>49</c:v>
                </c:pt>
                <c:pt idx="95">
                  <c:v>49.8</c:v>
                </c:pt>
                <c:pt idx="96">
                  <c:v>52.6</c:v>
                </c:pt>
                <c:pt idx="97">
                  <c:v>52.6</c:v>
                </c:pt>
                <c:pt idx="98">
                  <c:v>55</c:v>
                </c:pt>
                <c:pt idx="99">
                  <c:v>55.8</c:v>
                </c:pt>
                <c:pt idx="100">
                  <c:v>55.8</c:v>
                </c:pt>
                <c:pt idx="101">
                  <c:v>58.2</c:v>
                </c:pt>
                <c:pt idx="102">
                  <c:v>60.8</c:v>
                </c:pt>
                <c:pt idx="103">
                  <c:v>61</c:v>
                </c:pt>
                <c:pt idx="104">
                  <c:v>61.2</c:v>
                </c:pt>
                <c:pt idx="105">
                  <c:v>61.4</c:v>
                </c:pt>
                <c:pt idx="106">
                  <c:v>61.6</c:v>
                </c:pt>
                <c:pt idx="107">
                  <c:v>62</c:v>
                </c:pt>
                <c:pt idx="108">
                  <c:v>62</c:v>
                </c:pt>
                <c:pt idx="109">
                  <c:v>62</c:v>
                </c:pt>
                <c:pt idx="110">
                  <c:v>62.4</c:v>
                </c:pt>
                <c:pt idx="111">
                  <c:v>62.4</c:v>
                </c:pt>
                <c:pt idx="112">
                  <c:v>62.4</c:v>
                </c:pt>
                <c:pt idx="113">
                  <c:v>62.8</c:v>
                </c:pt>
                <c:pt idx="114">
                  <c:v>62.8</c:v>
                </c:pt>
                <c:pt idx="115">
                  <c:v>64.400000000000006</c:v>
                </c:pt>
                <c:pt idx="116">
                  <c:v>65</c:v>
                </c:pt>
                <c:pt idx="117">
                  <c:v>66.599999999999994</c:v>
                </c:pt>
                <c:pt idx="118">
                  <c:v>66.599999999999994</c:v>
                </c:pt>
                <c:pt idx="119">
                  <c:v>66.599999999999994</c:v>
                </c:pt>
                <c:pt idx="120">
                  <c:v>67.400000000000006</c:v>
                </c:pt>
                <c:pt idx="121">
                  <c:v>68</c:v>
                </c:pt>
                <c:pt idx="122">
                  <c:v>68</c:v>
                </c:pt>
                <c:pt idx="123">
                  <c:v>68.8</c:v>
                </c:pt>
                <c:pt idx="124">
                  <c:v>68.8</c:v>
                </c:pt>
                <c:pt idx="125">
                  <c:v>68.8</c:v>
                </c:pt>
                <c:pt idx="126">
                  <c:v>70.8</c:v>
                </c:pt>
                <c:pt idx="127">
                  <c:v>70.8</c:v>
                </c:pt>
                <c:pt idx="128">
                  <c:v>70.8</c:v>
                </c:pt>
                <c:pt idx="129">
                  <c:v>72</c:v>
                </c:pt>
                <c:pt idx="130">
                  <c:v>72</c:v>
                </c:pt>
                <c:pt idx="131">
                  <c:v>72</c:v>
                </c:pt>
                <c:pt idx="132">
                  <c:v>72</c:v>
                </c:pt>
                <c:pt idx="133">
                  <c:v>73.400000000000006</c:v>
                </c:pt>
                <c:pt idx="134">
                  <c:v>73.400000000000006</c:v>
                </c:pt>
                <c:pt idx="135">
                  <c:v>74.2</c:v>
                </c:pt>
                <c:pt idx="136">
                  <c:v>74.599999999999994</c:v>
                </c:pt>
                <c:pt idx="137">
                  <c:v>74.8</c:v>
                </c:pt>
                <c:pt idx="138">
                  <c:v>74.8</c:v>
                </c:pt>
                <c:pt idx="139">
                  <c:v>76.400000000000006</c:v>
                </c:pt>
                <c:pt idx="140">
                  <c:v>78.400000000000006</c:v>
                </c:pt>
                <c:pt idx="141">
                  <c:v>78.400000000000006</c:v>
                </c:pt>
                <c:pt idx="142">
                  <c:v>80.2</c:v>
                </c:pt>
                <c:pt idx="143">
                  <c:v>81.400000000000006</c:v>
                </c:pt>
                <c:pt idx="144">
                  <c:v>81.599999999999994</c:v>
                </c:pt>
                <c:pt idx="145">
                  <c:v>81.8</c:v>
                </c:pt>
                <c:pt idx="146">
                  <c:v>82.2</c:v>
                </c:pt>
                <c:pt idx="147">
                  <c:v>83</c:v>
                </c:pt>
                <c:pt idx="148">
                  <c:v>83.6</c:v>
                </c:pt>
                <c:pt idx="149">
                  <c:v>83.6</c:v>
                </c:pt>
                <c:pt idx="150">
                  <c:v>84</c:v>
                </c:pt>
                <c:pt idx="151">
                  <c:v>85.6</c:v>
                </c:pt>
                <c:pt idx="152">
                  <c:v>85.8</c:v>
                </c:pt>
                <c:pt idx="153">
                  <c:v>86</c:v>
                </c:pt>
                <c:pt idx="154">
                  <c:v>86.4</c:v>
                </c:pt>
                <c:pt idx="155">
                  <c:v>87.6</c:v>
                </c:pt>
                <c:pt idx="156">
                  <c:v>88</c:v>
                </c:pt>
                <c:pt idx="157">
                  <c:v>88.2</c:v>
                </c:pt>
                <c:pt idx="158">
                  <c:v>88.2</c:v>
                </c:pt>
                <c:pt idx="159">
                  <c:v>88.8</c:v>
                </c:pt>
                <c:pt idx="160">
                  <c:v>89.4</c:v>
                </c:pt>
                <c:pt idx="161">
                  <c:v>89.8</c:v>
                </c:pt>
                <c:pt idx="162">
                  <c:v>89.8</c:v>
                </c:pt>
                <c:pt idx="163">
                  <c:v>90</c:v>
                </c:pt>
                <c:pt idx="164">
                  <c:v>90</c:v>
                </c:pt>
                <c:pt idx="165">
                  <c:v>90.8</c:v>
                </c:pt>
                <c:pt idx="166">
                  <c:v>91</c:v>
                </c:pt>
                <c:pt idx="167">
                  <c:v>91.4</c:v>
                </c:pt>
                <c:pt idx="168">
                  <c:v>92.6</c:v>
                </c:pt>
                <c:pt idx="169">
                  <c:v>93.8</c:v>
                </c:pt>
                <c:pt idx="170">
                  <c:v>95</c:v>
                </c:pt>
                <c:pt idx="171">
                  <c:v>97</c:v>
                </c:pt>
                <c:pt idx="172">
                  <c:v>97</c:v>
                </c:pt>
                <c:pt idx="173">
                  <c:v>98.4</c:v>
                </c:pt>
                <c:pt idx="174">
                  <c:v>99.8</c:v>
                </c:pt>
                <c:pt idx="175">
                  <c:v>100.2</c:v>
                </c:pt>
                <c:pt idx="176">
                  <c:v>101.2</c:v>
                </c:pt>
                <c:pt idx="177">
                  <c:v>103</c:v>
                </c:pt>
                <c:pt idx="178">
                  <c:v>103.6</c:v>
                </c:pt>
                <c:pt idx="179">
                  <c:v>104</c:v>
                </c:pt>
                <c:pt idx="180">
                  <c:v>105.6</c:v>
                </c:pt>
                <c:pt idx="181">
                  <c:v>106</c:v>
                </c:pt>
                <c:pt idx="182">
                  <c:v>106.6</c:v>
                </c:pt>
                <c:pt idx="183">
                  <c:v>106.8</c:v>
                </c:pt>
                <c:pt idx="184">
                  <c:v>107</c:v>
                </c:pt>
                <c:pt idx="185">
                  <c:v>108</c:v>
                </c:pt>
                <c:pt idx="186">
                  <c:v>108</c:v>
                </c:pt>
                <c:pt idx="187">
                  <c:v>108</c:v>
                </c:pt>
                <c:pt idx="188">
                  <c:v>109.4</c:v>
                </c:pt>
                <c:pt idx="189">
                  <c:v>110</c:v>
                </c:pt>
                <c:pt idx="190">
                  <c:v>110</c:v>
                </c:pt>
                <c:pt idx="191">
                  <c:v>112.8</c:v>
                </c:pt>
                <c:pt idx="192">
                  <c:v>113</c:v>
                </c:pt>
                <c:pt idx="193">
                  <c:v>113</c:v>
                </c:pt>
                <c:pt idx="194">
                  <c:v>113.6</c:v>
                </c:pt>
                <c:pt idx="195">
                  <c:v>114</c:v>
                </c:pt>
                <c:pt idx="196">
                  <c:v>114.6</c:v>
                </c:pt>
                <c:pt idx="197">
                  <c:v>117.4</c:v>
                </c:pt>
                <c:pt idx="198">
                  <c:v>119.2</c:v>
                </c:pt>
                <c:pt idx="199">
                  <c:v>119.2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B-45A6-9758-DD940292E5C7}"/>
            </c:ext>
          </c:extLst>
        </c:ser>
        <c:ser>
          <c:idx val="1"/>
          <c:order val="1"/>
          <c:tx>
            <c:strRef>
              <c:f>save1!$EV$2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save1!$EV$3:$EV$202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0.6</c:v>
                </c:pt>
                <c:pt idx="5">
                  <c:v>1.4</c:v>
                </c:pt>
                <c:pt idx="6">
                  <c:v>1.6</c:v>
                </c:pt>
                <c:pt idx="7">
                  <c:v>1.8</c:v>
                </c:pt>
                <c:pt idx="8">
                  <c:v>2.2000000000000002</c:v>
                </c:pt>
                <c:pt idx="9">
                  <c:v>2.4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3.4</c:v>
                </c:pt>
                <c:pt idx="16">
                  <c:v>3.6</c:v>
                </c:pt>
                <c:pt idx="17">
                  <c:v>3.6</c:v>
                </c:pt>
                <c:pt idx="18">
                  <c:v>4</c:v>
                </c:pt>
                <c:pt idx="19">
                  <c:v>4.4000000000000004</c:v>
                </c:pt>
                <c:pt idx="20">
                  <c:v>4.5999999999999996</c:v>
                </c:pt>
                <c:pt idx="21">
                  <c:v>4.8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5.2</c:v>
                </c:pt>
                <c:pt idx="27">
                  <c:v>5.6</c:v>
                </c:pt>
                <c:pt idx="28">
                  <c:v>5.6</c:v>
                </c:pt>
                <c:pt idx="29">
                  <c:v>5.8</c:v>
                </c:pt>
                <c:pt idx="30">
                  <c:v>6.2</c:v>
                </c:pt>
                <c:pt idx="31">
                  <c:v>6.2</c:v>
                </c:pt>
                <c:pt idx="32">
                  <c:v>6.4</c:v>
                </c:pt>
                <c:pt idx="33">
                  <c:v>7</c:v>
                </c:pt>
                <c:pt idx="34">
                  <c:v>7</c:v>
                </c:pt>
                <c:pt idx="35">
                  <c:v>7</c:v>
                </c:pt>
                <c:pt idx="36">
                  <c:v>7</c:v>
                </c:pt>
                <c:pt idx="37">
                  <c:v>7.4</c:v>
                </c:pt>
                <c:pt idx="38">
                  <c:v>7.8</c:v>
                </c:pt>
                <c:pt idx="39">
                  <c:v>8</c:v>
                </c:pt>
                <c:pt idx="40">
                  <c:v>8.1999999999999993</c:v>
                </c:pt>
                <c:pt idx="41">
                  <c:v>8.4</c:v>
                </c:pt>
                <c:pt idx="42">
                  <c:v>8.6</c:v>
                </c:pt>
                <c:pt idx="43">
                  <c:v>8.8000000000000007</c:v>
                </c:pt>
                <c:pt idx="44">
                  <c:v>9</c:v>
                </c:pt>
                <c:pt idx="45">
                  <c:v>9.1999999999999993</c:v>
                </c:pt>
                <c:pt idx="46">
                  <c:v>9.4</c:v>
                </c:pt>
                <c:pt idx="47">
                  <c:v>9.4</c:v>
                </c:pt>
                <c:pt idx="48">
                  <c:v>9.4</c:v>
                </c:pt>
                <c:pt idx="49">
                  <c:v>9.4</c:v>
                </c:pt>
                <c:pt idx="50">
                  <c:v>9.4</c:v>
                </c:pt>
                <c:pt idx="51">
                  <c:v>9.8000000000000007</c:v>
                </c:pt>
                <c:pt idx="52">
                  <c:v>9.8000000000000007</c:v>
                </c:pt>
                <c:pt idx="53">
                  <c:v>10</c:v>
                </c:pt>
                <c:pt idx="54">
                  <c:v>10.8</c:v>
                </c:pt>
                <c:pt idx="55">
                  <c:v>11.2</c:v>
                </c:pt>
                <c:pt idx="56">
                  <c:v>11.2</c:v>
                </c:pt>
                <c:pt idx="57">
                  <c:v>11.2</c:v>
                </c:pt>
                <c:pt idx="58">
                  <c:v>11.4</c:v>
                </c:pt>
                <c:pt idx="59">
                  <c:v>11.6</c:v>
                </c:pt>
                <c:pt idx="60">
                  <c:v>11.6</c:v>
                </c:pt>
                <c:pt idx="61">
                  <c:v>11.8</c:v>
                </c:pt>
                <c:pt idx="62">
                  <c:v>12</c:v>
                </c:pt>
                <c:pt idx="63">
                  <c:v>12.2</c:v>
                </c:pt>
                <c:pt idx="64">
                  <c:v>12.6</c:v>
                </c:pt>
                <c:pt idx="65">
                  <c:v>13.2</c:v>
                </c:pt>
                <c:pt idx="66">
                  <c:v>13.2</c:v>
                </c:pt>
                <c:pt idx="67">
                  <c:v>13.4</c:v>
                </c:pt>
                <c:pt idx="68">
                  <c:v>13.6</c:v>
                </c:pt>
                <c:pt idx="69">
                  <c:v>14</c:v>
                </c:pt>
                <c:pt idx="70">
                  <c:v>14</c:v>
                </c:pt>
                <c:pt idx="71">
                  <c:v>14.2</c:v>
                </c:pt>
                <c:pt idx="72">
                  <c:v>14.4</c:v>
                </c:pt>
                <c:pt idx="73">
                  <c:v>14.6</c:v>
                </c:pt>
                <c:pt idx="74">
                  <c:v>14.6</c:v>
                </c:pt>
                <c:pt idx="75">
                  <c:v>14.8</c:v>
                </c:pt>
                <c:pt idx="76">
                  <c:v>14.8</c:v>
                </c:pt>
                <c:pt idx="77">
                  <c:v>14.8</c:v>
                </c:pt>
                <c:pt idx="78">
                  <c:v>14.8</c:v>
                </c:pt>
                <c:pt idx="79">
                  <c:v>14.8</c:v>
                </c:pt>
                <c:pt idx="80">
                  <c:v>14.8</c:v>
                </c:pt>
                <c:pt idx="81">
                  <c:v>14.8</c:v>
                </c:pt>
                <c:pt idx="82">
                  <c:v>15</c:v>
                </c:pt>
                <c:pt idx="83">
                  <c:v>15</c:v>
                </c:pt>
                <c:pt idx="84">
                  <c:v>15.2</c:v>
                </c:pt>
                <c:pt idx="85">
                  <c:v>15.4</c:v>
                </c:pt>
                <c:pt idx="86">
                  <c:v>15.6</c:v>
                </c:pt>
                <c:pt idx="87">
                  <c:v>15.8</c:v>
                </c:pt>
                <c:pt idx="88">
                  <c:v>16.2</c:v>
                </c:pt>
                <c:pt idx="89">
                  <c:v>16.399999999999999</c:v>
                </c:pt>
                <c:pt idx="90">
                  <c:v>16.600000000000001</c:v>
                </c:pt>
                <c:pt idx="91">
                  <c:v>16.600000000000001</c:v>
                </c:pt>
                <c:pt idx="92">
                  <c:v>17</c:v>
                </c:pt>
                <c:pt idx="93">
                  <c:v>17.2</c:v>
                </c:pt>
                <c:pt idx="94">
                  <c:v>17.8</c:v>
                </c:pt>
                <c:pt idx="95">
                  <c:v>17.8</c:v>
                </c:pt>
                <c:pt idx="96">
                  <c:v>18</c:v>
                </c:pt>
                <c:pt idx="97">
                  <c:v>18.2</c:v>
                </c:pt>
                <c:pt idx="98">
                  <c:v>18.2</c:v>
                </c:pt>
                <c:pt idx="99">
                  <c:v>18.8</c:v>
                </c:pt>
                <c:pt idx="100">
                  <c:v>18.8</c:v>
                </c:pt>
                <c:pt idx="101">
                  <c:v>19.2</c:v>
                </c:pt>
                <c:pt idx="102">
                  <c:v>19.600000000000001</c:v>
                </c:pt>
                <c:pt idx="103">
                  <c:v>19.600000000000001</c:v>
                </c:pt>
                <c:pt idx="104">
                  <c:v>19.600000000000001</c:v>
                </c:pt>
                <c:pt idx="105">
                  <c:v>19.8</c:v>
                </c:pt>
                <c:pt idx="106">
                  <c:v>20</c:v>
                </c:pt>
                <c:pt idx="107">
                  <c:v>20.399999999999999</c:v>
                </c:pt>
                <c:pt idx="108">
                  <c:v>20.399999999999999</c:v>
                </c:pt>
                <c:pt idx="109">
                  <c:v>20.8</c:v>
                </c:pt>
                <c:pt idx="110">
                  <c:v>21</c:v>
                </c:pt>
                <c:pt idx="111">
                  <c:v>21.2</c:v>
                </c:pt>
                <c:pt idx="112">
                  <c:v>21.4</c:v>
                </c:pt>
                <c:pt idx="113">
                  <c:v>21.4</c:v>
                </c:pt>
                <c:pt idx="114">
                  <c:v>21.4</c:v>
                </c:pt>
                <c:pt idx="115">
                  <c:v>22</c:v>
                </c:pt>
                <c:pt idx="116">
                  <c:v>22.2</c:v>
                </c:pt>
                <c:pt idx="117">
                  <c:v>22.4</c:v>
                </c:pt>
                <c:pt idx="118">
                  <c:v>22.4</c:v>
                </c:pt>
                <c:pt idx="119">
                  <c:v>22.4</c:v>
                </c:pt>
                <c:pt idx="120">
                  <c:v>22.4</c:v>
                </c:pt>
                <c:pt idx="121">
                  <c:v>22.4</c:v>
                </c:pt>
                <c:pt idx="122">
                  <c:v>22.6</c:v>
                </c:pt>
                <c:pt idx="123">
                  <c:v>22.6</c:v>
                </c:pt>
                <c:pt idx="124">
                  <c:v>22.6</c:v>
                </c:pt>
                <c:pt idx="125">
                  <c:v>23</c:v>
                </c:pt>
                <c:pt idx="126">
                  <c:v>23.4</c:v>
                </c:pt>
                <c:pt idx="127">
                  <c:v>23.4</c:v>
                </c:pt>
                <c:pt idx="128">
                  <c:v>23.6</c:v>
                </c:pt>
                <c:pt idx="129">
                  <c:v>24.2</c:v>
                </c:pt>
                <c:pt idx="130">
                  <c:v>24.6</c:v>
                </c:pt>
                <c:pt idx="131">
                  <c:v>24.8</c:v>
                </c:pt>
                <c:pt idx="132">
                  <c:v>25.2</c:v>
                </c:pt>
                <c:pt idx="133">
                  <c:v>25.4</c:v>
                </c:pt>
                <c:pt idx="134">
                  <c:v>25.8</c:v>
                </c:pt>
                <c:pt idx="135">
                  <c:v>26.2</c:v>
                </c:pt>
                <c:pt idx="136">
                  <c:v>26.2</c:v>
                </c:pt>
                <c:pt idx="137">
                  <c:v>26.4</c:v>
                </c:pt>
                <c:pt idx="138">
                  <c:v>26.6</c:v>
                </c:pt>
                <c:pt idx="139">
                  <c:v>26.6</c:v>
                </c:pt>
                <c:pt idx="140">
                  <c:v>26.8</c:v>
                </c:pt>
                <c:pt idx="141">
                  <c:v>27</c:v>
                </c:pt>
                <c:pt idx="142">
                  <c:v>27.2</c:v>
                </c:pt>
                <c:pt idx="143">
                  <c:v>27.4</c:v>
                </c:pt>
                <c:pt idx="144">
                  <c:v>27.4</c:v>
                </c:pt>
                <c:pt idx="145">
                  <c:v>27.4</c:v>
                </c:pt>
                <c:pt idx="146">
                  <c:v>27.4</c:v>
                </c:pt>
                <c:pt idx="147">
                  <c:v>27.6</c:v>
                </c:pt>
                <c:pt idx="148">
                  <c:v>27.8</c:v>
                </c:pt>
                <c:pt idx="149">
                  <c:v>28.4</c:v>
                </c:pt>
                <c:pt idx="150">
                  <c:v>28.4</c:v>
                </c:pt>
                <c:pt idx="151">
                  <c:v>29</c:v>
                </c:pt>
                <c:pt idx="152">
                  <c:v>29.4</c:v>
                </c:pt>
                <c:pt idx="153">
                  <c:v>29.8</c:v>
                </c:pt>
                <c:pt idx="154">
                  <c:v>29.8</c:v>
                </c:pt>
                <c:pt idx="155">
                  <c:v>30.8</c:v>
                </c:pt>
                <c:pt idx="156">
                  <c:v>31</c:v>
                </c:pt>
                <c:pt idx="157">
                  <c:v>31.2</c:v>
                </c:pt>
                <c:pt idx="158">
                  <c:v>31.2</c:v>
                </c:pt>
                <c:pt idx="159">
                  <c:v>31.2</c:v>
                </c:pt>
                <c:pt idx="160">
                  <c:v>31.4</c:v>
                </c:pt>
                <c:pt idx="161">
                  <c:v>31.6</c:v>
                </c:pt>
                <c:pt idx="162">
                  <c:v>31.6</c:v>
                </c:pt>
                <c:pt idx="163">
                  <c:v>31.8</c:v>
                </c:pt>
                <c:pt idx="164">
                  <c:v>31.8</c:v>
                </c:pt>
                <c:pt idx="165">
                  <c:v>31.8</c:v>
                </c:pt>
                <c:pt idx="166">
                  <c:v>32.200000000000003</c:v>
                </c:pt>
                <c:pt idx="167">
                  <c:v>32.200000000000003</c:v>
                </c:pt>
                <c:pt idx="168">
                  <c:v>32.4</c:v>
                </c:pt>
                <c:pt idx="169">
                  <c:v>33</c:v>
                </c:pt>
                <c:pt idx="170">
                  <c:v>33</c:v>
                </c:pt>
                <c:pt idx="171">
                  <c:v>33.200000000000003</c:v>
                </c:pt>
                <c:pt idx="172">
                  <c:v>33.200000000000003</c:v>
                </c:pt>
                <c:pt idx="173">
                  <c:v>33.799999999999997</c:v>
                </c:pt>
                <c:pt idx="174">
                  <c:v>34.200000000000003</c:v>
                </c:pt>
                <c:pt idx="175">
                  <c:v>34.200000000000003</c:v>
                </c:pt>
                <c:pt idx="176">
                  <c:v>34.200000000000003</c:v>
                </c:pt>
                <c:pt idx="177">
                  <c:v>34.200000000000003</c:v>
                </c:pt>
                <c:pt idx="178">
                  <c:v>34.6</c:v>
                </c:pt>
                <c:pt idx="179">
                  <c:v>34.799999999999997</c:v>
                </c:pt>
                <c:pt idx="180">
                  <c:v>35</c:v>
                </c:pt>
                <c:pt idx="181">
                  <c:v>35</c:v>
                </c:pt>
                <c:pt idx="182">
                  <c:v>35.799999999999997</c:v>
                </c:pt>
                <c:pt idx="183">
                  <c:v>35.799999999999997</c:v>
                </c:pt>
                <c:pt idx="184">
                  <c:v>36.799999999999997</c:v>
                </c:pt>
                <c:pt idx="185">
                  <c:v>37.200000000000003</c:v>
                </c:pt>
                <c:pt idx="186">
                  <c:v>37.200000000000003</c:v>
                </c:pt>
                <c:pt idx="187">
                  <c:v>37.4</c:v>
                </c:pt>
                <c:pt idx="188">
                  <c:v>37.6</c:v>
                </c:pt>
                <c:pt idx="189">
                  <c:v>37.799999999999997</c:v>
                </c:pt>
                <c:pt idx="190">
                  <c:v>38</c:v>
                </c:pt>
                <c:pt idx="191">
                  <c:v>38</c:v>
                </c:pt>
                <c:pt idx="192">
                  <c:v>38.200000000000003</c:v>
                </c:pt>
                <c:pt idx="193">
                  <c:v>38.6</c:v>
                </c:pt>
                <c:pt idx="194">
                  <c:v>38.799999999999997</c:v>
                </c:pt>
                <c:pt idx="195">
                  <c:v>38.799999999999997</c:v>
                </c:pt>
                <c:pt idx="196">
                  <c:v>38.799999999999997</c:v>
                </c:pt>
                <c:pt idx="197">
                  <c:v>39</c:v>
                </c:pt>
                <c:pt idx="198">
                  <c:v>39</c:v>
                </c:pt>
                <c:pt idx="199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B-45A6-9758-DD940292E5C7}"/>
            </c:ext>
          </c:extLst>
        </c:ser>
        <c:ser>
          <c:idx val="2"/>
          <c:order val="2"/>
          <c:tx>
            <c:strRef>
              <c:f>save1!$EW$2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save1!$EW$3:$EW$202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0.4</c:v>
                </c:pt>
                <c:pt idx="8">
                  <c:v>0.6</c:v>
                </c:pt>
                <c:pt idx="9">
                  <c:v>0.6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0.4</c:v>
                </c:pt>
                <c:pt idx="14">
                  <c:v>0.2</c:v>
                </c:pt>
                <c:pt idx="15">
                  <c:v>0.2</c:v>
                </c:pt>
                <c:pt idx="16">
                  <c:v>0</c:v>
                </c:pt>
                <c:pt idx="17">
                  <c:v>0</c:v>
                </c:pt>
                <c:pt idx="18">
                  <c:v>0.2</c:v>
                </c:pt>
                <c:pt idx="19">
                  <c:v>0.2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0.2</c:v>
                </c:pt>
                <c:pt idx="35">
                  <c:v>0.4</c:v>
                </c:pt>
                <c:pt idx="36">
                  <c:v>0.2</c:v>
                </c:pt>
                <c:pt idx="37">
                  <c:v>0.2</c:v>
                </c:pt>
                <c:pt idx="38">
                  <c:v>0.4</c:v>
                </c:pt>
                <c:pt idx="39">
                  <c:v>0.4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0.8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0.4</c:v>
                </c:pt>
                <c:pt idx="51">
                  <c:v>0.2</c:v>
                </c:pt>
                <c:pt idx="52">
                  <c:v>0.2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0.6</c:v>
                </c:pt>
                <c:pt idx="59">
                  <c:v>0.8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0.8</c:v>
                </c:pt>
                <c:pt idx="67">
                  <c:v>0.8</c:v>
                </c:pt>
                <c:pt idx="68">
                  <c:v>1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0.6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1</c:v>
                </c:pt>
                <c:pt idx="99">
                  <c:v>1.6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2</c:v>
                </c:pt>
                <c:pt idx="104">
                  <c:v>2.2000000000000002</c:v>
                </c:pt>
                <c:pt idx="105">
                  <c:v>2.2000000000000002</c:v>
                </c:pt>
                <c:pt idx="106">
                  <c:v>2.2000000000000002</c:v>
                </c:pt>
                <c:pt idx="107">
                  <c:v>2.2000000000000002</c:v>
                </c:pt>
                <c:pt idx="108">
                  <c:v>2</c:v>
                </c:pt>
                <c:pt idx="109">
                  <c:v>2</c:v>
                </c:pt>
                <c:pt idx="110">
                  <c:v>1.8</c:v>
                </c:pt>
                <c:pt idx="111">
                  <c:v>1.8</c:v>
                </c:pt>
                <c:pt idx="112">
                  <c:v>2</c:v>
                </c:pt>
                <c:pt idx="113">
                  <c:v>2</c:v>
                </c:pt>
                <c:pt idx="114">
                  <c:v>2.2000000000000002</c:v>
                </c:pt>
                <c:pt idx="115">
                  <c:v>2</c:v>
                </c:pt>
                <c:pt idx="116">
                  <c:v>2.2000000000000002</c:v>
                </c:pt>
                <c:pt idx="117">
                  <c:v>2.4</c:v>
                </c:pt>
                <c:pt idx="118">
                  <c:v>2.6</c:v>
                </c:pt>
                <c:pt idx="119">
                  <c:v>2.6</c:v>
                </c:pt>
                <c:pt idx="120">
                  <c:v>2.6</c:v>
                </c:pt>
                <c:pt idx="121">
                  <c:v>2.6</c:v>
                </c:pt>
                <c:pt idx="122">
                  <c:v>2.6</c:v>
                </c:pt>
                <c:pt idx="123">
                  <c:v>2.8</c:v>
                </c:pt>
                <c:pt idx="124">
                  <c:v>3</c:v>
                </c:pt>
                <c:pt idx="125">
                  <c:v>2.8</c:v>
                </c:pt>
                <c:pt idx="126">
                  <c:v>2.8</c:v>
                </c:pt>
                <c:pt idx="127">
                  <c:v>3</c:v>
                </c:pt>
                <c:pt idx="128">
                  <c:v>2.8</c:v>
                </c:pt>
                <c:pt idx="129">
                  <c:v>2.8</c:v>
                </c:pt>
                <c:pt idx="130">
                  <c:v>2.6</c:v>
                </c:pt>
                <c:pt idx="131">
                  <c:v>2.6</c:v>
                </c:pt>
                <c:pt idx="132">
                  <c:v>2.6</c:v>
                </c:pt>
                <c:pt idx="133">
                  <c:v>2.8</c:v>
                </c:pt>
                <c:pt idx="134">
                  <c:v>2.6</c:v>
                </c:pt>
                <c:pt idx="135">
                  <c:v>2.6</c:v>
                </c:pt>
                <c:pt idx="136">
                  <c:v>2.8</c:v>
                </c:pt>
                <c:pt idx="137">
                  <c:v>2.8</c:v>
                </c:pt>
                <c:pt idx="138">
                  <c:v>2.8</c:v>
                </c:pt>
                <c:pt idx="139">
                  <c:v>2.6</c:v>
                </c:pt>
                <c:pt idx="140">
                  <c:v>2.6</c:v>
                </c:pt>
                <c:pt idx="141">
                  <c:v>2.6</c:v>
                </c:pt>
                <c:pt idx="142">
                  <c:v>2.4</c:v>
                </c:pt>
                <c:pt idx="143">
                  <c:v>2.4</c:v>
                </c:pt>
                <c:pt idx="144">
                  <c:v>2.2000000000000002</c:v>
                </c:pt>
                <c:pt idx="145">
                  <c:v>2.4</c:v>
                </c:pt>
                <c:pt idx="146">
                  <c:v>2.6</c:v>
                </c:pt>
                <c:pt idx="147">
                  <c:v>2.8</c:v>
                </c:pt>
                <c:pt idx="148">
                  <c:v>3.2</c:v>
                </c:pt>
                <c:pt idx="149">
                  <c:v>3.2</c:v>
                </c:pt>
                <c:pt idx="150">
                  <c:v>3.2</c:v>
                </c:pt>
                <c:pt idx="151">
                  <c:v>3</c:v>
                </c:pt>
                <c:pt idx="152">
                  <c:v>3</c:v>
                </c:pt>
                <c:pt idx="153">
                  <c:v>3</c:v>
                </c:pt>
                <c:pt idx="154">
                  <c:v>3.2</c:v>
                </c:pt>
                <c:pt idx="155">
                  <c:v>3.4</c:v>
                </c:pt>
                <c:pt idx="156">
                  <c:v>3.6</c:v>
                </c:pt>
                <c:pt idx="157">
                  <c:v>3.8</c:v>
                </c:pt>
                <c:pt idx="158">
                  <c:v>4</c:v>
                </c:pt>
                <c:pt idx="159">
                  <c:v>4.4000000000000004</c:v>
                </c:pt>
                <c:pt idx="160">
                  <c:v>4.2</c:v>
                </c:pt>
                <c:pt idx="161">
                  <c:v>4.2</c:v>
                </c:pt>
                <c:pt idx="162">
                  <c:v>4.5999999999999996</c:v>
                </c:pt>
                <c:pt idx="163">
                  <c:v>4.8</c:v>
                </c:pt>
                <c:pt idx="164">
                  <c:v>5</c:v>
                </c:pt>
                <c:pt idx="165">
                  <c:v>5.2</c:v>
                </c:pt>
                <c:pt idx="166">
                  <c:v>5</c:v>
                </c:pt>
                <c:pt idx="167">
                  <c:v>5</c:v>
                </c:pt>
                <c:pt idx="168">
                  <c:v>5.2</c:v>
                </c:pt>
                <c:pt idx="169">
                  <c:v>5</c:v>
                </c:pt>
                <c:pt idx="170">
                  <c:v>5.2</c:v>
                </c:pt>
                <c:pt idx="171">
                  <c:v>5.6</c:v>
                </c:pt>
                <c:pt idx="172">
                  <c:v>5.6</c:v>
                </c:pt>
                <c:pt idx="173">
                  <c:v>5.4</c:v>
                </c:pt>
                <c:pt idx="174">
                  <c:v>5</c:v>
                </c:pt>
                <c:pt idx="175">
                  <c:v>5.4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4.8</c:v>
                </c:pt>
                <c:pt idx="180">
                  <c:v>4.5999999999999996</c:v>
                </c:pt>
                <c:pt idx="181">
                  <c:v>4.8</c:v>
                </c:pt>
                <c:pt idx="182">
                  <c:v>4.5999999999999996</c:v>
                </c:pt>
                <c:pt idx="183">
                  <c:v>4.2</c:v>
                </c:pt>
                <c:pt idx="184">
                  <c:v>4</c:v>
                </c:pt>
                <c:pt idx="185">
                  <c:v>4</c:v>
                </c:pt>
                <c:pt idx="186">
                  <c:v>4.2</c:v>
                </c:pt>
                <c:pt idx="187">
                  <c:v>3.8</c:v>
                </c:pt>
                <c:pt idx="188">
                  <c:v>4.2</c:v>
                </c:pt>
                <c:pt idx="189">
                  <c:v>3.8</c:v>
                </c:pt>
                <c:pt idx="190">
                  <c:v>3.8</c:v>
                </c:pt>
                <c:pt idx="191">
                  <c:v>3.8</c:v>
                </c:pt>
                <c:pt idx="192">
                  <c:v>3.8</c:v>
                </c:pt>
                <c:pt idx="193">
                  <c:v>3.8</c:v>
                </c:pt>
                <c:pt idx="194">
                  <c:v>3.8</c:v>
                </c:pt>
                <c:pt idx="195">
                  <c:v>3.8</c:v>
                </c:pt>
                <c:pt idx="196">
                  <c:v>4</c:v>
                </c:pt>
                <c:pt idx="197">
                  <c:v>4</c:v>
                </c:pt>
                <c:pt idx="198">
                  <c:v>3.8</c:v>
                </c:pt>
                <c:pt idx="19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B-45A6-9758-DD940292E5C7}"/>
            </c:ext>
          </c:extLst>
        </c:ser>
        <c:ser>
          <c:idx val="3"/>
          <c:order val="3"/>
          <c:tx>
            <c:strRef>
              <c:f>save1!$EX$2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save1!$EX$3:$EX$202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1.4</c:v>
                </c:pt>
                <c:pt idx="5">
                  <c:v>1.4</c:v>
                </c:pt>
                <c:pt idx="6">
                  <c:v>1.4</c:v>
                </c:pt>
                <c:pt idx="7">
                  <c:v>1.4</c:v>
                </c:pt>
                <c:pt idx="8">
                  <c:v>1.8</c:v>
                </c:pt>
                <c:pt idx="9">
                  <c:v>2.4</c:v>
                </c:pt>
                <c:pt idx="10">
                  <c:v>2.8</c:v>
                </c:pt>
                <c:pt idx="11">
                  <c:v>2.8</c:v>
                </c:pt>
                <c:pt idx="12">
                  <c:v>2.8</c:v>
                </c:pt>
                <c:pt idx="13">
                  <c:v>3</c:v>
                </c:pt>
                <c:pt idx="14">
                  <c:v>3.2</c:v>
                </c:pt>
                <c:pt idx="15">
                  <c:v>3.6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4</c:v>
                </c:pt>
                <c:pt idx="20">
                  <c:v>4</c:v>
                </c:pt>
                <c:pt idx="21">
                  <c:v>4.2</c:v>
                </c:pt>
                <c:pt idx="22">
                  <c:v>4.2</c:v>
                </c:pt>
                <c:pt idx="23">
                  <c:v>4.2</c:v>
                </c:pt>
                <c:pt idx="24">
                  <c:v>4.5999999999999996</c:v>
                </c:pt>
                <c:pt idx="25">
                  <c:v>4.5999999999999996</c:v>
                </c:pt>
                <c:pt idx="26">
                  <c:v>4.8</c:v>
                </c:pt>
                <c:pt idx="27">
                  <c:v>5</c:v>
                </c:pt>
                <c:pt idx="28">
                  <c:v>5</c:v>
                </c:pt>
                <c:pt idx="29">
                  <c:v>5.2</c:v>
                </c:pt>
                <c:pt idx="30">
                  <c:v>5.8</c:v>
                </c:pt>
                <c:pt idx="31">
                  <c:v>6.2</c:v>
                </c:pt>
                <c:pt idx="32">
                  <c:v>6.4</c:v>
                </c:pt>
                <c:pt idx="33">
                  <c:v>7.2</c:v>
                </c:pt>
                <c:pt idx="34">
                  <c:v>7.4</c:v>
                </c:pt>
                <c:pt idx="35">
                  <c:v>7.4</c:v>
                </c:pt>
                <c:pt idx="36">
                  <c:v>7.4</c:v>
                </c:pt>
                <c:pt idx="37">
                  <c:v>7.4</c:v>
                </c:pt>
                <c:pt idx="38">
                  <c:v>8</c:v>
                </c:pt>
                <c:pt idx="39">
                  <c:v>8</c:v>
                </c:pt>
                <c:pt idx="40">
                  <c:v>9</c:v>
                </c:pt>
                <c:pt idx="41">
                  <c:v>9</c:v>
                </c:pt>
                <c:pt idx="42">
                  <c:v>9.1999999999999993</c:v>
                </c:pt>
                <c:pt idx="43">
                  <c:v>9.6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10.199999999999999</c:v>
                </c:pt>
                <c:pt idx="48">
                  <c:v>10.8</c:v>
                </c:pt>
                <c:pt idx="49">
                  <c:v>11</c:v>
                </c:pt>
                <c:pt idx="50">
                  <c:v>11.2</c:v>
                </c:pt>
                <c:pt idx="51">
                  <c:v>12.2</c:v>
                </c:pt>
                <c:pt idx="52">
                  <c:v>12.6</c:v>
                </c:pt>
                <c:pt idx="53">
                  <c:v>13.2</c:v>
                </c:pt>
                <c:pt idx="54">
                  <c:v>13.8</c:v>
                </c:pt>
                <c:pt idx="55">
                  <c:v>13.8</c:v>
                </c:pt>
                <c:pt idx="56">
                  <c:v>14</c:v>
                </c:pt>
                <c:pt idx="57">
                  <c:v>14</c:v>
                </c:pt>
                <c:pt idx="58">
                  <c:v>14</c:v>
                </c:pt>
                <c:pt idx="59">
                  <c:v>14.4</c:v>
                </c:pt>
                <c:pt idx="60">
                  <c:v>14.6</c:v>
                </c:pt>
                <c:pt idx="61">
                  <c:v>15</c:v>
                </c:pt>
                <c:pt idx="62">
                  <c:v>15.4</c:v>
                </c:pt>
                <c:pt idx="63">
                  <c:v>15.6</c:v>
                </c:pt>
                <c:pt idx="64">
                  <c:v>15.8</c:v>
                </c:pt>
                <c:pt idx="65">
                  <c:v>16</c:v>
                </c:pt>
                <c:pt idx="66">
                  <c:v>16</c:v>
                </c:pt>
                <c:pt idx="67">
                  <c:v>16.2</c:v>
                </c:pt>
                <c:pt idx="68">
                  <c:v>16.2</c:v>
                </c:pt>
                <c:pt idx="69">
                  <c:v>16.399999999999999</c:v>
                </c:pt>
                <c:pt idx="70">
                  <c:v>16.8</c:v>
                </c:pt>
                <c:pt idx="71">
                  <c:v>17.2</c:v>
                </c:pt>
                <c:pt idx="72">
                  <c:v>17.2</c:v>
                </c:pt>
                <c:pt idx="73">
                  <c:v>18.399999999999999</c:v>
                </c:pt>
                <c:pt idx="74">
                  <c:v>18.399999999999999</c:v>
                </c:pt>
                <c:pt idx="75">
                  <c:v>18.600000000000001</c:v>
                </c:pt>
                <c:pt idx="76">
                  <c:v>18.600000000000001</c:v>
                </c:pt>
                <c:pt idx="77">
                  <c:v>19</c:v>
                </c:pt>
                <c:pt idx="78">
                  <c:v>19.2</c:v>
                </c:pt>
                <c:pt idx="79">
                  <c:v>19.399999999999999</c:v>
                </c:pt>
                <c:pt idx="80">
                  <c:v>19.600000000000001</c:v>
                </c:pt>
                <c:pt idx="81">
                  <c:v>19.8</c:v>
                </c:pt>
                <c:pt idx="82">
                  <c:v>20</c:v>
                </c:pt>
                <c:pt idx="83">
                  <c:v>20.2</c:v>
                </c:pt>
                <c:pt idx="84">
                  <c:v>20.399999999999999</c:v>
                </c:pt>
                <c:pt idx="85">
                  <c:v>20.6</c:v>
                </c:pt>
                <c:pt idx="86">
                  <c:v>20.6</c:v>
                </c:pt>
                <c:pt idx="87">
                  <c:v>20.6</c:v>
                </c:pt>
                <c:pt idx="88">
                  <c:v>20.8</c:v>
                </c:pt>
                <c:pt idx="89">
                  <c:v>21</c:v>
                </c:pt>
                <c:pt idx="90">
                  <c:v>21.2</c:v>
                </c:pt>
                <c:pt idx="91">
                  <c:v>21.2</c:v>
                </c:pt>
                <c:pt idx="92">
                  <c:v>21.2</c:v>
                </c:pt>
                <c:pt idx="93">
                  <c:v>21.4</c:v>
                </c:pt>
                <c:pt idx="94">
                  <c:v>21.4</c:v>
                </c:pt>
                <c:pt idx="95">
                  <c:v>21.4</c:v>
                </c:pt>
                <c:pt idx="96">
                  <c:v>21.8</c:v>
                </c:pt>
                <c:pt idx="97">
                  <c:v>22</c:v>
                </c:pt>
                <c:pt idx="98">
                  <c:v>22.6</c:v>
                </c:pt>
                <c:pt idx="99">
                  <c:v>22.6</c:v>
                </c:pt>
                <c:pt idx="100">
                  <c:v>22.6</c:v>
                </c:pt>
                <c:pt idx="101">
                  <c:v>23.4</c:v>
                </c:pt>
                <c:pt idx="102">
                  <c:v>24</c:v>
                </c:pt>
                <c:pt idx="103">
                  <c:v>24.4</c:v>
                </c:pt>
                <c:pt idx="104">
                  <c:v>24.6</c:v>
                </c:pt>
                <c:pt idx="105">
                  <c:v>24.8</c:v>
                </c:pt>
                <c:pt idx="106">
                  <c:v>25</c:v>
                </c:pt>
                <c:pt idx="107">
                  <c:v>25.2</c:v>
                </c:pt>
                <c:pt idx="108">
                  <c:v>25.2</c:v>
                </c:pt>
                <c:pt idx="109">
                  <c:v>25.2</c:v>
                </c:pt>
                <c:pt idx="110">
                  <c:v>25.4</c:v>
                </c:pt>
                <c:pt idx="111">
                  <c:v>25.8</c:v>
                </c:pt>
                <c:pt idx="112">
                  <c:v>26.2</c:v>
                </c:pt>
                <c:pt idx="113">
                  <c:v>26.2</c:v>
                </c:pt>
                <c:pt idx="114">
                  <c:v>26.2</c:v>
                </c:pt>
                <c:pt idx="115">
                  <c:v>26.4</c:v>
                </c:pt>
                <c:pt idx="116">
                  <c:v>26.4</c:v>
                </c:pt>
                <c:pt idx="117">
                  <c:v>26.8</c:v>
                </c:pt>
                <c:pt idx="118">
                  <c:v>26.8</c:v>
                </c:pt>
                <c:pt idx="119">
                  <c:v>27</c:v>
                </c:pt>
                <c:pt idx="120">
                  <c:v>27.8</c:v>
                </c:pt>
                <c:pt idx="121">
                  <c:v>28.6</c:v>
                </c:pt>
                <c:pt idx="122">
                  <c:v>28.6</c:v>
                </c:pt>
                <c:pt idx="123">
                  <c:v>29.2</c:v>
                </c:pt>
                <c:pt idx="124">
                  <c:v>29.2</c:v>
                </c:pt>
                <c:pt idx="125">
                  <c:v>29.2</c:v>
                </c:pt>
                <c:pt idx="126">
                  <c:v>29.6</c:v>
                </c:pt>
                <c:pt idx="127">
                  <c:v>29.6</c:v>
                </c:pt>
                <c:pt idx="128">
                  <c:v>30.2</c:v>
                </c:pt>
                <c:pt idx="129">
                  <c:v>30.4</c:v>
                </c:pt>
                <c:pt idx="130">
                  <c:v>30.4</c:v>
                </c:pt>
                <c:pt idx="131">
                  <c:v>30.4</c:v>
                </c:pt>
                <c:pt idx="132">
                  <c:v>30.4</c:v>
                </c:pt>
                <c:pt idx="133">
                  <c:v>30.6</c:v>
                </c:pt>
                <c:pt idx="134">
                  <c:v>30.8</c:v>
                </c:pt>
                <c:pt idx="135">
                  <c:v>31.2</c:v>
                </c:pt>
                <c:pt idx="136">
                  <c:v>31.8</c:v>
                </c:pt>
                <c:pt idx="137">
                  <c:v>32</c:v>
                </c:pt>
                <c:pt idx="138">
                  <c:v>32.200000000000003</c:v>
                </c:pt>
                <c:pt idx="139">
                  <c:v>32.200000000000003</c:v>
                </c:pt>
                <c:pt idx="140">
                  <c:v>32.6</c:v>
                </c:pt>
                <c:pt idx="141">
                  <c:v>33.200000000000003</c:v>
                </c:pt>
                <c:pt idx="142">
                  <c:v>33.6</c:v>
                </c:pt>
                <c:pt idx="143">
                  <c:v>34</c:v>
                </c:pt>
                <c:pt idx="144">
                  <c:v>34.200000000000003</c:v>
                </c:pt>
                <c:pt idx="145">
                  <c:v>34.4</c:v>
                </c:pt>
                <c:pt idx="146">
                  <c:v>34.6</c:v>
                </c:pt>
                <c:pt idx="147">
                  <c:v>34.799999999999997</c:v>
                </c:pt>
                <c:pt idx="148">
                  <c:v>35</c:v>
                </c:pt>
                <c:pt idx="149">
                  <c:v>35.200000000000003</c:v>
                </c:pt>
                <c:pt idx="150">
                  <c:v>35.200000000000003</c:v>
                </c:pt>
                <c:pt idx="151">
                  <c:v>35.4</c:v>
                </c:pt>
                <c:pt idx="152">
                  <c:v>35.799999999999997</c:v>
                </c:pt>
                <c:pt idx="153">
                  <c:v>36</c:v>
                </c:pt>
                <c:pt idx="154">
                  <c:v>36.200000000000003</c:v>
                </c:pt>
                <c:pt idx="155">
                  <c:v>36.4</c:v>
                </c:pt>
                <c:pt idx="156">
                  <c:v>36.6</c:v>
                </c:pt>
                <c:pt idx="157">
                  <c:v>36.6</c:v>
                </c:pt>
                <c:pt idx="158">
                  <c:v>36.6</c:v>
                </c:pt>
                <c:pt idx="159">
                  <c:v>36.6</c:v>
                </c:pt>
                <c:pt idx="160">
                  <c:v>36.799999999999997</c:v>
                </c:pt>
                <c:pt idx="161">
                  <c:v>37.200000000000003</c:v>
                </c:pt>
                <c:pt idx="162">
                  <c:v>37.6</c:v>
                </c:pt>
                <c:pt idx="163">
                  <c:v>37.799999999999997</c:v>
                </c:pt>
                <c:pt idx="164">
                  <c:v>37.799999999999997</c:v>
                </c:pt>
                <c:pt idx="165">
                  <c:v>37.799999999999997</c:v>
                </c:pt>
                <c:pt idx="166">
                  <c:v>38</c:v>
                </c:pt>
                <c:pt idx="167">
                  <c:v>38.200000000000003</c:v>
                </c:pt>
                <c:pt idx="168">
                  <c:v>38.799999999999997</c:v>
                </c:pt>
                <c:pt idx="169">
                  <c:v>39.200000000000003</c:v>
                </c:pt>
                <c:pt idx="170">
                  <c:v>39.200000000000003</c:v>
                </c:pt>
                <c:pt idx="171">
                  <c:v>39.6</c:v>
                </c:pt>
                <c:pt idx="172">
                  <c:v>40.200000000000003</c:v>
                </c:pt>
                <c:pt idx="173">
                  <c:v>40.4</c:v>
                </c:pt>
                <c:pt idx="174">
                  <c:v>41.8</c:v>
                </c:pt>
                <c:pt idx="175">
                  <c:v>41.8</c:v>
                </c:pt>
                <c:pt idx="176">
                  <c:v>42</c:v>
                </c:pt>
                <c:pt idx="177">
                  <c:v>42.2</c:v>
                </c:pt>
                <c:pt idx="178">
                  <c:v>42.6</c:v>
                </c:pt>
                <c:pt idx="179">
                  <c:v>43.2</c:v>
                </c:pt>
                <c:pt idx="180">
                  <c:v>43.8</c:v>
                </c:pt>
                <c:pt idx="181">
                  <c:v>43.8</c:v>
                </c:pt>
                <c:pt idx="182">
                  <c:v>44.4</c:v>
                </c:pt>
                <c:pt idx="183">
                  <c:v>44.8</c:v>
                </c:pt>
                <c:pt idx="184">
                  <c:v>44.8</c:v>
                </c:pt>
                <c:pt idx="185">
                  <c:v>44.8</c:v>
                </c:pt>
                <c:pt idx="186">
                  <c:v>45.2</c:v>
                </c:pt>
                <c:pt idx="187">
                  <c:v>45.2</c:v>
                </c:pt>
                <c:pt idx="188">
                  <c:v>45.2</c:v>
                </c:pt>
                <c:pt idx="189">
                  <c:v>45.2</c:v>
                </c:pt>
                <c:pt idx="190">
                  <c:v>45.8</c:v>
                </c:pt>
                <c:pt idx="191">
                  <c:v>46</c:v>
                </c:pt>
                <c:pt idx="192">
                  <c:v>46</c:v>
                </c:pt>
                <c:pt idx="193">
                  <c:v>46.4</c:v>
                </c:pt>
                <c:pt idx="194">
                  <c:v>46.6</c:v>
                </c:pt>
                <c:pt idx="195">
                  <c:v>47</c:v>
                </c:pt>
                <c:pt idx="196">
                  <c:v>47.2</c:v>
                </c:pt>
                <c:pt idx="197">
                  <c:v>47.4</c:v>
                </c:pt>
                <c:pt idx="198">
                  <c:v>47.4</c:v>
                </c:pt>
                <c:pt idx="199">
                  <c:v>47.4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B-45A6-9758-DD940292E5C7}"/>
            </c:ext>
          </c:extLst>
        </c:ser>
        <c:ser>
          <c:idx val="4"/>
          <c:order val="4"/>
          <c:tx>
            <c:strRef>
              <c:f>save1!$EY$2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save1!$EY$3:$EY$202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1.2</c:v>
                </c:pt>
                <c:pt idx="25">
                  <c:v>1.2</c:v>
                </c:pt>
                <c:pt idx="26">
                  <c:v>1.2</c:v>
                </c:pt>
                <c:pt idx="27">
                  <c:v>1.4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1.8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2.4</c:v>
                </c:pt>
                <c:pt idx="42">
                  <c:v>2.6</c:v>
                </c:pt>
                <c:pt idx="43">
                  <c:v>2.6</c:v>
                </c:pt>
                <c:pt idx="44">
                  <c:v>2.6</c:v>
                </c:pt>
                <c:pt idx="45">
                  <c:v>2.6</c:v>
                </c:pt>
                <c:pt idx="46">
                  <c:v>2.6</c:v>
                </c:pt>
                <c:pt idx="47">
                  <c:v>2.6</c:v>
                </c:pt>
                <c:pt idx="48">
                  <c:v>2.6</c:v>
                </c:pt>
                <c:pt idx="49">
                  <c:v>2.6</c:v>
                </c:pt>
                <c:pt idx="50">
                  <c:v>2.8</c:v>
                </c:pt>
                <c:pt idx="51">
                  <c:v>2.8</c:v>
                </c:pt>
                <c:pt idx="52">
                  <c:v>2.8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3.2</c:v>
                </c:pt>
                <c:pt idx="58">
                  <c:v>3.2</c:v>
                </c:pt>
                <c:pt idx="59">
                  <c:v>3.4</c:v>
                </c:pt>
                <c:pt idx="60">
                  <c:v>3.4</c:v>
                </c:pt>
                <c:pt idx="61">
                  <c:v>3.4</c:v>
                </c:pt>
                <c:pt idx="62">
                  <c:v>3.6</c:v>
                </c:pt>
                <c:pt idx="63">
                  <c:v>3.6</c:v>
                </c:pt>
                <c:pt idx="64">
                  <c:v>3.8</c:v>
                </c:pt>
                <c:pt idx="65">
                  <c:v>3.8</c:v>
                </c:pt>
                <c:pt idx="66">
                  <c:v>3.8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4.2</c:v>
                </c:pt>
                <c:pt idx="73">
                  <c:v>4.2</c:v>
                </c:pt>
                <c:pt idx="74">
                  <c:v>4.2</c:v>
                </c:pt>
                <c:pt idx="75">
                  <c:v>4.2</c:v>
                </c:pt>
                <c:pt idx="76">
                  <c:v>4.2</c:v>
                </c:pt>
                <c:pt idx="77">
                  <c:v>4.2</c:v>
                </c:pt>
                <c:pt idx="78">
                  <c:v>4.2</c:v>
                </c:pt>
                <c:pt idx="79">
                  <c:v>4.2</c:v>
                </c:pt>
                <c:pt idx="80">
                  <c:v>4.4000000000000004</c:v>
                </c:pt>
                <c:pt idx="81">
                  <c:v>4.4000000000000004</c:v>
                </c:pt>
                <c:pt idx="82">
                  <c:v>4.4000000000000004</c:v>
                </c:pt>
                <c:pt idx="83">
                  <c:v>4.4000000000000004</c:v>
                </c:pt>
                <c:pt idx="84">
                  <c:v>4.5999999999999996</c:v>
                </c:pt>
                <c:pt idx="85">
                  <c:v>4.5999999999999996</c:v>
                </c:pt>
                <c:pt idx="86">
                  <c:v>4.8</c:v>
                </c:pt>
                <c:pt idx="87">
                  <c:v>4.8</c:v>
                </c:pt>
                <c:pt idx="88">
                  <c:v>4.8</c:v>
                </c:pt>
                <c:pt idx="89">
                  <c:v>4.8</c:v>
                </c:pt>
                <c:pt idx="90">
                  <c:v>4.8</c:v>
                </c:pt>
                <c:pt idx="91">
                  <c:v>4.8</c:v>
                </c:pt>
                <c:pt idx="92">
                  <c:v>4.8</c:v>
                </c:pt>
                <c:pt idx="93">
                  <c:v>4.8</c:v>
                </c:pt>
                <c:pt idx="94">
                  <c:v>4.8</c:v>
                </c:pt>
                <c:pt idx="95">
                  <c:v>4.8</c:v>
                </c:pt>
                <c:pt idx="96">
                  <c:v>4.8</c:v>
                </c:pt>
                <c:pt idx="97">
                  <c:v>5</c:v>
                </c:pt>
                <c:pt idx="98">
                  <c:v>5.2</c:v>
                </c:pt>
                <c:pt idx="99">
                  <c:v>5.2</c:v>
                </c:pt>
                <c:pt idx="100">
                  <c:v>5.2</c:v>
                </c:pt>
                <c:pt idx="101">
                  <c:v>5.2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5.2</c:v>
                </c:pt>
                <c:pt idx="107">
                  <c:v>5.2</c:v>
                </c:pt>
                <c:pt idx="108">
                  <c:v>5.2</c:v>
                </c:pt>
                <c:pt idx="109">
                  <c:v>5.2</c:v>
                </c:pt>
                <c:pt idx="110">
                  <c:v>5.4</c:v>
                </c:pt>
                <c:pt idx="111">
                  <c:v>5.6</c:v>
                </c:pt>
                <c:pt idx="112">
                  <c:v>5.6</c:v>
                </c:pt>
                <c:pt idx="113">
                  <c:v>5.8</c:v>
                </c:pt>
                <c:pt idx="114">
                  <c:v>5.8</c:v>
                </c:pt>
                <c:pt idx="115">
                  <c:v>5.8</c:v>
                </c:pt>
                <c:pt idx="116">
                  <c:v>5.8</c:v>
                </c:pt>
                <c:pt idx="117">
                  <c:v>5.8</c:v>
                </c:pt>
                <c:pt idx="118">
                  <c:v>5.8</c:v>
                </c:pt>
                <c:pt idx="119">
                  <c:v>5.8</c:v>
                </c:pt>
                <c:pt idx="120">
                  <c:v>6</c:v>
                </c:pt>
                <c:pt idx="121">
                  <c:v>6</c:v>
                </c:pt>
                <c:pt idx="122">
                  <c:v>6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6.6</c:v>
                </c:pt>
                <c:pt idx="127">
                  <c:v>6.8</c:v>
                </c:pt>
                <c:pt idx="128">
                  <c:v>6.8</c:v>
                </c:pt>
                <c:pt idx="129">
                  <c:v>6.8</c:v>
                </c:pt>
                <c:pt idx="130">
                  <c:v>7</c:v>
                </c:pt>
                <c:pt idx="131">
                  <c:v>7</c:v>
                </c:pt>
                <c:pt idx="132">
                  <c:v>7</c:v>
                </c:pt>
                <c:pt idx="133">
                  <c:v>7</c:v>
                </c:pt>
                <c:pt idx="134">
                  <c:v>7</c:v>
                </c:pt>
                <c:pt idx="135">
                  <c:v>7</c:v>
                </c:pt>
                <c:pt idx="136">
                  <c:v>7</c:v>
                </c:pt>
                <c:pt idx="137">
                  <c:v>7</c:v>
                </c:pt>
                <c:pt idx="138">
                  <c:v>7.2</c:v>
                </c:pt>
                <c:pt idx="139">
                  <c:v>7.2</c:v>
                </c:pt>
                <c:pt idx="140">
                  <c:v>7.2</c:v>
                </c:pt>
                <c:pt idx="141">
                  <c:v>7.2</c:v>
                </c:pt>
                <c:pt idx="142">
                  <c:v>7.2</c:v>
                </c:pt>
                <c:pt idx="143">
                  <c:v>7.2</c:v>
                </c:pt>
                <c:pt idx="144">
                  <c:v>7.2</c:v>
                </c:pt>
                <c:pt idx="145">
                  <c:v>7.2</c:v>
                </c:pt>
                <c:pt idx="146">
                  <c:v>7.2</c:v>
                </c:pt>
                <c:pt idx="147">
                  <c:v>7.2</c:v>
                </c:pt>
                <c:pt idx="148">
                  <c:v>7.2</c:v>
                </c:pt>
                <c:pt idx="149">
                  <c:v>7.2</c:v>
                </c:pt>
                <c:pt idx="150">
                  <c:v>7.2</c:v>
                </c:pt>
                <c:pt idx="151">
                  <c:v>7.2</c:v>
                </c:pt>
                <c:pt idx="152">
                  <c:v>7.2</c:v>
                </c:pt>
                <c:pt idx="153">
                  <c:v>7.2</c:v>
                </c:pt>
                <c:pt idx="154">
                  <c:v>7.2</c:v>
                </c:pt>
                <c:pt idx="155">
                  <c:v>7.2</c:v>
                </c:pt>
                <c:pt idx="156">
                  <c:v>7.2</c:v>
                </c:pt>
                <c:pt idx="157">
                  <c:v>7.2</c:v>
                </c:pt>
                <c:pt idx="158">
                  <c:v>7.2</c:v>
                </c:pt>
                <c:pt idx="159">
                  <c:v>7.2</c:v>
                </c:pt>
                <c:pt idx="160">
                  <c:v>7.4</c:v>
                </c:pt>
                <c:pt idx="161">
                  <c:v>7.4</c:v>
                </c:pt>
                <c:pt idx="162">
                  <c:v>7.6</c:v>
                </c:pt>
                <c:pt idx="163">
                  <c:v>7.6</c:v>
                </c:pt>
                <c:pt idx="164">
                  <c:v>7.6</c:v>
                </c:pt>
                <c:pt idx="165">
                  <c:v>7.6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8</c:v>
                </c:pt>
                <c:pt idx="171">
                  <c:v>8</c:v>
                </c:pt>
                <c:pt idx="172">
                  <c:v>8</c:v>
                </c:pt>
                <c:pt idx="173">
                  <c:v>8</c:v>
                </c:pt>
                <c:pt idx="174">
                  <c:v>8</c:v>
                </c:pt>
                <c:pt idx="175">
                  <c:v>8.1999999999999993</c:v>
                </c:pt>
                <c:pt idx="176">
                  <c:v>8.1999999999999993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8.1999999999999993</c:v>
                </c:pt>
                <c:pt idx="183">
                  <c:v>8.1999999999999993</c:v>
                </c:pt>
                <c:pt idx="184">
                  <c:v>8.4</c:v>
                </c:pt>
                <c:pt idx="185">
                  <c:v>8.4</c:v>
                </c:pt>
                <c:pt idx="186">
                  <c:v>8.4</c:v>
                </c:pt>
                <c:pt idx="187">
                  <c:v>8.6</c:v>
                </c:pt>
                <c:pt idx="188">
                  <c:v>8.6</c:v>
                </c:pt>
                <c:pt idx="189">
                  <c:v>8.6</c:v>
                </c:pt>
                <c:pt idx="190">
                  <c:v>8.6</c:v>
                </c:pt>
                <c:pt idx="191">
                  <c:v>8.6</c:v>
                </c:pt>
                <c:pt idx="192">
                  <c:v>8.6</c:v>
                </c:pt>
                <c:pt idx="193">
                  <c:v>8.6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8.8000000000000007</c:v>
                </c:pt>
                <c:pt idx="199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8DB-45A6-9758-DD940292E5C7}"/>
            </c:ext>
          </c:extLst>
        </c:ser>
        <c:ser>
          <c:idx val="5"/>
          <c:order val="5"/>
          <c:tx>
            <c:strRef>
              <c:f>save1!$EZ$2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save1!$EZ$3:$EZ$202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0.8</c:v>
                </c:pt>
                <c:pt idx="3">
                  <c:v>1</c:v>
                </c:pt>
                <c:pt idx="4">
                  <c:v>1.4</c:v>
                </c:pt>
                <c:pt idx="5">
                  <c:v>1.8</c:v>
                </c:pt>
                <c:pt idx="6">
                  <c:v>2.2000000000000002</c:v>
                </c:pt>
                <c:pt idx="7">
                  <c:v>3.2</c:v>
                </c:pt>
                <c:pt idx="8">
                  <c:v>3.6</c:v>
                </c:pt>
                <c:pt idx="9">
                  <c:v>4</c:v>
                </c:pt>
                <c:pt idx="10">
                  <c:v>4.5999999999999996</c:v>
                </c:pt>
                <c:pt idx="11">
                  <c:v>4.5999999999999996</c:v>
                </c:pt>
                <c:pt idx="12">
                  <c:v>4.8</c:v>
                </c:pt>
                <c:pt idx="13">
                  <c:v>5</c:v>
                </c:pt>
                <c:pt idx="14">
                  <c:v>5.8</c:v>
                </c:pt>
                <c:pt idx="15">
                  <c:v>6.2</c:v>
                </c:pt>
                <c:pt idx="16">
                  <c:v>7.2</c:v>
                </c:pt>
                <c:pt idx="17">
                  <c:v>7.4</c:v>
                </c:pt>
                <c:pt idx="18">
                  <c:v>7.8</c:v>
                </c:pt>
                <c:pt idx="19">
                  <c:v>8</c:v>
                </c:pt>
                <c:pt idx="20">
                  <c:v>8.1999999999999993</c:v>
                </c:pt>
                <c:pt idx="21">
                  <c:v>8.1999999999999993</c:v>
                </c:pt>
                <c:pt idx="22">
                  <c:v>8.1999999999999993</c:v>
                </c:pt>
                <c:pt idx="23">
                  <c:v>8.4</c:v>
                </c:pt>
                <c:pt idx="24">
                  <c:v>8.6</c:v>
                </c:pt>
                <c:pt idx="25">
                  <c:v>8.6</c:v>
                </c:pt>
                <c:pt idx="26">
                  <c:v>9.6</c:v>
                </c:pt>
                <c:pt idx="27">
                  <c:v>10</c:v>
                </c:pt>
                <c:pt idx="28">
                  <c:v>10.6</c:v>
                </c:pt>
                <c:pt idx="29">
                  <c:v>11.2</c:v>
                </c:pt>
                <c:pt idx="30">
                  <c:v>11.4</c:v>
                </c:pt>
                <c:pt idx="31">
                  <c:v>11.6</c:v>
                </c:pt>
                <c:pt idx="32">
                  <c:v>11.8</c:v>
                </c:pt>
                <c:pt idx="33">
                  <c:v>12.2</c:v>
                </c:pt>
                <c:pt idx="34">
                  <c:v>12.6</c:v>
                </c:pt>
                <c:pt idx="35">
                  <c:v>12.6</c:v>
                </c:pt>
                <c:pt idx="36">
                  <c:v>12.8</c:v>
                </c:pt>
                <c:pt idx="37">
                  <c:v>13.2</c:v>
                </c:pt>
                <c:pt idx="38">
                  <c:v>14</c:v>
                </c:pt>
                <c:pt idx="39">
                  <c:v>14.2</c:v>
                </c:pt>
                <c:pt idx="40">
                  <c:v>14.8</c:v>
                </c:pt>
                <c:pt idx="41">
                  <c:v>15.2</c:v>
                </c:pt>
                <c:pt idx="42">
                  <c:v>16</c:v>
                </c:pt>
                <c:pt idx="43">
                  <c:v>16.399999999999999</c:v>
                </c:pt>
                <c:pt idx="44">
                  <c:v>16.600000000000001</c:v>
                </c:pt>
                <c:pt idx="45">
                  <c:v>16.600000000000001</c:v>
                </c:pt>
                <c:pt idx="46">
                  <c:v>17.399999999999999</c:v>
                </c:pt>
                <c:pt idx="47">
                  <c:v>18</c:v>
                </c:pt>
                <c:pt idx="48">
                  <c:v>18.2</c:v>
                </c:pt>
                <c:pt idx="49">
                  <c:v>18.399999999999999</c:v>
                </c:pt>
                <c:pt idx="50">
                  <c:v>18.8</c:v>
                </c:pt>
                <c:pt idx="51">
                  <c:v>19.399999999999999</c:v>
                </c:pt>
                <c:pt idx="52">
                  <c:v>19.399999999999999</c:v>
                </c:pt>
                <c:pt idx="53">
                  <c:v>19.8</c:v>
                </c:pt>
                <c:pt idx="54">
                  <c:v>20.399999999999999</c:v>
                </c:pt>
                <c:pt idx="55">
                  <c:v>20.8</c:v>
                </c:pt>
                <c:pt idx="56">
                  <c:v>21.2</c:v>
                </c:pt>
                <c:pt idx="57">
                  <c:v>22</c:v>
                </c:pt>
                <c:pt idx="58">
                  <c:v>22.2</c:v>
                </c:pt>
                <c:pt idx="59">
                  <c:v>22.2</c:v>
                </c:pt>
                <c:pt idx="60">
                  <c:v>22.8</c:v>
                </c:pt>
                <c:pt idx="61">
                  <c:v>23.2</c:v>
                </c:pt>
                <c:pt idx="62">
                  <c:v>23.4</c:v>
                </c:pt>
                <c:pt idx="63">
                  <c:v>23.8</c:v>
                </c:pt>
                <c:pt idx="64">
                  <c:v>24.4</c:v>
                </c:pt>
                <c:pt idx="65">
                  <c:v>24.8</c:v>
                </c:pt>
                <c:pt idx="66">
                  <c:v>25.2</c:v>
                </c:pt>
                <c:pt idx="67">
                  <c:v>25.4</c:v>
                </c:pt>
                <c:pt idx="68">
                  <c:v>25.8</c:v>
                </c:pt>
                <c:pt idx="69">
                  <c:v>26</c:v>
                </c:pt>
                <c:pt idx="70">
                  <c:v>26.2</c:v>
                </c:pt>
                <c:pt idx="71">
                  <c:v>26.6</c:v>
                </c:pt>
                <c:pt idx="72">
                  <c:v>27.2</c:v>
                </c:pt>
                <c:pt idx="73">
                  <c:v>28.2</c:v>
                </c:pt>
                <c:pt idx="74">
                  <c:v>28.4</c:v>
                </c:pt>
                <c:pt idx="75">
                  <c:v>28.6</c:v>
                </c:pt>
                <c:pt idx="76">
                  <c:v>28.8</c:v>
                </c:pt>
                <c:pt idx="77">
                  <c:v>29.2</c:v>
                </c:pt>
                <c:pt idx="78">
                  <c:v>29.4</c:v>
                </c:pt>
                <c:pt idx="79">
                  <c:v>29.6</c:v>
                </c:pt>
                <c:pt idx="80">
                  <c:v>29.8</c:v>
                </c:pt>
                <c:pt idx="81">
                  <c:v>30.4</c:v>
                </c:pt>
                <c:pt idx="82">
                  <c:v>31</c:v>
                </c:pt>
                <c:pt idx="83">
                  <c:v>31.4</c:v>
                </c:pt>
                <c:pt idx="84">
                  <c:v>32</c:v>
                </c:pt>
                <c:pt idx="85">
                  <c:v>32.4</c:v>
                </c:pt>
                <c:pt idx="86">
                  <c:v>32.6</c:v>
                </c:pt>
                <c:pt idx="87">
                  <c:v>33</c:v>
                </c:pt>
                <c:pt idx="88">
                  <c:v>33.6</c:v>
                </c:pt>
                <c:pt idx="89">
                  <c:v>34.200000000000003</c:v>
                </c:pt>
                <c:pt idx="90">
                  <c:v>34.799999999999997</c:v>
                </c:pt>
                <c:pt idx="91">
                  <c:v>35</c:v>
                </c:pt>
                <c:pt idx="92">
                  <c:v>35.6</c:v>
                </c:pt>
                <c:pt idx="93">
                  <c:v>35.799999999999997</c:v>
                </c:pt>
                <c:pt idx="94">
                  <c:v>36</c:v>
                </c:pt>
                <c:pt idx="95">
                  <c:v>36.6</c:v>
                </c:pt>
                <c:pt idx="96">
                  <c:v>36.799999999999997</c:v>
                </c:pt>
                <c:pt idx="97">
                  <c:v>36.799999999999997</c:v>
                </c:pt>
                <c:pt idx="98">
                  <c:v>37.6</c:v>
                </c:pt>
                <c:pt idx="99">
                  <c:v>38</c:v>
                </c:pt>
                <c:pt idx="100">
                  <c:v>38.4</c:v>
                </c:pt>
                <c:pt idx="101">
                  <c:v>38.799999999999997</c:v>
                </c:pt>
                <c:pt idx="102">
                  <c:v>39</c:v>
                </c:pt>
                <c:pt idx="103">
                  <c:v>39.6</c:v>
                </c:pt>
                <c:pt idx="104">
                  <c:v>40</c:v>
                </c:pt>
                <c:pt idx="105">
                  <c:v>40.6</c:v>
                </c:pt>
                <c:pt idx="106">
                  <c:v>40.6</c:v>
                </c:pt>
                <c:pt idx="107">
                  <c:v>41</c:v>
                </c:pt>
                <c:pt idx="108">
                  <c:v>41.2</c:v>
                </c:pt>
                <c:pt idx="109">
                  <c:v>41.4</c:v>
                </c:pt>
                <c:pt idx="110">
                  <c:v>41.6</c:v>
                </c:pt>
                <c:pt idx="111">
                  <c:v>41.8</c:v>
                </c:pt>
                <c:pt idx="112">
                  <c:v>42</c:v>
                </c:pt>
                <c:pt idx="113">
                  <c:v>42.4</c:v>
                </c:pt>
                <c:pt idx="114">
                  <c:v>42.4</c:v>
                </c:pt>
                <c:pt idx="115">
                  <c:v>43</c:v>
                </c:pt>
                <c:pt idx="116">
                  <c:v>43.4</c:v>
                </c:pt>
                <c:pt idx="117">
                  <c:v>44.2</c:v>
                </c:pt>
                <c:pt idx="118">
                  <c:v>44.2</c:v>
                </c:pt>
                <c:pt idx="119">
                  <c:v>44.2</c:v>
                </c:pt>
                <c:pt idx="120">
                  <c:v>44.8</c:v>
                </c:pt>
                <c:pt idx="121">
                  <c:v>45.6</c:v>
                </c:pt>
                <c:pt idx="122">
                  <c:v>45.8</c:v>
                </c:pt>
                <c:pt idx="123">
                  <c:v>46</c:v>
                </c:pt>
                <c:pt idx="124">
                  <c:v>46.2</c:v>
                </c:pt>
                <c:pt idx="125">
                  <c:v>46.4</c:v>
                </c:pt>
                <c:pt idx="126">
                  <c:v>47</c:v>
                </c:pt>
                <c:pt idx="127">
                  <c:v>47.2</c:v>
                </c:pt>
                <c:pt idx="128">
                  <c:v>48</c:v>
                </c:pt>
                <c:pt idx="129">
                  <c:v>48.2</c:v>
                </c:pt>
                <c:pt idx="130">
                  <c:v>49.2</c:v>
                </c:pt>
                <c:pt idx="131">
                  <c:v>49.4</c:v>
                </c:pt>
                <c:pt idx="132">
                  <c:v>49.6</c:v>
                </c:pt>
                <c:pt idx="133">
                  <c:v>49.8</c:v>
                </c:pt>
                <c:pt idx="134">
                  <c:v>50</c:v>
                </c:pt>
                <c:pt idx="135">
                  <c:v>50.6</c:v>
                </c:pt>
                <c:pt idx="136">
                  <c:v>51</c:v>
                </c:pt>
                <c:pt idx="137">
                  <c:v>51.2</c:v>
                </c:pt>
                <c:pt idx="138">
                  <c:v>51.4</c:v>
                </c:pt>
                <c:pt idx="139">
                  <c:v>51.8</c:v>
                </c:pt>
                <c:pt idx="140">
                  <c:v>52.4</c:v>
                </c:pt>
                <c:pt idx="141">
                  <c:v>52.6</c:v>
                </c:pt>
                <c:pt idx="142">
                  <c:v>53.2</c:v>
                </c:pt>
                <c:pt idx="143">
                  <c:v>53.4</c:v>
                </c:pt>
                <c:pt idx="144">
                  <c:v>53.8</c:v>
                </c:pt>
                <c:pt idx="145">
                  <c:v>53.8</c:v>
                </c:pt>
                <c:pt idx="146">
                  <c:v>54</c:v>
                </c:pt>
                <c:pt idx="147">
                  <c:v>54</c:v>
                </c:pt>
                <c:pt idx="148">
                  <c:v>54</c:v>
                </c:pt>
                <c:pt idx="149">
                  <c:v>54.4</c:v>
                </c:pt>
                <c:pt idx="150">
                  <c:v>54.4</c:v>
                </c:pt>
                <c:pt idx="151">
                  <c:v>54.8</c:v>
                </c:pt>
                <c:pt idx="152">
                  <c:v>55</c:v>
                </c:pt>
                <c:pt idx="153">
                  <c:v>55.2</c:v>
                </c:pt>
                <c:pt idx="154">
                  <c:v>55.4</c:v>
                </c:pt>
                <c:pt idx="155">
                  <c:v>55.6</c:v>
                </c:pt>
                <c:pt idx="156">
                  <c:v>56</c:v>
                </c:pt>
                <c:pt idx="157">
                  <c:v>56.6</c:v>
                </c:pt>
                <c:pt idx="158">
                  <c:v>56.8</c:v>
                </c:pt>
                <c:pt idx="159">
                  <c:v>57</c:v>
                </c:pt>
                <c:pt idx="160">
                  <c:v>57.2</c:v>
                </c:pt>
                <c:pt idx="161">
                  <c:v>57.4</c:v>
                </c:pt>
                <c:pt idx="162">
                  <c:v>58</c:v>
                </c:pt>
                <c:pt idx="163">
                  <c:v>58.2</c:v>
                </c:pt>
                <c:pt idx="164">
                  <c:v>58.4</c:v>
                </c:pt>
                <c:pt idx="165">
                  <c:v>58.6</c:v>
                </c:pt>
                <c:pt idx="166">
                  <c:v>59</c:v>
                </c:pt>
                <c:pt idx="167">
                  <c:v>59.2</c:v>
                </c:pt>
                <c:pt idx="168">
                  <c:v>59.8</c:v>
                </c:pt>
                <c:pt idx="169">
                  <c:v>60.2</c:v>
                </c:pt>
                <c:pt idx="170">
                  <c:v>60.6</c:v>
                </c:pt>
                <c:pt idx="171">
                  <c:v>61.2</c:v>
                </c:pt>
                <c:pt idx="172">
                  <c:v>61.6</c:v>
                </c:pt>
                <c:pt idx="173">
                  <c:v>62</c:v>
                </c:pt>
                <c:pt idx="174">
                  <c:v>62.8</c:v>
                </c:pt>
                <c:pt idx="175">
                  <c:v>63</c:v>
                </c:pt>
                <c:pt idx="176">
                  <c:v>63.6</c:v>
                </c:pt>
                <c:pt idx="177">
                  <c:v>64.400000000000006</c:v>
                </c:pt>
                <c:pt idx="178">
                  <c:v>64.599999999999994</c:v>
                </c:pt>
                <c:pt idx="179">
                  <c:v>64.8</c:v>
                </c:pt>
                <c:pt idx="180">
                  <c:v>65.2</c:v>
                </c:pt>
                <c:pt idx="181">
                  <c:v>65.2</c:v>
                </c:pt>
                <c:pt idx="182">
                  <c:v>66</c:v>
                </c:pt>
                <c:pt idx="183">
                  <c:v>66.8</c:v>
                </c:pt>
                <c:pt idx="184">
                  <c:v>67.2</c:v>
                </c:pt>
                <c:pt idx="185">
                  <c:v>67.8</c:v>
                </c:pt>
                <c:pt idx="186">
                  <c:v>67.8</c:v>
                </c:pt>
                <c:pt idx="187">
                  <c:v>68.2</c:v>
                </c:pt>
                <c:pt idx="188">
                  <c:v>68.599999999999994</c:v>
                </c:pt>
                <c:pt idx="189">
                  <c:v>69.2</c:v>
                </c:pt>
                <c:pt idx="190">
                  <c:v>69.400000000000006</c:v>
                </c:pt>
                <c:pt idx="191">
                  <c:v>69.599999999999994</c:v>
                </c:pt>
                <c:pt idx="192">
                  <c:v>69.8</c:v>
                </c:pt>
                <c:pt idx="193">
                  <c:v>70.2</c:v>
                </c:pt>
                <c:pt idx="194">
                  <c:v>71</c:v>
                </c:pt>
                <c:pt idx="195">
                  <c:v>71</c:v>
                </c:pt>
                <c:pt idx="196">
                  <c:v>71.599999999999994</c:v>
                </c:pt>
                <c:pt idx="197">
                  <c:v>72.400000000000006</c:v>
                </c:pt>
                <c:pt idx="198">
                  <c:v>72.8</c:v>
                </c:pt>
                <c:pt idx="199">
                  <c:v>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8DB-45A6-9758-DD940292E5C7}"/>
            </c:ext>
          </c:extLst>
        </c:ser>
        <c:ser>
          <c:idx val="6"/>
          <c:order val="6"/>
          <c:tx>
            <c:strRef>
              <c:f>save1!$FA$2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save1!$FA$3:$FA$202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0.4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0.8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1.4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2.2000000000000002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2.4</c:v>
                </c:pt>
                <c:pt idx="91">
                  <c:v>2.4</c:v>
                </c:pt>
                <c:pt idx="92">
                  <c:v>2.6</c:v>
                </c:pt>
                <c:pt idx="93">
                  <c:v>2.6</c:v>
                </c:pt>
                <c:pt idx="94">
                  <c:v>2.6</c:v>
                </c:pt>
                <c:pt idx="95">
                  <c:v>2.6</c:v>
                </c:pt>
                <c:pt idx="96">
                  <c:v>2.6</c:v>
                </c:pt>
                <c:pt idx="97">
                  <c:v>2.6</c:v>
                </c:pt>
                <c:pt idx="98">
                  <c:v>2.6</c:v>
                </c:pt>
                <c:pt idx="99">
                  <c:v>2.6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2.8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3</c:v>
                </c:pt>
                <c:pt idx="127">
                  <c:v>3</c:v>
                </c:pt>
                <c:pt idx="128">
                  <c:v>3</c:v>
                </c:pt>
                <c:pt idx="129">
                  <c:v>3</c:v>
                </c:pt>
                <c:pt idx="130">
                  <c:v>3</c:v>
                </c:pt>
                <c:pt idx="131">
                  <c:v>3.2</c:v>
                </c:pt>
                <c:pt idx="132">
                  <c:v>3.2</c:v>
                </c:pt>
                <c:pt idx="133">
                  <c:v>3.2</c:v>
                </c:pt>
                <c:pt idx="134">
                  <c:v>3.2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3.2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3.4</c:v>
                </c:pt>
                <c:pt idx="144">
                  <c:v>3.4</c:v>
                </c:pt>
                <c:pt idx="145">
                  <c:v>3.4</c:v>
                </c:pt>
                <c:pt idx="146">
                  <c:v>3.6</c:v>
                </c:pt>
                <c:pt idx="147">
                  <c:v>3.6</c:v>
                </c:pt>
                <c:pt idx="148">
                  <c:v>3.6</c:v>
                </c:pt>
                <c:pt idx="149">
                  <c:v>3.6</c:v>
                </c:pt>
                <c:pt idx="150">
                  <c:v>3.6</c:v>
                </c:pt>
                <c:pt idx="151">
                  <c:v>3.6</c:v>
                </c:pt>
                <c:pt idx="152">
                  <c:v>3.6</c:v>
                </c:pt>
                <c:pt idx="153">
                  <c:v>3.6</c:v>
                </c:pt>
                <c:pt idx="154">
                  <c:v>3.6</c:v>
                </c:pt>
                <c:pt idx="155">
                  <c:v>3.6</c:v>
                </c:pt>
                <c:pt idx="156">
                  <c:v>3.6</c:v>
                </c:pt>
                <c:pt idx="157">
                  <c:v>3.6</c:v>
                </c:pt>
                <c:pt idx="158">
                  <c:v>3.8</c:v>
                </c:pt>
                <c:pt idx="159">
                  <c:v>3.8</c:v>
                </c:pt>
                <c:pt idx="160">
                  <c:v>3.8</c:v>
                </c:pt>
                <c:pt idx="161">
                  <c:v>3.8</c:v>
                </c:pt>
                <c:pt idx="162">
                  <c:v>4</c:v>
                </c:pt>
                <c:pt idx="163">
                  <c:v>4.2</c:v>
                </c:pt>
                <c:pt idx="164">
                  <c:v>4.2</c:v>
                </c:pt>
                <c:pt idx="165">
                  <c:v>4.2</c:v>
                </c:pt>
                <c:pt idx="166">
                  <c:v>4.2</c:v>
                </c:pt>
                <c:pt idx="167">
                  <c:v>4.2</c:v>
                </c:pt>
                <c:pt idx="168">
                  <c:v>4.2</c:v>
                </c:pt>
                <c:pt idx="169">
                  <c:v>4.2</c:v>
                </c:pt>
                <c:pt idx="170">
                  <c:v>4.2</c:v>
                </c:pt>
                <c:pt idx="171">
                  <c:v>4.4000000000000004</c:v>
                </c:pt>
                <c:pt idx="172">
                  <c:v>4.4000000000000004</c:v>
                </c:pt>
                <c:pt idx="173">
                  <c:v>4.4000000000000004</c:v>
                </c:pt>
                <c:pt idx="174">
                  <c:v>4.4000000000000004</c:v>
                </c:pt>
                <c:pt idx="175">
                  <c:v>4.4000000000000004</c:v>
                </c:pt>
                <c:pt idx="176">
                  <c:v>4.4000000000000004</c:v>
                </c:pt>
                <c:pt idx="177">
                  <c:v>4.5999999999999996</c:v>
                </c:pt>
                <c:pt idx="178">
                  <c:v>4.5999999999999996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4.5999999999999996</c:v>
                </c:pt>
                <c:pt idx="182">
                  <c:v>5</c:v>
                </c:pt>
                <c:pt idx="183">
                  <c:v>5</c:v>
                </c:pt>
                <c:pt idx="184">
                  <c:v>5.2</c:v>
                </c:pt>
                <c:pt idx="185">
                  <c:v>5.4</c:v>
                </c:pt>
                <c:pt idx="186">
                  <c:v>5.4</c:v>
                </c:pt>
                <c:pt idx="187">
                  <c:v>5.4</c:v>
                </c:pt>
                <c:pt idx="188">
                  <c:v>5.4</c:v>
                </c:pt>
                <c:pt idx="189">
                  <c:v>5.4</c:v>
                </c:pt>
                <c:pt idx="190">
                  <c:v>5.4</c:v>
                </c:pt>
                <c:pt idx="191">
                  <c:v>5.4</c:v>
                </c:pt>
                <c:pt idx="192">
                  <c:v>5.6</c:v>
                </c:pt>
                <c:pt idx="193">
                  <c:v>5.6</c:v>
                </c:pt>
                <c:pt idx="194">
                  <c:v>5.6</c:v>
                </c:pt>
                <c:pt idx="195">
                  <c:v>5.6</c:v>
                </c:pt>
                <c:pt idx="196">
                  <c:v>5.6</c:v>
                </c:pt>
                <c:pt idx="197">
                  <c:v>5.8</c:v>
                </c:pt>
                <c:pt idx="198">
                  <c:v>5.8</c:v>
                </c:pt>
                <c:pt idx="19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8DB-45A6-9758-DD940292E5C7}"/>
            </c:ext>
          </c:extLst>
        </c:ser>
        <c:ser>
          <c:idx val="7"/>
          <c:order val="7"/>
          <c:tx>
            <c:strRef>
              <c:f>save1!$FB$2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save1!$FB$3:$FB$202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0.6</c:v>
                </c:pt>
                <c:pt idx="97">
                  <c:v>0.6</c:v>
                </c:pt>
                <c:pt idx="98">
                  <c:v>0.6</c:v>
                </c:pt>
                <c:pt idx="99">
                  <c:v>0.6</c:v>
                </c:pt>
                <c:pt idx="100">
                  <c:v>0.6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0.8</c:v>
                </c:pt>
                <c:pt idx="122">
                  <c:v>0.8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1.2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1.4</c:v>
                </c:pt>
                <c:pt idx="159">
                  <c:v>1.4</c:v>
                </c:pt>
                <c:pt idx="160">
                  <c:v>1.4</c:v>
                </c:pt>
                <c:pt idx="161">
                  <c:v>1.4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8DB-45A6-9758-DD940292E5C7}"/>
            </c:ext>
          </c:extLst>
        </c:ser>
        <c:ser>
          <c:idx val="8"/>
          <c:order val="8"/>
          <c:tx>
            <c:strRef>
              <c:f>save1!$FC$2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save1!$FC$3:$FC$202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0.2</c:v>
                </c:pt>
                <c:pt idx="178">
                  <c:v>0.2</c:v>
                </c:pt>
                <c:pt idx="179">
                  <c:v>0.2</c:v>
                </c:pt>
                <c:pt idx="180">
                  <c:v>0.2</c:v>
                </c:pt>
                <c:pt idx="181">
                  <c:v>0.2</c:v>
                </c:pt>
                <c:pt idx="182">
                  <c:v>0.2</c:v>
                </c:pt>
                <c:pt idx="183">
                  <c:v>0.2</c:v>
                </c:pt>
                <c:pt idx="184">
                  <c:v>0.2</c:v>
                </c:pt>
                <c:pt idx="185">
                  <c:v>0.2</c:v>
                </c:pt>
                <c:pt idx="186">
                  <c:v>0.2</c:v>
                </c:pt>
                <c:pt idx="187">
                  <c:v>0.2</c:v>
                </c:pt>
                <c:pt idx="188">
                  <c:v>0.2</c:v>
                </c:pt>
                <c:pt idx="189">
                  <c:v>0.2</c:v>
                </c:pt>
                <c:pt idx="190">
                  <c:v>0.2</c:v>
                </c:pt>
                <c:pt idx="191">
                  <c:v>0.2</c:v>
                </c:pt>
                <c:pt idx="192">
                  <c:v>0.2</c:v>
                </c:pt>
                <c:pt idx="193">
                  <c:v>0.2</c:v>
                </c:pt>
                <c:pt idx="194">
                  <c:v>0.2</c:v>
                </c:pt>
                <c:pt idx="195">
                  <c:v>0.2</c:v>
                </c:pt>
                <c:pt idx="196">
                  <c:v>0.2</c:v>
                </c:pt>
                <c:pt idx="197">
                  <c:v>0.2</c:v>
                </c:pt>
                <c:pt idx="198">
                  <c:v>0.2</c:v>
                </c:pt>
                <c:pt idx="199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8DB-45A6-9758-DD940292E5C7}"/>
            </c:ext>
          </c:extLst>
        </c:ser>
        <c:ser>
          <c:idx val="9"/>
          <c:order val="9"/>
          <c:tx>
            <c:strRef>
              <c:f>save1!$FD$2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save1!$FD$3:$FD$202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1</c:v>
                </c:pt>
                <c:pt idx="37">
                  <c:v>1.2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1.6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1.8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2.2000000000000002</c:v>
                </c:pt>
                <c:pt idx="86">
                  <c:v>2.2000000000000002</c:v>
                </c:pt>
                <c:pt idx="87">
                  <c:v>2.2000000000000002</c:v>
                </c:pt>
                <c:pt idx="88">
                  <c:v>2.2000000000000002</c:v>
                </c:pt>
                <c:pt idx="89">
                  <c:v>2.2000000000000002</c:v>
                </c:pt>
                <c:pt idx="90">
                  <c:v>2.4</c:v>
                </c:pt>
                <c:pt idx="91">
                  <c:v>2.4</c:v>
                </c:pt>
                <c:pt idx="92">
                  <c:v>2.4</c:v>
                </c:pt>
                <c:pt idx="93">
                  <c:v>2.4</c:v>
                </c:pt>
                <c:pt idx="94">
                  <c:v>2.4</c:v>
                </c:pt>
                <c:pt idx="95">
                  <c:v>2.4</c:v>
                </c:pt>
                <c:pt idx="96">
                  <c:v>2.4</c:v>
                </c:pt>
                <c:pt idx="97">
                  <c:v>2.6</c:v>
                </c:pt>
                <c:pt idx="98">
                  <c:v>2.6</c:v>
                </c:pt>
                <c:pt idx="99">
                  <c:v>2.6</c:v>
                </c:pt>
                <c:pt idx="100">
                  <c:v>2.6</c:v>
                </c:pt>
                <c:pt idx="101">
                  <c:v>2.6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3</c:v>
                </c:pt>
                <c:pt idx="106">
                  <c:v>3.2</c:v>
                </c:pt>
                <c:pt idx="107">
                  <c:v>3.2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</c:v>
                </c:pt>
                <c:pt idx="133">
                  <c:v>4</c:v>
                </c:pt>
                <c:pt idx="134">
                  <c:v>4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4.4000000000000004</c:v>
                </c:pt>
                <c:pt idx="148">
                  <c:v>4.4000000000000004</c:v>
                </c:pt>
                <c:pt idx="149">
                  <c:v>4.4000000000000004</c:v>
                </c:pt>
                <c:pt idx="150">
                  <c:v>4.4000000000000004</c:v>
                </c:pt>
                <c:pt idx="151">
                  <c:v>4.4000000000000004</c:v>
                </c:pt>
                <c:pt idx="152">
                  <c:v>4.4000000000000004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4.8</c:v>
                </c:pt>
                <c:pt idx="167">
                  <c:v>4.8</c:v>
                </c:pt>
                <c:pt idx="168">
                  <c:v>4.8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5.2</c:v>
                </c:pt>
                <c:pt idx="184">
                  <c:v>5.2</c:v>
                </c:pt>
                <c:pt idx="185">
                  <c:v>5.4</c:v>
                </c:pt>
                <c:pt idx="186">
                  <c:v>5.4</c:v>
                </c:pt>
                <c:pt idx="187">
                  <c:v>5.6</c:v>
                </c:pt>
                <c:pt idx="188">
                  <c:v>5.6</c:v>
                </c:pt>
                <c:pt idx="189">
                  <c:v>5.8</c:v>
                </c:pt>
                <c:pt idx="190">
                  <c:v>5.8</c:v>
                </c:pt>
                <c:pt idx="191">
                  <c:v>5.8</c:v>
                </c:pt>
                <c:pt idx="192">
                  <c:v>5.8</c:v>
                </c:pt>
                <c:pt idx="193">
                  <c:v>5.8</c:v>
                </c:pt>
                <c:pt idx="194">
                  <c:v>5.8</c:v>
                </c:pt>
                <c:pt idx="195">
                  <c:v>5.8</c:v>
                </c:pt>
                <c:pt idx="196">
                  <c:v>6</c:v>
                </c:pt>
                <c:pt idx="197">
                  <c:v>6</c:v>
                </c:pt>
                <c:pt idx="198">
                  <c:v>6.2</c:v>
                </c:pt>
                <c:pt idx="199">
                  <c:v>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8DB-45A6-9758-DD940292E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3 Key Advantage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save1!$EU$204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save1!$EU$205:$EU$404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0.6</c:v>
                </c:pt>
                <c:pt idx="3">
                  <c:v>0.6</c:v>
                </c:pt>
                <c:pt idx="4">
                  <c:v>1</c:v>
                </c:pt>
                <c:pt idx="5">
                  <c:v>1.6</c:v>
                </c:pt>
                <c:pt idx="6">
                  <c:v>1.6</c:v>
                </c:pt>
                <c:pt idx="7">
                  <c:v>3.2</c:v>
                </c:pt>
                <c:pt idx="8">
                  <c:v>3.8</c:v>
                </c:pt>
                <c:pt idx="9">
                  <c:v>3.8</c:v>
                </c:pt>
                <c:pt idx="10">
                  <c:v>4.2</c:v>
                </c:pt>
                <c:pt idx="11">
                  <c:v>4.4000000000000004</c:v>
                </c:pt>
                <c:pt idx="12">
                  <c:v>6.6</c:v>
                </c:pt>
                <c:pt idx="13">
                  <c:v>7</c:v>
                </c:pt>
                <c:pt idx="14">
                  <c:v>7.4</c:v>
                </c:pt>
                <c:pt idx="15">
                  <c:v>7.4</c:v>
                </c:pt>
                <c:pt idx="16">
                  <c:v>7.6</c:v>
                </c:pt>
                <c:pt idx="17">
                  <c:v>8</c:v>
                </c:pt>
                <c:pt idx="18">
                  <c:v>8</c:v>
                </c:pt>
                <c:pt idx="19">
                  <c:v>8.4</c:v>
                </c:pt>
                <c:pt idx="20">
                  <c:v>8.6</c:v>
                </c:pt>
                <c:pt idx="21">
                  <c:v>8.6</c:v>
                </c:pt>
                <c:pt idx="22">
                  <c:v>8.8000000000000007</c:v>
                </c:pt>
                <c:pt idx="23">
                  <c:v>9.1999999999999993</c:v>
                </c:pt>
                <c:pt idx="24">
                  <c:v>9.1999999999999993</c:v>
                </c:pt>
                <c:pt idx="25">
                  <c:v>9.1999999999999993</c:v>
                </c:pt>
                <c:pt idx="26">
                  <c:v>10</c:v>
                </c:pt>
                <c:pt idx="27">
                  <c:v>11.4</c:v>
                </c:pt>
                <c:pt idx="28">
                  <c:v>12.2</c:v>
                </c:pt>
                <c:pt idx="29">
                  <c:v>12.2</c:v>
                </c:pt>
                <c:pt idx="30">
                  <c:v>12.6</c:v>
                </c:pt>
                <c:pt idx="31">
                  <c:v>12.6</c:v>
                </c:pt>
                <c:pt idx="32">
                  <c:v>13.2</c:v>
                </c:pt>
                <c:pt idx="33">
                  <c:v>15.4</c:v>
                </c:pt>
                <c:pt idx="34">
                  <c:v>15.6</c:v>
                </c:pt>
                <c:pt idx="35">
                  <c:v>15.8</c:v>
                </c:pt>
                <c:pt idx="36">
                  <c:v>15.8</c:v>
                </c:pt>
                <c:pt idx="37">
                  <c:v>16.2</c:v>
                </c:pt>
                <c:pt idx="38">
                  <c:v>16.600000000000001</c:v>
                </c:pt>
                <c:pt idx="39">
                  <c:v>16.600000000000001</c:v>
                </c:pt>
                <c:pt idx="40">
                  <c:v>16.600000000000001</c:v>
                </c:pt>
                <c:pt idx="41">
                  <c:v>16.600000000000001</c:v>
                </c:pt>
                <c:pt idx="42">
                  <c:v>17.2</c:v>
                </c:pt>
                <c:pt idx="43">
                  <c:v>17.600000000000001</c:v>
                </c:pt>
                <c:pt idx="44">
                  <c:v>18.399999999999999</c:v>
                </c:pt>
                <c:pt idx="45">
                  <c:v>18.399999999999999</c:v>
                </c:pt>
                <c:pt idx="46">
                  <c:v>19</c:v>
                </c:pt>
                <c:pt idx="47">
                  <c:v>20.399999999999999</c:v>
                </c:pt>
                <c:pt idx="48">
                  <c:v>20.399999999999999</c:v>
                </c:pt>
                <c:pt idx="49">
                  <c:v>20.399999999999999</c:v>
                </c:pt>
                <c:pt idx="50">
                  <c:v>20.6</c:v>
                </c:pt>
                <c:pt idx="51">
                  <c:v>21.8</c:v>
                </c:pt>
                <c:pt idx="52">
                  <c:v>22.6</c:v>
                </c:pt>
                <c:pt idx="53">
                  <c:v>25.2</c:v>
                </c:pt>
                <c:pt idx="54">
                  <c:v>26.6</c:v>
                </c:pt>
                <c:pt idx="55">
                  <c:v>26.6</c:v>
                </c:pt>
                <c:pt idx="56">
                  <c:v>27.4</c:v>
                </c:pt>
                <c:pt idx="57">
                  <c:v>27.4</c:v>
                </c:pt>
                <c:pt idx="58">
                  <c:v>28.8</c:v>
                </c:pt>
                <c:pt idx="59">
                  <c:v>28.8</c:v>
                </c:pt>
                <c:pt idx="60">
                  <c:v>29.8</c:v>
                </c:pt>
                <c:pt idx="61">
                  <c:v>29.8</c:v>
                </c:pt>
                <c:pt idx="62">
                  <c:v>30.8</c:v>
                </c:pt>
                <c:pt idx="63">
                  <c:v>32</c:v>
                </c:pt>
                <c:pt idx="64">
                  <c:v>32.200000000000003</c:v>
                </c:pt>
                <c:pt idx="65">
                  <c:v>32.200000000000003</c:v>
                </c:pt>
                <c:pt idx="66">
                  <c:v>32.799999999999997</c:v>
                </c:pt>
                <c:pt idx="67">
                  <c:v>32.799999999999997</c:v>
                </c:pt>
                <c:pt idx="68">
                  <c:v>32.799999999999997</c:v>
                </c:pt>
                <c:pt idx="69">
                  <c:v>33.4</c:v>
                </c:pt>
                <c:pt idx="70">
                  <c:v>33.4</c:v>
                </c:pt>
                <c:pt idx="71">
                  <c:v>33.6</c:v>
                </c:pt>
                <c:pt idx="72">
                  <c:v>34</c:v>
                </c:pt>
                <c:pt idx="73">
                  <c:v>35.200000000000003</c:v>
                </c:pt>
                <c:pt idx="74">
                  <c:v>35.799999999999997</c:v>
                </c:pt>
                <c:pt idx="75">
                  <c:v>36</c:v>
                </c:pt>
                <c:pt idx="76">
                  <c:v>36.6</c:v>
                </c:pt>
                <c:pt idx="77">
                  <c:v>36.799999999999997</c:v>
                </c:pt>
                <c:pt idx="78">
                  <c:v>36.799999999999997</c:v>
                </c:pt>
                <c:pt idx="79">
                  <c:v>38.200000000000003</c:v>
                </c:pt>
                <c:pt idx="80">
                  <c:v>38.200000000000003</c:v>
                </c:pt>
                <c:pt idx="81">
                  <c:v>38.200000000000003</c:v>
                </c:pt>
                <c:pt idx="82">
                  <c:v>39.6</c:v>
                </c:pt>
                <c:pt idx="83">
                  <c:v>40.799999999999997</c:v>
                </c:pt>
                <c:pt idx="84">
                  <c:v>41</c:v>
                </c:pt>
                <c:pt idx="85">
                  <c:v>42</c:v>
                </c:pt>
                <c:pt idx="86">
                  <c:v>42.8</c:v>
                </c:pt>
                <c:pt idx="87">
                  <c:v>44.2</c:v>
                </c:pt>
                <c:pt idx="88">
                  <c:v>45.4</c:v>
                </c:pt>
                <c:pt idx="89">
                  <c:v>45.4</c:v>
                </c:pt>
                <c:pt idx="90">
                  <c:v>45.4</c:v>
                </c:pt>
                <c:pt idx="91">
                  <c:v>46.8</c:v>
                </c:pt>
                <c:pt idx="92">
                  <c:v>47</c:v>
                </c:pt>
                <c:pt idx="93">
                  <c:v>47.8</c:v>
                </c:pt>
                <c:pt idx="94">
                  <c:v>48.6</c:v>
                </c:pt>
                <c:pt idx="95">
                  <c:v>50.2</c:v>
                </c:pt>
                <c:pt idx="96">
                  <c:v>50.4</c:v>
                </c:pt>
                <c:pt idx="97">
                  <c:v>50.6</c:v>
                </c:pt>
                <c:pt idx="98">
                  <c:v>50.6</c:v>
                </c:pt>
                <c:pt idx="99">
                  <c:v>51.4</c:v>
                </c:pt>
                <c:pt idx="100">
                  <c:v>52.4</c:v>
                </c:pt>
                <c:pt idx="101">
                  <c:v>53.6</c:v>
                </c:pt>
                <c:pt idx="102">
                  <c:v>53.8</c:v>
                </c:pt>
                <c:pt idx="103">
                  <c:v>54.4</c:v>
                </c:pt>
                <c:pt idx="104">
                  <c:v>54.6</c:v>
                </c:pt>
                <c:pt idx="105">
                  <c:v>55.2</c:v>
                </c:pt>
                <c:pt idx="106">
                  <c:v>55.8</c:v>
                </c:pt>
                <c:pt idx="107">
                  <c:v>57.2</c:v>
                </c:pt>
                <c:pt idx="108">
                  <c:v>57.6</c:v>
                </c:pt>
                <c:pt idx="109">
                  <c:v>57.6</c:v>
                </c:pt>
                <c:pt idx="110">
                  <c:v>57.6</c:v>
                </c:pt>
                <c:pt idx="111">
                  <c:v>58</c:v>
                </c:pt>
                <c:pt idx="112">
                  <c:v>59.6</c:v>
                </c:pt>
                <c:pt idx="113">
                  <c:v>60.6</c:v>
                </c:pt>
                <c:pt idx="114">
                  <c:v>61</c:v>
                </c:pt>
                <c:pt idx="115">
                  <c:v>61.6</c:v>
                </c:pt>
                <c:pt idx="116">
                  <c:v>61.8</c:v>
                </c:pt>
                <c:pt idx="117">
                  <c:v>62.4</c:v>
                </c:pt>
                <c:pt idx="118">
                  <c:v>62.6</c:v>
                </c:pt>
                <c:pt idx="119">
                  <c:v>62.8</c:v>
                </c:pt>
                <c:pt idx="120">
                  <c:v>63</c:v>
                </c:pt>
                <c:pt idx="121">
                  <c:v>63</c:v>
                </c:pt>
                <c:pt idx="122">
                  <c:v>63.2</c:v>
                </c:pt>
                <c:pt idx="123">
                  <c:v>64</c:v>
                </c:pt>
                <c:pt idx="124">
                  <c:v>64.599999999999994</c:v>
                </c:pt>
                <c:pt idx="125">
                  <c:v>64.599999999999994</c:v>
                </c:pt>
                <c:pt idx="126">
                  <c:v>64.599999999999994</c:v>
                </c:pt>
                <c:pt idx="127">
                  <c:v>66</c:v>
                </c:pt>
                <c:pt idx="128">
                  <c:v>67.2</c:v>
                </c:pt>
                <c:pt idx="129">
                  <c:v>67.599999999999994</c:v>
                </c:pt>
                <c:pt idx="130">
                  <c:v>68</c:v>
                </c:pt>
                <c:pt idx="131">
                  <c:v>68</c:v>
                </c:pt>
                <c:pt idx="132">
                  <c:v>68.599999999999994</c:v>
                </c:pt>
                <c:pt idx="133">
                  <c:v>69</c:v>
                </c:pt>
                <c:pt idx="134">
                  <c:v>69.2</c:v>
                </c:pt>
                <c:pt idx="135">
                  <c:v>69.400000000000006</c:v>
                </c:pt>
                <c:pt idx="136">
                  <c:v>71.599999999999994</c:v>
                </c:pt>
                <c:pt idx="137">
                  <c:v>71.8</c:v>
                </c:pt>
                <c:pt idx="138">
                  <c:v>73.400000000000006</c:v>
                </c:pt>
                <c:pt idx="139">
                  <c:v>73.599999999999994</c:v>
                </c:pt>
                <c:pt idx="140">
                  <c:v>74</c:v>
                </c:pt>
                <c:pt idx="141">
                  <c:v>74.599999999999994</c:v>
                </c:pt>
                <c:pt idx="142">
                  <c:v>74.8</c:v>
                </c:pt>
                <c:pt idx="143">
                  <c:v>75</c:v>
                </c:pt>
                <c:pt idx="144">
                  <c:v>75.400000000000006</c:v>
                </c:pt>
                <c:pt idx="145">
                  <c:v>75.599999999999994</c:v>
                </c:pt>
                <c:pt idx="146">
                  <c:v>75.599999999999994</c:v>
                </c:pt>
                <c:pt idx="147">
                  <c:v>76</c:v>
                </c:pt>
                <c:pt idx="148">
                  <c:v>76</c:v>
                </c:pt>
                <c:pt idx="149">
                  <c:v>76.599999999999994</c:v>
                </c:pt>
                <c:pt idx="150">
                  <c:v>76.8</c:v>
                </c:pt>
                <c:pt idx="151">
                  <c:v>77</c:v>
                </c:pt>
                <c:pt idx="152">
                  <c:v>77.599999999999994</c:v>
                </c:pt>
                <c:pt idx="153">
                  <c:v>77.599999999999994</c:v>
                </c:pt>
                <c:pt idx="154">
                  <c:v>79</c:v>
                </c:pt>
                <c:pt idx="155">
                  <c:v>79</c:v>
                </c:pt>
                <c:pt idx="156">
                  <c:v>80.2</c:v>
                </c:pt>
                <c:pt idx="157">
                  <c:v>80.400000000000006</c:v>
                </c:pt>
                <c:pt idx="158">
                  <c:v>81</c:v>
                </c:pt>
                <c:pt idx="159">
                  <c:v>81</c:v>
                </c:pt>
                <c:pt idx="160">
                  <c:v>81.2</c:v>
                </c:pt>
                <c:pt idx="161">
                  <c:v>81.599999999999994</c:v>
                </c:pt>
                <c:pt idx="162">
                  <c:v>81.8</c:v>
                </c:pt>
                <c:pt idx="163">
                  <c:v>82.2</c:v>
                </c:pt>
                <c:pt idx="164">
                  <c:v>83.4</c:v>
                </c:pt>
                <c:pt idx="165">
                  <c:v>84.2</c:v>
                </c:pt>
                <c:pt idx="166">
                  <c:v>86</c:v>
                </c:pt>
                <c:pt idx="167">
                  <c:v>86.6</c:v>
                </c:pt>
                <c:pt idx="168">
                  <c:v>86.8</c:v>
                </c:pt>
                <c:pt idx="169">
                  <c:v>87.4</c:v>
                </c:pt>
                <c:pt idx="170">
                  <c:v>88</c:v>
                </c:pt>
                <c:pt idx="171">
                  <c:v>89</c:v>
                </c:pt>
                <c:pt idx="172">
                  <c:v>89.6</c:v>
                </c:pt>
                <c:pt idx="173">
                  <c:v>90.6</c:v>
                </c:pt>
                <c:pt idx="174">
                  <c:v>90.6</c:v>
                </c:pt>
                <c:pt idx="175">
                  <c:v>90.6</c:v>
                </c:pt>
                <c:pt idx="176">
                  <c:v>91.2</c:v>
                </c:pt>
                <c:pt idx="177">
                  <c:v>91.8</c:v>
                </c:pt>
                <c:pt idx="178">
                  <c:v>92</c:v>
                </c:pt>
                <c:pt idx="179">
                  <c:v>93.4</c:v>
                </c:pt>
                <c:pt idx="180">
                  <c:v>96</c:v>
                </c:pt>
                <c:pt idx="181">
                  <c:v>97.2</c:v>
                </c:pt>
                <c:pt idx="182">
                  <c:v>98.4</c:v>
                </c:pt>
                <c:pt idx="183">
                  <c:v>98.6</c:v>
                </c:pt>
                <c:pt idx="184">
                  <c:v>99.4</c:v>
                </c:pt>
                <c:pt idx="185">
                  <c:v>99.4</c:v>
                </c:pt>
                <c:pt idx="186">
                  <c:v>99.4</c:v>
                </c:pt>
                <c:pt idx="187">
                  <c:v>99.4</c:v>
                </c:pt>
                <c:pt idx="188">
                  <c:v>99.6</c:v>
                </c:pt>
                <c:pt idx="189">
                  <c:v>100.2</c:v>
                </c:pt>
                <c:pt idx="190">
                  <c:v>100.6</c:v>
                </c:pt>
                <c:pt idx="191">
                  <c:v>102.2</c:v>
                </c:pt>
                <c:pt idx="192">
                  <c:v>103.6</c:v>
                </c:pt>
                <c:pt idx="193">
                  <c:v>105.2</c:v>
                </c:pt>
                <c:pt idx="194">
                  <c:v>107</c:v>
                </c:pt>
                <c:pt idx="195">
                  <c:v>109.2</c:v>
                </c:pt>
                <c:pt idx="196">
                  <c:v>109.2</c:v>
                </c:pt>
                <c:pt idx="197">
                  <c:v>110.2</c:v>
                </c:pt>
                <c:pt idx="198">
                  <c:v>110.2</c:v>
                </c:pt>
                <c:pt idx="199">
                  <c:v>110.6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3D-4696-B7C6-8A2EE7A6FD8F}"/>
            </c:ext>
          </c:extLst>
        </c:ser>
        <c:ser>
          <c:idx val="1"/>
          <c:order val="1"/>
          <c:tx>
            <c:strRef>
              <c:f>save1!$EV$204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save1!$EV$205:$EV$404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0.6</c:v>
                </c:pt>
                <c:pt idx="5">
                  <c:v>0.8</c:v>
                </c:pt>
                <c:pt idx="6">
                  <c:v>0.8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1.2</c:v>
                </c:pt>
                <c:pt idx="12">
                  <c:v>1.4</c:v>
                </c:pt>
                <c:pt idx="13">
                  <c:v>1.6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2.2000000000000002</c:v>
                </c:pt>
                <c:pt idx="18">
                  <c:v>2.2000000000000002</c:v>
                </c:pt>
                <c:pt idx="19">
                  <c:v>2.4</c:v>
                </c:pt>
                <c:pt idx="20">
                  <c:v>2.8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3.2</c:v>
                </c:pt>
                <c:pt idx="25">
                  <c:v>3.2</c:v>
                </c:pt>
                <c:pt idx="26">
                  <c:v>3.8</c:v>
                </c:pt>
                <c:pt idx="27">
                  <c:v>3.8</c:v>
                </c:pt>
                <c:pt idx="28">
                  <c:v>3.8</c:v>
                </c:pt>
                <c:pt idx="29">
                  <c:v>4.2</c:v>
                </c:pt>
                <c:pt idx="30">
                  <c:v>4.2</c:v>
                </c:pt>
                <c:pt idx="31">
                  <c:v>4.4000000000000004</c:v>
                </c:pt>
                <c:pt idx="32">
                  <c:v>4.5999999999999996</c:v>
                </c:pt>
                <c:pt idx="33">
                  <c:v>5.4</c:v>
                </c:pt>
                <c:pt idx="34">
                  <c:v>5.6</c:v>
                </c:pt>
                <c:pt idx="35">
                  <c:v>5.6</c:v>
                </c:pt>
                <c:pt idx="36">
                  <c:v>5.8</c:v>
                </c:pt>
                <c:pt idx="37">
                  <c:v>6</c:v>
                </c:pt>
                <c:pt idx="38">
                  <c:v>6.4</c:v>
                </c:pt>
                <c:pt idx="39">
                  <c:v>6.4</c:v>
                </c:pt>
                <c:pt idx="40">
                  <c:v>6.6</c:v>
                </c:pt>
                <c:pt idx="41">
                  <c:v>7</c:v>
                </c:pt>
                <c:pt idx="42">
                  <c:v>7</c:v>
                </c:pt>
                <c:pt idx="43">
                  <c:v>7.2</c:v>
                </c:pt>
                <c:pt idx="44">
                  <c:v>7.2</c:v>
                </c:pt>
                <c:pt idx="45">
                  <c:v>7.2</c:v>
                </c:pt>
                <c:pt idx="46">
                  <c:v>7.6</c:v>
                </c:pt>
                <c:pt idx="47">
                  <c:v>7.8</c:v>
                </c:pt>
                <c:pt idx="48">
                  <c:v>8.6</c:v>
                </c:pt>
                <c:pt idx="49">
                  <c:v>8.8000000000000007</c:v>
                </c:pt>
                <c:pt idx="50">
                  <c:v>9</c:v>
                </c:pt>
                <c:pt idx="51">
                  <c:v>9.4</c:v>
                </c:pt>
                <c:pt idx="52">
                  <c:v>9.4</c:v>
                </c:pt>
                <c:pt idx="53">
                  <c:v>10</c:v>
                </c:pt>
                <c:pt idx="54">
                  <c:v>10.4</c:v>
                </c:pt>
                <c:pt idx="55">
                  <c:v>10.6</c:v>
                </c:pt>
                <c:pt idx="56">
                  <c:v>10.8</c:v>
                </c:pt>
                <c:pt idx="57">
                  <c:v>11.2</c:v>
                </c:pt>
                <c:pt idx="58">
                  <c:v>12.2</c:v>
                </c:pt>
                <c:pt idx="59">
                  <c:v>12.2</c:v>
                </c:pt>
                <c:pt idx="60">
                  <c:v>12.6</c:v>
                </c:pt>
                <c:pt idx="61">
                  <c:v>13</c:v>
                </c:pt>
                <c:pt idx="62">
                  <c:v>13.2</c:v>
                </c:pt>
                <c:pt idx="63">
                  <c:v>13.4</c:v>
                </c:pt>
                <c:pt idx="64">
                  <c:v>13.4</c:v>
                </c:pt>
                <c:pt idx="65">
                  <c:v>13.4</c:v>
                </c:pt>
                <c:pt idx="66">
                  <c:v>13.8</c:v>
                </c:pt>
                <c:pt idx="67">
                  <c:v>14</c:v>
                </c:pt>
                <c:pt idx="68">
                  <c:v>14.4</c:v>
                </c:pt>
                <c:pt idx="69">
                  <c:v>14.6</c:v>
                </c:pt>
                <c:pt idx="70">
                  <c:v>15.2</c:v>
                </c:pt>
                <c:pt idx="71">
                  <c:v>15.2</c:v>
                </c:pt>
                <c:pt idx="72">
                  <c:v>15.4</c:v>
                </c:pt>
                <c:pt idx="73">
                  <c:v>16</c:v>
                </c:pt>
                <c:pt idx="74">
                  <c:v>16</c:v>
                </c:pt>
                <c:pt idx="75">
                  <c:v>16.2</c:v>
                </c:pt>
                <c:pt idx="76">
                  <c:v>16.399999999999999</c:v>
                </c:pt>
                <c:pt idx="77">
                  <c:v>16.399999999999999</c:v>
                </c:pt>
                <c:pt idx="78">
                  <c:v>16.600000000000001</c:v>
                </c:pt>
                <c:pt idx="79">
                  <c:v>16.600000000000001</c:v>
                </c:pt>
                <c:pt idx="80">
                  <c:v>16.8</c:v>
                </c:pt>
                <c:pt idx="81">
                  <c:v>17</c:v>
                </c:pt>
                <c:pt idx="82">
                  <c:v>17</c:v>
                </c:pt>
                <c:pt idx="83">
                  <c:v>17.2</c:v>
                </c:pt>
                <c:pt idx="84">
                  <c:v>17.2</c:v>
                </c:pt>
                <c:pt idx="85">
                  <c:v>17.2</c:v>
                </c:pt>
                <c:pt idx="86">
                  <c:v>17.2</c:v>
                </c:pt>
                <c:pt idx="87">
                  <c:v>17.399999999999999</c:v>
                </c:pt>
                <c:pt idx="88">
                  <c:v>17.600000000000001</c:v>
                </c:pt>
                <c:pt idx="89">
                  <c:v>17.600000000000001</c:v>
                </c:pt>
                <c:pt idx="90">
                  <c:v>17.8</c:v>
                </c:pt>
                <c:pt idx="91">
                  <c:v>17.8</c:v>
                </c:pt>
                <c:pt idx="92">
                  <c:v>18</c:v>
                </c:pt>
                <c:pt idx="93">
                  <c:v>18.2</c:v>
                </c:pt>
                <c:pt idx="94">
                  <c:v>18.399999999999999</c:v>
                </c:pt>
                <c:pt idx="95">
                  <c:v>18.399999999999999</c:v>
                </c:pt>
                <c:pt idx="96">
                  <c:v>18.399999999999999</c:v>
                </c:pt>
                <c:pt idx="97">
                  <c:v>18.600000000000001</c:v>
                </c:pt>
                <c:pt idx="98">
                  <c:v>18.600000000000001</c:v>
                </c:pt>
                <c:pt idx="99">
                  <c:v>18.600000000000001</c:v>
                </c:pt>
                <c:pt idx="100">
                  <c:v>18.600000000000001</c:v>
                </c:pt>
                <c:pt idx="101">
                  <c:v>18.8</c:v>
                </c:pt>
                <c:pt idx="102">
                  <c:v>18.8</c:v>
                </c:pt>
                <c:pt idx="103">
                  <c:v>18.8</c:v>
                </c:pt>
                <c:pt idx="104">
                  <c:v>18.8</c:v>
                </c:pt>
                <c:pt idx="105">
                  <c:v>18.8</c:v>
                </c:pt>
                <c:pt idx="106">
                  <c:v>19</c:v>
                </c:pt>
                <c:pt idx="107">
                  <c:v>19</c:v>
                </c:pt>
                <c:pt idx="108">
                  <c:v>19</c:v>
                </c:pt>
                <c:pt idx="109">
                  <c:v>19.2</c:v>
                </c:pt>
                <c:pt idx="110">
                  <c:v>19.2</c:v>
                </c:pt>
                <c:pt idx="111">
                  <c:v>19.399999999999999</c:v>
                </c:pt>
                <c:pt idx="112">
                  <c:v>19.600000000000001</c:v>
                </c:pt>
                <c:pt idx="113">
                  <c:v>20</c:v>
                </c:pt>
                <c:pt idx="114">
                  <c:v>20.2</c:v>
                </c:pt>
                <c:pt idx="115">
                  <c:v>20.2</c:v>
                </c:pt>
                <c:pt idx="116">
                  <c:v>20.2</c:v>
                </c:pt>
                <c:pt idx="117">
                  <c:v>20.8</c:v>
                </c:pt>
                <c:pt idx="118">
                  <c:v>21</c:v>
                </c:pt>
                <c:pt idx="119">
                  <c:v>21</c:v>
                </c:pt>
                <c:pt idx="120">
                  <c:v>21.4</c:v>
                </c:pt>
                <c:pt idx="121">
                  <c:v>21.6</c:v>
                </c:pt>
                <c:pt idx="122">
                  <c:v>21.8</c:v>
                </c:pt>
                <c:pt idx="123">
                  <c:v>22</c:v>
                </c:pt>
                <c:pt idx="124">
                  <c:v>22.4</c:v>
                </c:pt>
                <c:pt idx="125">
                  <c:v>22.8</c:v>
                </c:pt>
                <c:pt idx="126">
                  <c:v>23.2</c:v>
                </c:pt>
                <c:pt idx="127">
                  <c:v>23.8</c:v>
                </c:pt>
                <c:pt idx="128">
                  <c:v>24</c:v>
                </c:pt>
                <c:pt idx="129">
                  <c:v>24</c:v>
                </c:pt>
                <c:pt idx="130">
                  <c:v>24.6</c:v>
                </c:pt>
                <c:pt idx="131">
                  <c:v>24.6</c:v>
                </c:pt>
                <c:pt idx="132">
                  <c:v>24.6</c:v>
                </c:pt>
                <c:pt idx="133">
                  <c:v>24.6</c:v>
                </c:pt>
                <c:pt idx="134">
                  <c:v>24.6</c:v>
                </c:pt>
                <c:pt idx="135">
                  <c:v>24.6</c:v>
                </c:pt>
                <c:pt idx="136">
                  <c:v>24.8</c:v>
                </c:pt>
                <c:pt idx="137">
                  <c:v>24.8</c:v>
                </c:pt>
                <c:pt idx="138">
                  <c:v>24.8</c:v>
                </c:pt>
                <c:pt idx="139">
                  <c:v>24.8</c:v>
                </c:pt>
                <c:pt idx="140">
                  <c:v>25</c:v>
                </c:pt>
                <c:pt idx="141">
                  <c:v>25.2</c:v>
                </c:pt>
                <c:pt idx="142">
                  <c:v>25.8</c:v>
                </c:pt>
                <c:pt idx="143">
                  <c:v>25.8</c:v>
                </c:pt>
                <c:pt idx="144">
                  <c:v>25.8</c:v>
                </c:pt>
                <c:pt idx="145">
                  <c:v>25.8</c:v>
                </c:pt>
                <c:pt idx="146">
                  <c:v>26</c:v>
                </c:pt>
                <c:pt idx="147">
                  <c:v>26</c:v>
                </c:pt>
                <c:pt idx="148">
                  <c:v>26</c:v>
                </c:pt>
                <c:pt idx="149">
                  <c:v>26</c:v>
                </c:pt>
                <c:pt idx="150">
                  <c:v>26</c:v>
                </c:pt>
                <c:pt idx="151">
                  <c:v>26</c:v>
                </c:pt>
                <c:pt idx="152">
                  <c:v>26</c:v>
                </c:pt>
                <c:pt idx="153">
                  <c:v>26</c:v>
                </c:pt>
                <c:pt idx="154">
                  <c:v>26.4</c:v>
                </c:pt>
                <c:pt idx="155">
                  <c:v>26.6</c:v>
                </c:pt>
                <c:pt idx="156">
                  <c:v>26.8</c:v>
                </c:pt>
                <c:pt idx="157">
                  <c:v>27</c:v>
                </c:pt>
                <c:pt idx="158">
                  <c:v>27.4</c:v>
                </c:pt>
                <c:pt idx="159">
                  <c:v>27.4</c:v>
                </c:pt>
                <c:pt idx="160">
                  <c:v>27.6</c:v>
                </c:pt>
                <c:pt idx="161">
                  <c:v>27.8</c:v>
                </c:pt>
                <c:pt idx="162">
                  <c:v>27.8</c:v>
                </c:pt>
                <c:pt idx="163">
                  <c:v>27.8</c:v>
                </c:pt>
                <c:pt idx="164">
                  <c:v>28.2</c:v>
                </c:pt>
                <c:pt idx="165">
                  <c:v>28.2</c:v>
                </c:pt>
                <c:pt idx="166">
                  <c:v>28.4</c:v>
                </c:pt>
                <c:pt idx="167">
                  <c:v>28.8</c:v>
                </c:pt>
                <c:pt idx="168">
                  <c:v>29.2</c:v>
                </c:pt>
                <c:pt idx="169">
                  <c:v>29.6</c:v>
                </c:pt>
                <c:pt idx="170">
                  <c:v>30</c:v>
                </c:pt>
                <c:pt idx="171">
                  <c:v>30.2</c:v>
                </c:pt>
                <c:pt idx="172">
                  <c:v>30.2</c:v>
                </c:pt>
                <c:pt idx="173">
                  <c:v>30.2</c:v>
                </c:pt>
                <c:pt idx="174">
                  <c:v>30.2</c:v>
                </c:pt>
                <c:pt idx="175">
                  <c:v>31</c:v>
                </c:pt>
                <c:pt idx="176">
                  <c:v>31.2</c:v>
                </c:pt>
                <c:pt idx="177">
                  <c:v>31.2</c:v>
                </c:pt>
                <c:pt idx="178">
                  <c:v>31.6</c:v>
                </c:pt>
                <c:pt idx="179">
                  <c:v>32</c:v>
                </c:pt>
                <c:pt idx="180">
                  <c:v>32.4</c:v>
                </c:pt>
                <c:pt idx="181">
                  <c:v>32.6</c:v>
                </c:pt>
                <c:pt idx="182">
                  <c:v>32.6</c:v>
                </c:pt>
                <c:pt idx="183">
                  <c:v>32.6</c:v>
                </c:pt>
                <c:pt idx="184">
                  <c:v>32.799999999999997</c:v>
                </c:pt>
                <c:pt idx="185">
                  <c:v>32.799999999999997</c:v>
                </c:pt>
                <c:pt idx="186">
                  <c:v>32.799999999999997</c:v>
                </c:pt>
                <c:pt idx="187">
                  <c:v>33</c:v>
                </c:pt>
                <c:pt idx="188">
                  <c:v>33.200000000000003</c:v>
                </c:pt>
                <c:pt idx="189">
                  <c:v>33.4</c:v>
                </c:pt>
                <c:pt idx="190">
                  <c:v>33.799999999999997</c:v>
                </c:pt>
                <c:pt idx="191">
                  <c:v>34.200000000000003</c:v>
                </c:pt>
                <c:pt idx="192">
                  <c:v>34.4</c:v>
                </c:pt>
                <c:pt idx="193">
                  <c:v>34.4</c:v>
                </c:pt>
                <c:pt idx="194">
                  <c:v>34.4</c:v>
                </c:pt>
                <c:pt idx="195">
                  <c:v>36</c:v>
                </c:pt>
                <c:pt idx="196">
                  <c:v>36.200000000000003</c:v>
                </c:pt>
                <c:pt idx="197">
                  <c:v>37.200000000000003</c:v>
                </c:pt>
                <c:pt idx="198">
                  <c:v>37.4</c:v>
                </c:pt>
                <c:pt idx="199">
                  <c:v>37.799999999999997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3D-4696-B7C6-8A2EE7A6FD8F}"/>
            </c:ext>
          </c:extLst>
        </c:ser>
        <c:ser>
          <c:idx val="2"/>
          <c:order val="2"/>
          <c:tx>
            <c:strRef>
              <c:f>save1!$EW$204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save1!$EW$205:$EW$404</c:f>
              <c:numCache>
                <c:formatCode>General</c:formatCode>
                <c:ptCount val="200"/>
                <c:pt idx="0">
                  <c:v>3</c:v>
                </c:pt>
                <c:pt idx="1">
                  <c:v>3.2</c:v>
                </c:pt>
                <c:pt idx="2">
                  <c:v>3.2</c:v>
                </c:pt>
                <c:pt idx="3">
                  <c:v>3</c:v>
                </c:pt>
                <c:pt idx="4">
                  <c:v>3</c:v>
                </c:pt>
                <c:pt idx="5">
                  <c:v>2.8</c:v>
                </c:pt>
                <c:pt idx="6">
                  <c:v>2.8</c:v>
                </c:pt>
                <c:pt idx="7">
                  <c:v>2.8</c:v>
                </c:pt>
                <c:pt idx="8">
                  <c:v>3.2</c:v>
                </c:pt>
                <c:pt idx="9">
                  <c:v>3</c:v>
                </c:pt>
                <c:pt idx="10">
                  <c:v>3.2</c:v>
                </c:pt>
                <c:pt idx="11">
                  <c:v>3.6</c:v>
                </c:pt>
                <c:pt idx="12">
                  <c:v>3.2</c:v>
                </c:pt>
                <c:pt idx="13">
                  <c:v>3.6</c:v>
                </c:pt>
                <c:pt idx="14">
                  <c:v>4</c:v>
                </c:pt>
                <c:pt idx="15">
                  <c:v>4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4.2</c:v>
                </c:pt>
                <c:pt idx="19">
                  <c:v>4.2</c:v>
                </c:pt>
                <c:pt idx="20">
                  <c:v>4</c:v>
                </c:pt>
                <c:pt idx="21">
                  <c:v>4</c:v>
                </c:pt>
                <c:pt idx="22">
                  <c:v>4.2</c:v>
                </c:pt>
                <c:pt idx="23">
                  <c:v>4</c:v>
                </c:pt>
                <c:pt idx="24">
                  <c:v>4</c:v>
                </c:pt>
                <c:pt idx="25">
                  <c:v>4.4000000000000004</c:v>
                </c:pt>
                <c:pt idx="26">
                  <c:v>4.4000000000000004</c:v>
                </c:pt>
                <c:pt idx="27">
                  <c:v>4.2</c:v>
                </c:pt>
                <c:pt idx="28">
                  <c:v>4.4000000000000004</c:v>
                </c:pt>
                <c:pt idx="29">
                  <c:v>4.4000000000000004</c:v>
                </c:pt>
                <c:pt idx="30">
                  <c:v>4.4000000000000004</c:v>
                </c:pt>
                <c:pt idx="31">
                  <c:v>4.4000000000000004</c:v>
                </c:pt>
                <c:pt idx="32">
                  <c:v>4.4000000000000004</c:v>
                </c:pt>
                <c:pt idx="33">
                  <c:v>4.5999999999999996</c:v>
                </c:pt>
                <c:pt idx="34">
                  <c:v>4.5999999999999996</c:v>
                </c:pt>
                <c:pt idx="35">
                  <c:v>4.5999999999999996</c:v>
                </c:pt>
                <c:pt idx="36">
                  <c:v>5</c:v>
                </c:pt>
                <c:pt idx="37">
                  <c:v>5</c:v>
                </c:pt>
                <c:pt idx="38">
                  <c:v>4.8</c:v>
                </c:pt>
                <c:pt idx="39">
                  <c:v>4.8</c:v>
                </c:pt>
                <c:pt idx="40">
                  <c:v>4.8</c:v>
                </c:pt>
                <c:pt idx="41">
                  <c:v>4.5999999999999996</c:v>
                </c:pt>
                <c:pt idx="42">
                  <c:v>4.5999999999999996</c:v>
                </c:pt>
                <c:pt idx="43">
                  <c:v>4.4000000000000004</c:v>
                </c:pt>
                <c:pt idx="44">
                  <c:v>4.4000000000000004</c:v>
                </c:pt>
                <c:pt idx="45">
                  <c:v>5.4</c:v>
                </c:pt>
                <c:pt idx="46">
                  <c:v>5</c:v>
                </c:pt>
                <c:pt idx="47">
                  <c:v>4.8</c:v>
                </c:pt>
                <c:pt idx="48">
                  <c:v>4.4000000000000004</c:v>
                </c:pt>
                <c:pt idx="49">
                  <c:v>4.4000000000000004</c:v>
                </c:pt>
                <c:pt idx="50">
                  <c:v>4.4000000000000004</c:v>
                </c:pt>
                <c:pt idx="51">
                  <c:v>4.5999999999999996</c:v>
                </c:pt>
                <c:pt idx="52">
                  <c:v>4.4000000000000004</c:v>
                </c:pt>
                <c:pt idx="53">
                  <c:v>4.4000000000000004</c:v>
                </c:pt>
                <c:pt idx="54">
                  <c:v>4.5999999999999996</c:v>
                </c:pt>
                <c:pt idx="55">
                  <c:v>4.8</c:v>
                </c:pt>
                <c:pt idx="56">
                  <c:v>5</c:v>
                </c:pt>
                <c:pt idx="57">
                  <c:v>5</c:v>
                </c:pt>
                <c:pt idx="58">
                  <c:v>5.4</c:v>
                </c:pt>
                <c:pt idx="59">
                  <c:v>5.6</c:v>
                </c:pt>
                <c:pt idx="60">
                  <c:v>5.8</c:v>
                </c:pt>
                <c:pt idx="61">
                  <c:v>5.8</c:v>
                </c:pt>
                <c:pt idx="62">
                  <c:v>5.6</c:v>
                </c:pt>
                <c:pt idx="63">
                  <c:v>5.2</c:v>
                </c:pt>
                <c:pt idx="64">
                  <c:v>5.2</c:v>
                </c:pt>
                <c:pt idx="65">
                  <c:v>5.2</c:v>
                </c:pt>
                <c:pt idx="66">
                  <c:v>5.2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5.2</c:v>
                </c:pt>
                <c:pt idx="71">
                  <c:v>5</c:v>
                </c:pt>
                <c:pt idx="72">
                  <c:v>5.4</c:v>
                </c:pt>
                <c:pt idx="73">
                  <c:v>5.6</c:v>
                </c:pt>
                <c:pt idx="74">
                  <c:v>5.4</c:v>
                </c:pt>
                <c:pt idx="75">
                  <c:v>5.4</c:v>
                </c:pt>
                <c:pt idx="76">
                  <c:v>5.6</c:v>
                </c:pt>
                <c:pt idx="77">
                  <c:v>6</c:v>
                </c:pt>
                <c:pt idx="78">
                  <c:v>6.2</c:v>
                </c:pt>
                <c:pt idx="79">
                  <c:v>6.8</c:v>
                </c:pt>
                <c:pt idx="80">
                  <c:v>6.6</c:v>
                </c:pt>
                <c:pt idx="81">
                  <c:v>6.6</c:v>
                </c:pt>
                <c:pt idx="82">
                  <c:v>6.8</c:v>
                </c:pt>
                <c:pt idx="83">
                  <c:v>7</c:v>
                </c:pt>
                <c:pt idx="84">
                  <c:v>7.2</c:v>
                </c:pt>
                <c:pt idx="85">
                  <c:v>7.2</c:v>
                </c:pt>
                <c:pt idx="86">
                  <c:v>6.8</c:v>
                </c:pt>
                <c:pt idx="87">
                  <c:v>6.8</c:v>
                </c:pt>
                <c:pt idx="88">
                  <c:v>6.8</c:v>
                </c:pt>
                <c:pt idx="89">
                  <c:v>6.6</c:v>
                </c:pt>
                <c:pt idx="90">
                  <c:v>6.8</c:v>
                </c:pt>
                <c:pt idx="91">
                  <c:v>6.8</c:v>
                </c:pt>
                <c:pt idx="92">
                  <c:v>6.8</c:v>
                </c:pt>
                <c:pt idx="93">
                  <c:v>6.4</c:v>
                </c:pt>
                <c:pt idx="94">
                  <c:v>6.2</c:v>
                </c:pt>
                <c:pt idx="95">
                  <c:v>6.4</c:v>
                </c:pt>
                <c:pt idx="96">
                  <c:v>6.4</c:v>
                </c:pt>
                <c:pt idx="97">
                  <c:v>6.4</c:v>
                </c:pt>
                <c:pt idx="98">
                  <c:v>6.4</c:v>
                </c:pt>
                <c:pt idx="99">
                  <c:v>6.8</c:v>
                </c:pt>
                <c:pt idx="100">
                  <c:v>7.2</c:v>
                </c:pt>
                <c:pt idx="101">
                  <c:v>7.2</c:v>
                </c:pt>
                <c:pt idx="102">
                  <c:v>7</c:v>
                </c:pt>
                <c:pt idx="103">
                  <c:v>7.6</c:v>
                </c:pt>
                <c:pt idx="104">
                  <c:v>8.4</c:v>
                </c:pt>
                <c:pt idx="105">
                  <c:v>8.6</c:v>
                </c:pt>
                <c:pt idx="106">
                  <c:v>8.8000000000000007</c:v>
                </c:pt>
                <c:pt idx="107">
                  <c:v>8.6</c:v>
                </c:pt>
                <c:pt idx="108">
                  <c:v>8.4</c:v>
                </c:pt>
                <c:pt idx="109">
                  <c:v>8.6</c:v>
                </c:pt>
                <c:pt idx="110">
                  <c:v>8.8000000000000007</c:v>
                </c:pt>
                <c:pt idx="111">
                  <c:v>8.6</c:v>
                </c:pt>
                <c:pt idx="112">
                  <c:v>8.8000000000000007</c:v>
                </c:pt>
                <c:pt idx="113">
                  <c:v>8.6</c:v>
                </c:pt>
                <c:pt idx="114">
                  <c:v>8.4</c:v>
                </c:pt>
                <c:pt idx="115">
                  <c:v>8.6</c:v>
                </c:pt>
                <c:pt idx="116">
                  <c:v>9.1999999999999993</c:v>
                </c:pt>
                <c:pt idx="117">
                  <c:v>9</c:v>
                </c:pt>
                <c:pt idx="118">
                  <c:v>9.1999999999999993</c:v>
                </c:pt>
                <c:pt idx="119">
                  <c:v>9</c:v>
                </c:pt>
                <c:pt idx="120">
                  <c:v>9.4</c:v>
                </c:pt>
                <c:pt idx="121">
                  <c:v>9.6</c:v>
                </c:pt>
                <c:pt idx="122">
                  <c:v>9.6</c:v>
                </c:pt>
                <c:pt idx="123">
                  <c:v>10</c:v>
                </c:pt>
                <c:pt idx="124">
                  <c:v>9.8000000000000007</c:v>
                </c:pt>
                <c:pt idx="125">
                  <c:v>10</c:v>
                </c:pt>
                <c:pt idx="126">
                  <c:v>10</c:v>
                </c:pt>
                <c:pt idx="127">
                  <c:v>10.4</c:v>
                </c:pt>
                <c:pt idx="128">
                  <c:v>11</c:v>
                </c:pt>
                <c:pt idx="129">
                  <c:v>11.2</c:v>
                </c:pt>
                <c:pt idx="130">
                  <c:v>11.6</c:v>
                </c:pt>
                <c:pt idx="131">
                  <c:v>11.6</c:v>
                </c:pt>
                <c:pt idx="132">
                  <c:v>11.8</c:v>
                </c:pt>
                <c:pt idx="133">
                  <c:v>11.6</c:v>
                </c:pt>
                <c:pt idx="134">
                  <c:v>11.6</c:v>
                </c:pt>
                <c:pt idx="135">
                  <c:v>12.2</c:v>
                </c:pt>
                <c:pt idx="136">
                  <c:v>12.2</c:v>
                </c:pt>
                <c:pt idx="137">
                  <c:v>12.2</c:v>
                </c:pt>
                <c:pt idx="138">
                  <c:v>12.6</c:v>
                </c:pt>
                <c:pt idx="139">
                  <c:v>12</c:v>
                </c:pt>
                <c:pt idx="140">
                  <c:v>12.2</c:v>
                </c:pt>
                <c:pt idx="141">
                  <c:v>12.4</c:v>
                </c:pt>
                <c:pt idx="142">
                  <c:v>12.4</c:v>
                </c:pt>
                <c:pt idx="143">
                  <c:v>12.4</c:v>
                </c:pt>
                <c:pt idx="144">
                  <c:v>12.2</c:v>
                </c:pt>
                <c:pt idx="145">
                  <c:v>12.2</c:v>
                </c:pt>
                <c:pt idx="146">
                  <c:v>12.4</c:v>
                </c:pt>
                <c:pt idx="147">
                  <c:v>12.6</c:v>
                </c:pt>
                <c:pt idx="148">
                  <c:v>12.8</c:v>
                </c:pt>
                <c:pt idx="149">
                  <c:v>13</c:v>
                </c:pt>
                <c:pt idx="150">
                  <c:v>13.2</c:v>
                </c:pt>
                <c:pt idx="151">
                  <c:v>13.4</c:v>
                </c:pt>
                <c:pt idx="152">
                  <c:v>13.4</c:v>
                </c:pt>
                <c:pt idx="153">
                  <c:v>13.8</c:v>
                </c:pt>
                <c:pt idx="154">
                  <c:v>13.8</c:v>
                </c:pt>
                <c:pt idx="155">
                  <c:v>13.8</c:v>
                </c:pt>
                <c:pt idx="156">
                  <c:v>13.6</c:v>
                </c:pt>
                <c:pt idx="157">
                  <c:v>13.6</c:v>
                </c:pt>
                <c:pt idx="158">
                  <c:v>13.6</c:v>
                </c:pt>
                <c:pt idx="159">
                  <c:v>13.6</c:v>
                </c:pt>
                <c:pt idx="160">
                  <c:v>13.6</c:v>
                </c:pt>
                <c:pt idx="161">
                  <c:v>13.8</c:v>
                </c:pt>
                <c:pt idx="162">
                  <c:v>13.8</c:v>
                </c:pt>
                <c:pt idx="163">
                  <c:v>13.8</c:v>
                </c:pt>
                <c:pt idx="164">
                  <c:v>13.8</c:v>
                </c:pt>
                <c:pt idx="165">
                  <c:v>13.8</c:v>
                </c:pt>
                <c:pt idx="166">
                  <c:v>13.6</c:v>
                </c:pt>
                <c:pt idx="167">
                  <c:v>13.6</c:v>
                </c:pt>
                <c:pt idx="168">
                  <c:v>13.6</c:v>
                </c:pt>
                <c:pt idx="169">
                  <c:v>13.4</c:v>
                </c:pt>
                <c:pt idx="170">
                  <c:v>13.6</c:v>
                </c:pt>
                <c:pt idx="171">
                  <c:v>13.6</c:v>
                </c:pt>
                <c:pt idx="172">
                  <c:v>13.6</c:v>
                </c:pt>
                <c:pt idx="173">
                  <c:v>13.6</c:v>
                </c:pt>
                <c:pt idx="174">
                  <c:v>13.4</c:v>
                </c:pt>
                <c:pt idx="175">
                  <c:v>13.4</c:v>
                </c:pt>
                <c:pt idx="176">
                  <c:v>14</c:v>
                </c:pt>
                <c:pt idx="177">
                  <c:v>13.8</c:v>
                </c:pt>
                <c:pt idx="178">
                  <c:v>13.6</c:v>
                </c:pt>
                <c:pt idx="179">
                  <c:v>14</c:v>
                </c:pt>
                <c:pt idx="180">
                  <c:v>13.8</c:v>
                </c:pt>
                <c:pt idx="181">
                  <c:v>13.8</c:v>
                </c:pt>
                <c:pt idx="182">
                  <c:v>13.8</c:v>
                </c:pt>
                <c:pt idx="183">
                  <c:v>13.8</c:v>
                </c:pt>
                <c:pt idx="184">
                  <c:v>13.8</c:v>
                </c:pt>
                <c:pt idx="185">
                  <c:v>14</c:v>
                </c:pt>
                <c:pt idx="186">
                  <c:v>14</c:v>
                </c:pt>
                <c:pt idx="187">
                  <c:v>14</c:v>
                </c:pt>
                <c:pt idx="188">
                  <c:v>13.8</c:v>
                </c:pt>
                <c:pt idx="189">
                  <c:v>13.8</c:v>
                </c:pt>
                <c:pt idx="190">
                  <c:v>14</c:v>
                </c:pt>
                <c:pt idx="191">
                  <c:v>14.2</c:v>
                </c:pt>
                <c:pt idx="192">
                  <c:v>13.8</c:v>
                </c:pt>
                <c:pt idx="193">
                  <c:v>13.8</c:v>
                </c:pt>
                <c:pt idx="194">
                  <c:v>14</c:v>
                </c:pt>
                <c:pt idx="195">
                  <c:v>13.8</c:v>
                </c:pt>
                <c:pt idx="196">
                  <c:v>13.6</c:v>
                </c:pt>
                <c:pt idx="197">
                  <c:v>13.6</c:v>
                </c:pt>
                <c:pt idx="198">
                  <c:v>13.8</c:v>
                </c:pt>
                <c:pt idx="199">
                  <c:v>14.4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3D-4696-B7C6-8A2EE7A6FD8F}"/>
            </c:ext>
          </c:extLst>
        </c:ser>
        <c:ser>
          <c:idx val="3"/>
          <c:order val="3"/>
          <c:tx>
            <c:strRef>
              <c:f>save1!$EX$204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save1!$EX$205:$EX$404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0.8</c:v>
                </c:pt>
                <c:pt idx="7">
                  <c:v>1.8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1.8</c:v>
                </c:pt>
                <c:pt idx="12">
                  <c:v>2.4</c:v>
                </c:pt>
                <c:pt idx="13">
                  <c:v>2.8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3.4</c:v>
                </c:pt>
                <c:pt idx="18">
                  <c:v>3.4</c:v>
                </c:pt>
                <c:pt idx="19">
                  <c:v>3.6</c:v>
                </c:pt>
                <c:pt idx="20">
                  <c:v>3.8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5</c:v>
                </c:pt>
                <c:pt idx="25">
                  <c:v>5</c:v>
                </c:pt>
                <c:pt idx="26">
                  <c:v>5.4</c:v>
                </c:pt>
                <c:pt idx="27">
                  <c:v>5.8</c:v>
                </c:pt>
                <c:pt idx="28">
                  <c:v>5.8</c:v>
                </c:pt>
                <c:pt idx="29">
                  <c:v>6</c:v>
                </c:pt>
                <c:pt idx="30">
                  <c:v>6</c:v>
                </c:pt>
                <c:pt idx="31">
                  <c:v>6.2</c:v>
                </c:pt>
                <c:pt idx="32">
                  <c:v>6.2</c:v>
                </c:pt>
                <c:pt idx="33">
                  <c:v>6.2</c:v>
                </c:pt>
                <c:pt idx="34">
                  <c:v>6.4</c:v>
                </c:pt>
                <c:pt idx="35">
                  <c:v>6.4</c:v>
                </c:pt>
                <c:pt idx="36">
                  <c:v>6.8</c:v>
                </c:pt>
                <c:pt idx="37">
                  <c:v>7</c:v>
                </c:pt>
                <c:pt idx="38">
                  <c:v>7</c:v>
                </c:pt>
                <c:pt idx="39">
                  <c:v>7.4</c:v>
                </c:pt>
                <c:pt idx="40">
                  <c:v>7.4</c:v>
                </c:pt>
                <c:pt idx="41">
                  <c:v>7.4</c:v>
                </c:pt>
                <c:pt idx="42">
                  <c:v>7.8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8.4</c:v>
                </c:pt>
                <c:pt idx="48">
                  <c:v>9</c:v>
                </c:pt>
                <c:pt idx="49">
                  <c:v>9</c:v>
                </c:pt>
                <c:pt idx="50">
                  <c:v>9.1999999999999993</c:v>
                </c:pt>
                <c:pt idx="51">
                  <c:v>9.4</c:v>
                </c:pt>
                <c:pt idx="52">
                  <c:v>10</c:v>
                </c:pt>
                <c:pt idx="53">
                  <c:v>11.4</c:v>
                </c:pt>
                <c:pt idx="54">
                  <c:v>12</c:v>
                </c:pt>
                <c:pt idx="55">
                  <c:v>12</c:v>
                </c:pt>
                <c:pt idx="56">
                  <c:v>12.6</c:v>
                </c:pt>
                <c:pt idx="57">
                  <c:v>12.8</c:v>
                </c:pt>
                <c:pt idx="58">
                  <c:v>13.2</c:v>
                </c:pt>
                <c:pt idx="59">
                  <c:v>14</c:v>
                </c:pt>
                <c:pt idx="60">
                  <c:v>14</c:v>
                </c:pt>
                <c:pt idx="61">
                  <c:v>14.2</c:v>
                </c:pt>
                <c:pt idx="62">
                  <c:v>15</c:v>
                </c:pt>
                <c:pt idx="63">
                  <c:v>15.2</c:v>
                </c:pt>
                <c:pt idx="64">
                  <c:v>15.4</c:v>
                </c:pt>
                <c:pt idx="65">
                  <c:v>15.6</c:v>
                </c:pt>
                <c:pt idx="66">
                  <c:v>16</c:v>
                </c:pt>
                <c:pt idx="67">
                  <c:v>16</c:v>
                </c:pt>
                <c:pt idx="68">
                  <c:v>16</c:v>
                </c:pt>
                <c:pt idx="69">
                  <c:v>16.399999999999999</c:v>
                </c:pt>
                <c:pt idx="70">
                  <c:v>16.399999999999999</c:v>
                </c:pt>
                <c:pt idx="71">
                  <c:v>16.399999999999999</c:v>
                </c:pt>
                <c:pt idx="72">
                  <c:v>16.600000000000001</c:v>
                </c:pt>
                <c:pt idx="73">
                  <c:v>17.2</c:v>
                </c:pt>
                <c:pt idx="74">
                  <c:v>17.600000000000001</c:v>
                </c:pt>
                <c:pt idx="75">
                  <c:v>17.600000000000001</c:v>
                </c:pt>
                <c:pt idx="76">
                  <c:v>18</c:v>
                </c:pt>
                <c:pt idx="77">
                  <c:v>18.2</c:v>
                </c:pt>
                <c:pt idx="78">
                  <c:v>18.2</c:v>
                </c:pt>
                <c:pt idx="79">
                  <c:v>18.399999999999999</c:v>
                </c:pt>
                <c:pt idx="80">
                  <c:v>18.399999999999999</c:v>
                </c:pt>
                <c:pt idx="81">
                  <c:v>19</c:v>
                </c:pt>
                <c:pt idx="82">
                  <c:v>19.399999999999999</c:v>
                </c:pt>
                <c:pt idx="83">
                  <c:v>19.8</c:v>
                </c:pt>
                <c:pt idx="84">
                  <c:v>20.2</c:v>
                </c:pt>
                <c:pt idx="85">
                  <c:v>20.399999999999999</c:v>
                </c:pt>
                <c:pt idx="86">
                  <c:v>20.8</c:v>
                </c:pt>
                <c:pt idx="87">
                  <c:v>21.4</c:v>
                </c:pt>
                <c:pt idx="88">
                  <c:v>21.8</c:v>
                </c:pt>
                <c:pt idx="89">
                  <c:v>21.8</c:v>
                </c:pt>
                <c:pt idx="90">
                  <c:v>22</c:v>
                </c:pt>
                <c:pt idx="91">
                  <c:v>23</c:v>
                </c:pt>
                <c:pt idx="92">
                  <c:v>23.2</c:v>
                </c:pt>
                <c:pt idx="93">
                  <c:v>23.6</c:v>
                </c:pt>
                <c:pt idx="94">
                  <c:v>25.6</c:v>
                </c:pt>
                <c:pt idx="95">
                  <c:v>26</c:v>
                </c:pt>
                <c:pt idx="96">
                  <c:v>26</c:v>
                </c:pt>
                <c:pt idx="97">
                  <c:v>26.2</c:v>
                </c:pt>
                <c:pt idx="98">
                  <c:v>26.2</c:v>
                </c:pt>
                <c:pt idx="99">
                  <c:v>26.4</c:v>
                </c:pt>
                <c:pt idx="100">
                  <c:v>27</c:v>
                </c:pt>
                <c:pt idx="101">
                  <c:v>27.8</c:v>
                </c:pt>
                <c:pt idx="102">
                  <c:v>27.8</c:v>
                </c:pt>
                <c:pt idx="103">
                  <c:v>28.6</c:v>
                </c:pt>
                <c:pt idx="104">
                  <c:v>28.8</c:v>
                </c:pt>
                <c:pt idx="105">
                  <c:v>29</c:v>
                </c:pt>
                <c:pt idx="106">
                  <c:v>29.4</c:v>
                </c:pt>
                <c:pt idx="107">
                  <c:v>30</c:v>
                </c:pt>
                <c:pt idx="108">
                  <c:v>30.4</c:v>
                </c:pt>
                <c:pt idx="109">
                  <c:v>30.6</c:v>
                </c:pt>
                <c:pt idx="110">
                  <c:v>31</c:v>
                </c:pt>
                <c:pt idx="111">
                  <c:v>31</c:v>
                </c:pt>
                <c:pt idx="112">
                  <c:v>32.200000000000003</c:v>
                </c:pt>
                <c:pt idx="113">
                  <c:v>32.4</c:v>
                </c:pt>
                <c:pt idx="114">
                  <c:v>32.6</c:v>
                </c:pt>
                <c:pt idx="115">
                  <c:v>33.6</c:v>
                </c:pt>
                <c:pt idx="116">
                  <c:v>34.200000000000003</c:v>
                </c:pt>
                <c:pt idx="117">
                  <c:v>34.6</c:v>
                </c:pt>
                <c:pt idx="118">
                  <c:v>34.799999999999997</c:v>
                </c:pt>
                <c:pt idx="119">
                  <c:v>35</c:v>
                </c:pt>
                <c:pt idx="120">
                  <c:v>35.200000000000003</c:v>
                </c:pt>
                <c:pt idx="121">
                  <c:v>35.4</c:v>
                </c:pt>
                <c:pt idx="122">
                  <c:v>35.4</c:v>
                </c:pt>
                <c:pt idx="123">
                  <c:v>35.4</c:v>
                </c:pt>
                <c:pt idx="124">
                  <c:v>35.799999999999997</c:v>
                </c:pt>
                <c:pt idx="125">
                  <c:v>35.799999999999997</c:v>
                </c:pt>
                <c:pt idx="126">
                  <c:v>36</c:v>
                </c:pt>
                <c:pt idx="127">
                  <c:v>36.6</c:v>
                </c:pt>
                <c:pt idx="128">
                  <c:v>37.200000000000003</c:v>
                </c:pt>
                <c:pt idx="129">
                  <c:v>37.200000000000003</c:v>
                </c:pt>
                <c:pt idx="130">
                  <c:v>37.4</c:v>
                </c:pt>
                <c:pt idx="131">
                  <c:v>37.799999999999997</c:v>
                </c:pt>
                <c:pt idx="132">
                  <c:v>38.200000000000003</c:v>
                </c:pt>
                <c:pt idx="133">
                  <c:v>38.799999999999997</c:v>
                </c:pt>
                <c:pt idx="134">
                  <c:v>38.799999999999997</c:v>
                </c:pt>
                <c:pt idx="135">
                  <c:v>39</c:v>
                </c:pt>
                <c:pt idx="136">
                  <c:v>39.200000000000003</c:v>
                </c:pt>
                <c:pt idx="137">
                  <c:v>39.799999999999997</c:v>
                </c:pt>
                <c:pt idx="138">
                  <c:v>40.6</c:v>
                </c:pt>
                <c:pt idx="139">
                  <c:v>40.6</c:v>
                </c:pt>
                <c:pt idx="140">
                  <c:v>41.2</c:v>
                </c:pt>
                <c:pt idx="141">
                  <c:v>41.4</c:v>
                </c:pt>
                <c:pt idx="142">
                  <c:v>41.4</c:v>
                </c:pt>
                <c:pt idx="143">
                  <c:v>41.8</c:v>
                </c:pt>
                <c:pt idx="144">
                  <c:v>42</c:v>
                </c:pt>
                <c:pt idx="145">
                  <c:v>42</c:v>
                </c:pt>
                <c:pt idx="146">
                  <c:v>42.6</c:v>
                </c:pt>
                <c:pt idx="147">
                  <c:v>42.8</c:v>
                </c:pt>
                <c:pt idx="148">
                  <c:v>43.2</c:v>
                </c:pt>
                <c:pt idx="149">
                  <c:v>43.4</c:v>
                </c:pt>
                <c:pt idx="150">
                  <c:v>44.4</c:v>
                </c:pt>
                <c:pt idx="151">
                  <c:v>44.6</c:v>
                </c:pt>
                <c:pt idx="152">
                  <c:v>44.8</c:v>
                </c:pt>
                <c:pt idx="153">
                  <c:v>45.2</c:v>
                </c:pt>
                <c:pt idx="154">
                  <c:v>45.6</c:v>
                </c:pt>
                <c:pt idx="155">
                  <c:v>46</c:v>
                </c:pt>
                <c:pt idx="156">
                  <c:v>46.4</c:v>
                </c:pt>
                <c:pt idx="157">
                  <c:v>46.4</c:v>
                </c:pt>
                <c:pt idx="158">
                  <c:v>46.8</c:v>
                </c:pt>
                <c:pt idx="159">
                  <c:v>47.2</c:v>
                </c:pt>
                <c:pt idx="160">
                  <c:v>47.8</c:v>
                </c:pt>
                <c:pt idx="161">
                  <c:v>48.2</c:v>
                </c:pt>
                <c:pt idx="162">
                  <c:v>48.2</c:v>
                </c:pt>
                <c:pt idx="163">
                  <c:v>48.4</c:v>
                </c:pt>
                <c:pt idx="164">
                  <c:v>49.2</c:v>
                </c:pt>
                <c:pt idx="165">
                  <c:v>49.4</c:v>
                </c:pt>
                <c:pt idx="166">
                  <c:v>49.4</c:v>
                </c:pt>
                <c:pt idx="167">
                  <c:v>49.6</c:v>
                </c:pt>
                <c:pt idx="168">
                  <c:v>49.6</c:v>
                </c:pt>
                <c:pt idx="169">
                  <c:v>50</c:v>
                </c:pt>
                <c:pt idx="170">
                  <c:v>50.2</c:v>
                </c:pt>
                <c:pt idx="171">
                  <c:v>50.4</c:v>
                </c:pt>
                <c:pt idx="172">
                  <c:v>50.6</c:v>
                </c:pt>
                <c:pt idx="173">
                  <c:v>50.6</c:v>
                </c:pt>
                <c:pt idx="174">
                  <c:v>50.6</c:v>
                </c:pt>
                <c:pt idx="175">
                  <c:v>51.6</c:v>
                </c:pt>
                <c:pt idx="176">
                  <c:v>51.8</c:v>
                </c:pt>
                <c:pt idx="177">
                  <c:v>52.4</c:v>
                </c:pt>
                <c:pt idx="178">
                  <c:v>52.4</c:v>
                </c:pt>
                <c:pt idx="179">
                  <c:v>52.8</c:v>
                </c:pt>
                <c:pt idx="180">
                  <c:v>52.8</c:v>
                </c:pt>
                <c:pt idx="181">
                  <c:v>53</c:v>
                </c:pt>
                <c:pt idx="182">
                  <c:v>53.2</c:v>
                </c:pt>
                <c:pt idx="183">
                  <c:v>53.6</c:v>
                </c:pt>
                <c:pt idx="184">
                  <c:v>53.8</c:v>
                </c:pt>
                <c:pt idx="185">
                  <c:v>53.8</c:v>
                </c:pt>
                <c:pt idx="186">
                  <c:v>53.8</c:v>
                </c:pt>
                <c:pt idx="187">
                  <c:v>54.2</c:v>
                </c:pt>
                <c:pt idx="188">
                  <c:v>55.2</c:v>
                </c:pt>
                <c:pt idx="189">
                  <c:v>55.2</c:v>
                </c:pt>
                <c:pt idx="190">
                  <c:v>55.2</c:v>
                </c:pt>
                <c:pt idx="191">
                  <c:v>55.2</c:v>
                </c:pt>
                <c:pt idx="192">
                  <c:v>55.2</c:v>
                </c:pt>
                <c:pt idx="193">
                  <c:v>55.4</c:v>
                </c:pt>
                <c:pt idx="194">
                  <c:v>56</c:v>
                </c:pt>
                <c:pt idx="195">
                  <c:v>57</c:v>
                </c:pt>
                <c:pt idx="196">
                  <c:v>57</c:v>
                </c:pt>
                <c:pt idx="197">
                  <c:v>57</c:v>
                </c:pt>
                <c:pt idx="198">
                  <c:v>57.6</c:v>
                </c:pt>
                <c:pt idx="199">
                  <c:v>57.8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03D-4696-B7C6-8A2EE7A6FD8F}"/>
            </c:ext>
          </c:extLst>
        </c:ser>
        <c:ser>
          <c:idx val="4"/>
          <c:order val="4"/>
          <c:tx>
            <c:strRef>
              <c:f>save1!$EY$204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save1!$EY$205:$EY$404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1.2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1.4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1.6</c:v>
                </c:pt>
                <c:pt idx="28">
                  <c:v>1.6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1.6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2.6</c:v>
                </c:pt>
                <c:pt idx="47">
                  <c:v>2.6</c:v>
                </c:pt>
                <c:pt idx="48">
                  <c:v>2.6</c:v>
                </c:pt>
                <c:pt idx="49">
                  <c:v>2.6</c:v>
                </c:pt>
                <c:pt idx="50">
                  <c:v>2.6</c:v>
                </c:pt>
                <c:pt idx="51">
                  <c:v>2.6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3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3.4</c:v>
                </c:pt>
                <c:pt idx="69">
                  <c:v>3.4</c:v>
                </c:pt>
                <c:pt idx="70">
                  <c:v>3.4</c:v>
                </c:pt>
                <c:pt idx="71">
                  <c:v>3.4</c:v>
                </c:pt>
                <c:pt idx="72">
                  <c:v>3.4</c:v>
                </c:pt>
                <c:pt idx="73">
                  <c:v>3.4</c:v>
                </c:pt>
                <c:pt idx="74">
                  <c:v>3.8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4</c:v>
                </c:pt>
                <c:pt idx="86">
                  <c:v>4.2</c:v>
                </c:pt>
                <c:pt idx="87">
                  <c:v>4.2</c:v>
                </c:pt>
                <c:pt idx="88">
                  <c:v>4.2</c:v>
                </c:pt>
                <c:pt idx="89">
                  <c:v>4.2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4.4000000000000004</c:v>
                </c:pt>
                <c:pt idx="96">
                  <c:v>4.4000000000000004</c:v>
                </c:pt>
                <c:pt idx="97">
                  <c:v>4.4000000000000004</c:v>
                </c:pt>
                <c:pt idx="98">
                  <c:v>4.8</c:v>
                </c:pt>
                <c:pt idx="99">
                  <c:v>4.8</c:v>
                </c:pt>
                <c:pt idx="100">
                  <c:v>5</c:v>
                </c:pt>
                <c:pt idx="101">
                  <c:v>5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5.2</c:v>
                </c:pt>
                <c:pt idx="107">
                  <c:v>5.2</c:v>
                </c:pt>
                <c:pt idx="108">
                  <c:v>5.4</c:v>
                </c:pt>
                <c:pt idx="109">
                  <c:v>5.4</c:v>
                </c:pt>
                <c:pt idx="110">
                  <c:v>5.4</c:v>
                </c:pt>
                <c:pt idx="111">
                  <c:v>5.4</c:v>
                </c:pt>
                <c:pt idx="112">
                  <c:v>5.4</c:v>
                </c:pt>
                <c:pt idx="113">
                  <c:v>5.4</c:v>
                </c:pt>
                <c:pt idx="114">
                  <c:v>5.4</c:v>
                </c:pt>
                <c:pt idx="115">
                  <c:v>5.4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5.6</c:v>
                </c:pt>
                <c:pt idx="127">
                  <c:v>5.6</c:v>
                </c:pt>
                <c:pt idx="128">
                  <c:v>5.6</c:v>
                </c:pt>
                <c:pt idx="129">
                  <c:v>5.6</c:v>
                </c:pt>
                <c:pt idx="130">
                  <c:v>5.6</c:v>
                </c:pt>
                <c:pt idx="131">
                  <c:v>5.8</c:v>
                </c:pt>
                <c:pt idx="132">
                  <c:v>6</c:v>
                </c:pt>
                <c:pt idx="133">
                  <c:v>6</c:v>
                </c:pt>
                <c:pt idx="134">
                  <c:v>6.2</c:v>
                </c:pt>
                <c:pt idx="135">
                  <c:v>6.2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6.4</c:v>
                </c:pt>
                <c:pt idx="141">
                  <c:v>6.4</c:v>
                </c:pt>
                <c:pt idx="142">
                  <c:v>6.4</c:v>
                </c:pt>
                <c:pt idx="143">
                  <c:v>6.6</c:v>
                </c:pt>
                <c:pt idx="144">
                  <c:v>6.8</c:v>
                </c:pt>
                <c:pt idx="145">
                  <c:v>7</c:v>
                </c:pt>
                <c:pt idx="146">
                  <c:v>7</c:v>
                </c:pt>
                <c:pt idx="147">
                  <c:v>7.2</c:v>
                </c:pt>
                <c:pt idx="148">
                  <c:v>7.4</c:v>
                </c:pt>
                <c:pt idx="149">
                  <c:v>7.4</c:v>
                </c:pt>
                <c:pt idx="150">
                  <c:v>7.4</c:v>
                </c:pt>
                <c:pt idx="151">
                  <c:v>7.6</c:v>
                </c:pt>
                <c:pt idx="152">
                  <c:v>7.8</c:v>
                </c:pt>
                <c:pt idx="153">
                  <c:v>7.8</c:v>
                </c:pt>
                <c:pt idx="154">
                  <c:v>7.8</c:v>
                </c:pt>
                <c:pt idx="155">
                  <c:v>7.8</c:v>
                </c:pt>
                <c:pt idx="156">
                  <c:v>7.8</c:v>
                </c:pt>
                <c:pt idx="157">
                  <c:v>7.8</c:v>
                </c:pt>
                <c:pt idx="158">
                  <c:v>8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8.1999999999999993</c:v>
                </c:pt>
                <c:pt idx="164">
                  <c:v>8.1999999999999993</c:v>
                </c:pt>
                <c:pt idx="165">
                  <c:v>8.1999999999999993</c:v>
                </c:pt>
                <c:pt idx="166">
                  <c:v>8.1999999999999993</c:v>
                </c:pt>
                <c:pt idx="167">
                  <c:v>8.4</c:v>
                </c:pt>
                <c:pt idx="168">
                  <c:v>8.4</c:v>
                </c:pt>
                <c:pt idx="169">
                  <c:v>8.4</c:v>
                </c:pt>
                <c:pt idx="170">
                  <c:v>8.4</c:v>
                </c:pt>
                <c:pt idx="171">
                  <c:v>8.4</c:v>
                </c:pt>
                <c:pt idx="172">
                  <c:v>8.6</c:v>
                </c:pt>
                <c:pt idx="173">
                  <c:v>8.8000000000000007</c:v>
                </c:pt>
                <c:pt idx="174">
                  <c:v>8.8000000000000007</c:v>
                </c:pt>
                <c:pt idx="175">
                  <c:v>8.8000000000000007</c:v>
                </c:pt>
                <c:pt idx="176">
                  <c:v>9</c:v>
                </c:pt>
                <c:pt idx="177">
                  <c:v>9</c:v>
                </c:pt>
                <c:pt idx="178">
                  <c:v>9.1999999999999993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9.4</c:v>
                </c:pt>
                <c:pt idx="183">
                  <c:v>9.4</c:v>
                </c:pt>
                <c:pt idx="184">
                  <c:v>9.4</c:v>
                </c:pt>
                <c:pt idx="185">
                  <c:v>9.6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10.199999999999999</c:v>
                </c:pt>
                <c:pt idx="190">
                  <c:v>10.199999999999999</c:v>
                </c:pt>
                <c:pt idx="191">
                  <c:v>10.199999999999999</c:v>
                </c:pt>
                <c:pt idx="192">
                  <c:v>10.199999999999999</c:v>
                </c:pt>
                <c:pt idx="193">
                  <c:v>10.199999999999999</c:v>
                </c:pt>
                <c:pt idx="194">
                  <c:v>10.199999999999999</c:v>
                </c:pt>
                <c:pt idx="195">
                  <c:v>10.4</c:v>
                </c:pt>
                <c:pt idx="196">
                  <c:v>10.4</c:v>
                </c:pt>
                <c:pt idx="197">
                  <c:v>10.6</c:v>
                </c:pt>
                <c:pt idx="198">
                  <c:v>10.8</c:v>
                </c:pt>
                <c:pt idx="199">
                  <c:v>10.8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03D-4696-B7C6-8A2EE7A6FD8F}"/>
            </c:ext>
          </c:extLst>
        </c:ser>
        <c:ser>
          <c:idx val="5"/>
          <c:order val="5"/>
          <c:tx>
            <c:strRef>
              <c:f>save1!$EZ$204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save1!$EZ$205:$EZ$404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  <c:pt idx="5">
                  <c:v>1.6</c:v>
                </c:pt>
                <c:pt idx="6">
                  <c:v>1.8</c:v>
                </c:pt>
                <c:pt idx="7">
                  <c:v>2.4</c:v>
                </c:pt>
                <c:pt idx="8">
                  <c:v>2.6</c:v>
                </c:pt>
                <c:pt idx="9">
                  <c:v>2.8</c:v>
                </c:pt>
                <c:pt idx="10">
                  <c:v>2.8</c:v>
                </c:pt>
                <c:pt idx="11">
                  <c:v>3</c:v>
                </c:pt>
                <c:pt idx="12">
                  <c:v>3.6</c:v>
                </c:pt>
                <c:pt idx="13">
                  <c:v>4</c:v>
                </c:pt>
                <c:pt idx="14">
                  <c:v>4.2</c:v>
                </c:pt>
                <c:pt idx="15">
                  <c:v>4.4000000000000004</c:v>
                </c:pt>
                <c:pt idx="16">
                  <c:v>4.8</c:v>
                </c:pt>
                <c:pt idx="17">
                  <c:v>5</c:v>
                </c:pt>
                <c:pt idx="18">
                  <c:v>5.4</c:v>
                </c:pt>
                <c:pt idx="19">
                  <c:v>5.8</c:v>
                </c:pt>
                <c:pt idx="20">
                  <c:v>6.2</c:v>
                </c:pt>
                <c:pt idx="21">
                  <c:v>6.8</c:v>
                </c:pt>
                <c:pt idx="22">
                  <c:v>6.8</c:v>
                </c:pt>
                <c:pt idx="23">
                  <c:v>7.2</c:v>
                </c:pt>
                <c:pt idx="24">
                  <c:v>7.6</c:v>
                </c:pt>
                <c:pt idx="25">
                  <c:v>7.8</c:v>
                </c:pt>
                <c:pt idx="26">
                  <c:v>8</c:v>
                </c:pt>
                <c:pt idx="27">
                  <c:v>8.4</c:v>
                </c:pt>
                <c:pt idx="28">
                  <c:v>8.8000000000000007</c:v>
                </c:pt>
                <c:pt idx="29">
                  <c:v>9.1999999999999993</c:v>
                </c:pt>
                <c:pt idx="30">
                  <c:v>9.4</c:v>
                </c:pt>
                <c:pt idx="31">
                  <c:v>9.4</c:v>
                </c:pt>
                <c:pt idx="32">
                  <c:v>9.6</c:v>
                </c:pt>
                <c:pt idx="33">
                  <c:v>10.199999999999999</c:v>
                </c:pt>
                <c:pt idx="34">
                  <c:v>10.199999999999999</c:v>
                </c:pt>
                <c:pt idx="35">
                  <c:v>10.4</c:v>
                </c:pt>
                <c:pt idx="36">
                  <c:v>10.6</c:v>
                </c:pt>
                <c:pt idx="37">
                  <c:v>10.6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11.2</c:v>
                </c:pt>
                <c:pt idx="42">
                  <c:v>11.6</c:v>
                </c:pt>
                <c:pt idx="43">
                  <c:v>12</c:v>
                </c:pt>
                <c:pt idx="44">
                  <c:v>12.2</c:v>
                </c:pt>
                <c:pt idx="45">
                  <c:v>12.4</c:v>
                </c:pt>
                <c:pt idx="46">
                  <c:v>13.2</c:v>
                </c:pt>
                <c:pt idx="47">
                  <c:v>13.4</c:v>
                </c:pt>
                <c:pt idx="48">
                  <c:v>14.2</c:v>
                </c:pt>
                <c:pt idx="49">
                  <c:v>14.2</c:v>
                </c:pt>
                <c:pt idx="50">
                  <c:v>14.6</c:v>
                </c:pt>
                <c:pt idx="51">
                  <c:v>14.8</c:v>
                </c:pt>
                <c:pt idx="52">
                  <c:v>15.2</c:v>
                </c:pt>
                <c:pt idx="53">
                  <c:v>15.8</c:v>
                </c:pt>
                <c:pt idx="54">
                  <c:v>16.2</c:v>
                </c:pt>
                <c:pt idx="55">
                  <c:v>16.399999999999999</c:v>
                </c:pt>
                <c:pt idx="56">
                  <c:v>16.8</c:v>
                </c:pt>
                <c:pt idx="57">
                  <c:v>17.399999999999999</c:v>
                </c:pt>
                <c:pt idx="58">
                  <c:v>17.600000000000001</c:v>
                </c:pt>
                <c:pt idx="59">
                  <c:v>17.8</c:v>
                </c:pt>
                <c:pt idx="60">
                  <c:v>18.399999999999999</c:v>
                </c:pt>
                <c:pt idx="61">
                  <c:v>18.600000000000001</c:v>
                </c:pt>
                <c:pt idx="62">
                  <c:v>19</c:v>
                </c:pt>
                <c:pt idx="63">
                  <c:v>19.8</c:v>
                </c:pt>
                <c:pt idx="64">
                  <c:v>20.2</c:v>
                </c:pt>
                <c:pt idx="65">
                  <c:v>20.399999999999999</c:v>
                </c:pt>
                <c:pt idx="66">
                  <c:v>21</c:v>
                </c:pt>
                <c:pt idx="67">
                  <c:v>21.4</c:v>
                </c:pt>
                <c:pt idx="68">
                  <c:v>21.4</c:v>
                </c:pt>
                <c:pt idx="69">
                  <c:v>21.8</c:v>
                </c:pt>
                <c:pt idx="70">
                  <c:v>22</c:v>
                </c:pt>
                <c:pt idx="71">
                  <c:v>22.2</c:v>
                </c:pt>
                <c:pt idx="72">
                  <c:v>22.6</c:v>
                </c:pt>
                <c:pt idx="73">
                  <c:v>23</c:v>
                </c:pt>
                <c:pt idx="74">
                  <c:v>23.6</c:v>
                </c:pt>
                <c:pt idx="75">
                  <c:v>23.8</c:v>
                </c:pt>
                <c:pt idx="76">
                  <c:v>24.2</c:v>
                </c:pt>
                <c:pt idx="77">
                  <c:v>24.2</c:v>
                </c:pt>
                <c:pt idx="78">
                  <c:v>24.6</c:v>
                </c:pt>
                <c:pt idx="79">
                  <c:v>25</c:v>
                </c:pt>
                <c:pt idx="80">
                  <c:v>25.4</c:v>
                </c:pt>
                <c:pt idx="81">
                  <c:v>25.6</c:v>
                </c:pt>
                <c:pt idx="82">
                  <c:v>25.8</c:v>
                </c:pt>
                <c:pt idx="83">
                  <c:v>26.4</c:v>
                </c:pt>
                <c:pt idx="84">
                  <c:v>26.6</c:v>
                </c:pt>
                <c:pt idx="85">
                  <c:v>27</c:v>
                </c:pt>
                <c:pt idx="86">
                  <c:v>27.8</c:v>
                </c:pt>
                <c:pt idx="87">
                  <c:v>28.4</c:v>
                </c:pt>
                <c:pt idx="88">
                  <c:v>28.6</c:v>
                </c:pt>
                <c:pt idx="89">
                  <c:v>28.8</c:v>
                </c:pt>
                <c:pt idx="90">
                  <c:v>29.2</c:v>
                </c:pt>
                <c:pt idx="91">
                  <c:v>30</c:v>
                </c:pt>
                <c:pt idx="92">
                  <c:v>30.2</c:v>
                </c:pt>
                <c:pt idx="93">
                  <c:v>31.2</c:v>
                </c:pt>
                <c:pt idx="94">
                  <c:v>32</c:v>
                </c:pt>
                <c:pt idx="95">
                  <c:v>32.799999999999997</c:v>
                </c:pt>
                <c:pt idx="96">
                  <c:v>33</c:v>
                </c:pt>
                <c:pt idx="97">
                  <c:v>33.4</c:v>
                </c:pt>
                <c:pt idx="98">
                  <c:v>33.799999999999997</c:v>
                </c:pt>
                <c:pt idx="99">
                  <c:v>34</c:v>
                </c:pt>
                <c:pt idx="100">
                  <c:v>34.6</c:v>
                </c:pt>
                <c:pt idx="101">
                  <c:v>35.200000000000003</c:v>
                </c:pt>
                <c:pt idx="102">
                  <c:v>35.4</c:v>
                </c:pt>
                <c:pt idx="103">
                  <c:v>36</c:v>
                </c:pt>
                <c:pt idx="104">
                  <c:v>36</c:v>
                </c:pt>
                <c:pt idx="105">
                  <c:v>36.200000000000003</c:v>
                </c:pt>
                <c:pt idx="106">
                  <c:v>36.4</c:v>
                </c:pt>
                <c:pt idx="107">
                  <c:v>36.6</c:v>
                </c:pt>
                <c:pt idx="108">
                  <c:v>37</c:v>
                </c:pt>
                <c:pt idx="109">
                  <c:v>37.6</c:v>
                </c:pt>
                <c:pt idx="110">
                  <c:v>37.799999999999997</c:v>
                </c:pt>
                <c:pt idx="111">
                  <c:v>38.200000000000003</c:v>
                </c:pt>
                <c:pt idx="112">
                  <c:v>38.799999999999997</c:v>
                </c:pt>
                <c:pt idx="113">
                  <c:v>39.4</c:v>
                </c:pt>
                <c:pt idx="114">
                  <c:v>40</c:v>
                </c:pt>
                <c:pt idx="115">
                  <c:v>40.6</c:v>
                </c:pt>
                <c:pt idx="116">
                  <c:v>40.799999999999997</c:v>
                </c:pt>
                <c:pt idx="117">
                  <c:v>41.4</c:v>
                </c:pt>
                <c:pt idx="118">
                  <c:v>41.6</c:v>
                </c:pt>
                <c:pt idx="119">
                  <c:v>41.8</c:v>
                </c:pt>
                <c:pt idx="120">
                  <c:v>42</c:v>
                </c:pt>
                <c:pt idx="121">
                  <c:v>42.2</c:v>
                </c:pt>
                <c:pt idx="122">
                  <c:v>42.2</c:v>
                </c:pt>
                <c:pt idx="123">
                  <c:v>42.6</c:v>
                </c:pt>
                <c:pt idx="124">
                  <c:v>42.8</c:v>
                </c:pt>
                <c:pt idx="125">
                  <c:v>43</c:v>
                </c:pt>
                <c:pt idx="126">
                  <c:v>43.4</c:v>
                </c:pt>
                <c:pt idx="127">
                  <c:v>44.2</c:v>
                </c:pt>
                <c:pt idx="128">
                  <c:v>44.6</c:v>
                </c:pt>
                <c:pt idx="129">
                  <c:v>44.8</c:v>
                </c:pt>
                <c:pt idx="130">
                  <c:v>45.4</c:v>
                </c:pt>
                <c:pt idx="131">
                  <c:v>45.6</c:v>
                </c:pt>
                <c:pt idx="132">
                  <c:v>45.8</c:v>
                </c:pt>
                <c:pt idx="133">
                  <c:v>46.2</c:v>
                </c:pt>
                <c:pt idx="134">
                  <c:v>46.4</c:v>
                </c:pt>
                <c:pt idx="135">
                  <c:v>46.4</c:v>
                </c:pt>
                <c:pt idx="136">
                  <c:v>47</c:v>
                </c:pt>
                <c:pt idx="137">
                  <c:v>47</c:v>
                </c:pt>
                <c:pt idx="138">
                  <c:v>47.6</c:v>
                </c:pt>
                <c:pt idx="139">
                  <c:v>48.2</c:v>
                </c:pt>
                <c:pt idx="140">
                  <c:v>48.8</c:v>
                </c:pt>
                <c:pt idx="141">
                  <c:v>49</c:v>
                </c:pt>
                <c:pt idx="142">
                  <c:v>49.2</c:v>
                </c:pt>
                <c:pt idx="143">
                  <c:v>49.6</c:v>
                </c:pt>
                <c:pt idx="144">
                  <c:v>49.8</c:v>
                </c:pt>
                <c:pt idx="145">
                  <c:v>50</c:v>
                </c:pt>
                <c:pt idx="146">
                  <c:v>50.2</c:v>
                </c:pt>
                <c:pt idx="147">
                  <c:v>50.4</c:v>
                </c:pt>
                <c:pt idx="148">
                  <c:v>50.8</c:v>
                </c:pt>
                <c:pt idx="149">
                  <c:v>51</c:v>
                </c:pt>
                <c:pt idx="150">
                  <c:v>51.4</c:v>
                </c:pt>
                <c:pt idx="151">
                  <c:v>51.4</c:v>
                </c:pt>
                <c:pt idx="152">
                  <c:v>51.8</c:v>
                </c:pt>
                <c:pt idx="153">
                  <c:v>52</c:v>
                </c:pt>
                <c:pt idx="154">
                  <c:v>52.8</c:v>
                </c:pt>
                <c:pt idx="155">
                  <c:v>53</c:v>
                </c:pt>
                <c:pt idx="156">
                  <c:v>53.6</c:v>
                </c:pt>
                <c:pt idx="157">
                  <c:v>53.6</c:v>
                </c:pt>
                <c:pt idx="158">
                  <c:v>54.4</c:v>
                </c:pt>
                <c:pt idx="159">
                  <c:v>54.6</c:v>
                </c:pt>
                <c:pt idx="160">
                  <c:v>54.8</c:v>
                </c:pt>
                <c:pt idx="161">
                  <c:v>55</c:v>
                </c:pt>
                <c:pt idx="162">
                  <c:v>55.4</c:v>
                </c:pt>
                <c:pt idx="163">
                  <c:v>55.6</c:v>
                </c:pt>
                <c:pt idx="164">
                  <c:v>56</c:v>
                </c:pt>
                <c:pt idx="165">
                  <c:v>56.2</c:v>
                </c:pt>
                <c:pt idx="166">
                  <c:v>56.6</c:v>
                </c:pt>
                <c:pt idx="167">
                  <c:v>57</c:v>
                </c:pt>
                <c:pt idx="168">
                  <c:v>57.2</c:v>
                </c:pt>
                <c:pt idx="169">
                  <c:v>57.6</c:v>
                </c:pt>
                <c:pt idx="170">
                  <c:v>57.8</c:v>
                </c:pt>
                <c:pt idx="171">
                  <c:v>58.2</c:v>
                </c:pt>
                <c:pt idx="172">
                  <c:v>58.6</c:v>
                </c:pt>
                <c:pt idx="173">
                  <c:v>58.8</c:v>
                </c:pt>
                <c:pt idx="174">
                  <c:v>59</c:v>
                </c:pt>
                <c:pt idx="175">
                  <c:v>59.6</c:v>
                </c:pt>
                <c:pt idx="176">
                  <c:v>60.2</c:v>
                </c:pt>
                <c:pt idx="177">
                  <c:v>61</c:v>
                </c:pt>
                <c:pt idx="178">
                  <c:v>61.4</c:v>
                </c:pt>
                <c:pt idx="179">
                  <c:v>62</c:v>
                </c:pt>
                <c:pt idx="180">
                  <c:v>62.4</c:v>
                </c:pt>
                <c:pt idx="181">
                  <c:v>62.8</c:v>
                </c:pt>
                <c:pt idx="182">
                  <c:v>63</c:v>
                </c:pt>
                <c:pt idx="183">
                  <c:v>63.2</c:v>
                </c:pt>
                <c:pt idx="184">
                  <c:v>63.6</c:v>
                </c:pt>
                <c:pt idx="185">
                  <c:v>63.6</c:v>
                </c:pt>
                <c:pt idx="186">
                  <c:v>64</c:v>
                </c:pt>
                <c:pt idx="187">
                  <c:v>64.400000000000006</c:v>
                </c:pt>
                <c:pt idx="188">
                  <c:v>65</c:v>
                </c:pt>
                <c:pt idx="189">
                  <c:v>65.400000000000006</c:v>
                </c:pt>
                <c:pt idx="190">
                  <c:v>65.599999999999994</c:v>
                </c:pt>
                <c:pt idx="191">
                  <c:v>65.8</c:v>
                </c:pt>
                <c:pt idx="192">
                  <c:v>66.400000000000006</c:v>
                </c:pt>
                <c:pt idx="193">
                  <c:v>66.8</c:v>
                </c:pt>
                <c:pt idx="194">
                  <c:v>67.599999999999994</c:v>
                </c:pt>
                <c:pt idx="195">
                  <c:v>68.2</c:v>
                </c:pt>
                <c:pt idx="196">
                  <c:v>68.400000000000006</c:v>
                </c:pt>
                <c:pt idx="197">
                  <c:v>69</c:v>
                </c:pt>
                <c:pt idx="198">
                  <c:v>69.400000000000006</c:v>
                </c:pt>
                <c:pt idx="199">
                  <c:v>69.8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03D-4696-B7C6-8A2EE7A6FD8F}"/>
            </c:ext>
          </c:extLst>
        </c:ser>
        <c:ser>
          <c:idx val="6"/>
          <c:order val="6"/>
          <c:tx>
            <c:strRef>
              <c:f>save1!$FA$204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save1!$FA$205:$FA$404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1.8</c:v>
                </c:pt>
                <c:pt idx="81">
                  <c:v>1.8</c:v>
                </c:pt>
                <c:pt idx="82">
                  <c:v>1.8</c:v>
                </c:pt>
                <c:pt idx="83">
                  <c:v>1.8</c:v>
                </c:pt>
                <c:pt idx="84">
                  <c:v>1.8</c:v>
                </c:pt>
                <c:pt idx="85">
                  <c:v>1.8</c:v>
                </c:pt>
                <c:pt idx="86">
                  <c:v>1.8</c:v>
                </c:pt>
                <c:pt idx="87">
                  <c:v>1.8</c:v>
                </c:pt>
                <c:pt idx="88">
                  <c:v>1.8</c:v>
                </c:pt>
                <c:pt idx="89">
                  <c:v>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2.2000000000000002</c:v>
                </c:pt>
                <c:pt idx="94">
                  <c:v>2.2000000000000002</c:v>
                </c:pt>
                <c:pt idx="95">
                  <c:v>2.2000000000000002</c:v>
                </c:pt>
                <c:pt idx="96">
                  <c:v>2.4</c:v>
                </c:pt>
                <c:pt idx="97">
                  <c:v>2.4</c:v>
                </c:pt>
                <c:pt idx="98">
                  <c:v>2.4</c:v>
                </c:pt>
                <c:pt idx="99">
                  <c:v>2.4</c:v>
                </c:pt>
                <c:pt idx="100">
                  <c:v>2.4</c:v>
                </c:pt>
                <c:pt idx="101">
                  <c:v>2.4</c:v>
                </c:pt>
                <c:pt idx="102">
                  <c:v>2.4</c:v>
                </c:pt>
                <c:pt idx="103">
                  <c:v>2.4</c:v>
                </c:pt>
                <c:pt idx="104">
                  <c:v>2.4</c:v>
                </c:pt>
                <c:pt idx="105">
                  <c:v>2.4</c:v>
                </c:pt>
                <c:pt idx="106">
                  <c:v>2.4</c:v>
                </c:pt>
                <c:pt idx="107">
                  <c:v>2.4</c:v>
                </c:pt>
                <c:pt idx="108">
                  <c:v>2.4</c:v>
                </c:pt>
                <c:pt idx="109">
                  <c:v>2.6</c:v>
                </c:pt>
                <c:pt idx="110">
                  <c:v>2.6</c:v>
                </c:pt>
                <c:pt idx="111">
                  <c:v>2.6</c:v>
                </c:pt>
                <c:pt idx="112">
                  <c:v>2.6</c:v>
                </c:pt>
                <c:pt idx="113">
                  <c:v>2.6</c:v>
                </c:pt>
                <c:pt idx="114">
                  <c:v>2.8</c:v>
                </c:pt>
                <c:pt idx="115">
                  <c:v>2.8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3.2</c:v>
                </c:pt>
                <c:pt idx="123">
                  <c:v>3.2</c:v>
                </c:pt>
                <c:pt idx="124">
                  <c:v>3.2</c:v>
                </c:pt>
                <c:pt idx="125">
                  <c:v>3.2</c:v>
                </c:pt>
                <c:pt idx="126">
                  <c:v>3.2</c:v>
                </c:pt>
                <c:pt idx="127">
                  <c:v>3.2</c:v>
                </c:pt>
                <c:pt idx="128">
                  <c:v>3.2</c:v>
                </c:pt>
                <c:pt idx="129">
                  <c:v>3.4</c:v>
                </c:pt>
                <c:pt idx="130">
                  <c:v>3.4</c:v>
                </c:pt>
                <c:pt idx="131">
                  <c:v>3.4</c:v>
                </c:pt>
                <c:pt idx="132">
                  <c:v>3.4</c:v>
                </c:pt>
                <c:pt idx="133">
                  <c:v>3.6</c:v>
                </c:pt>
                <c:pt idx="134">
                  <c:v>3.6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3.8</c:v>
                </c:pt>
                <c:pt idx="140">
                  <c:v>3.8</c:v>
                </c:pt>
                <c:pt idx="141">
                  <c:v>3.8</c:v>
                </c:pt>
                <c:pt idx="142">
                  <c:v>3.8</c:v>
                </c:pt>
                <c:pt idx="143">
                  <c:v>3.8</c:v>
                </c:pt>
                <c:pt idx="144">
                  <c:v>3.8</c:v>
                </c:pt>
                <c:pt idx="145">
                  <c:v>3.8</c:v>
                </c:pt>
                <c:pt idx="146">
                  <c:v>3.8</c:v>
                </c:pt>
                <c:pt idx="147">
                  <c:v>3.8</c:v>
                </c:pt>
                <c:pt idx="148">
                  <c:v>3.8</c:v>
                </c:pt>
                <c:pt idx="149">
                  <c:v>3.8</c:v>
                </c:pt>
                <c:pt idx="150">
                  <c:v>3.8</c:v>
                </c:pt>
                <c:pt idx="151">
                  <c:v>3.8</c:v>
                </c:pt>
                <c:pt idx="152">
                  <c:v>3.8</c:v>
                </c:pt>
                <c:pt idx="153">
                  <c:v>3.8</c:v>
                </c:pt>
                <c:pt idx="154">
                  <c:v>4</c:v>
                </c:pt>
                <c:pt idx="155">
                  <c:v>4</c:v>
                </c:pt>
                <c:pt idx="156">
                  <c:v>4</c:v>
                </c:pt>
                <c:pt idx="157">
                  <c:v>4</c:v>
                </c:pt>
                <c:pt idx="158">
                  <c:v>4</c:v>
                </c:pt>
                <c:pt idx="159">
                  <c:v>4</c:v>
                </c:pt>
                <c:pt idx="160">
                  <c:v>4</c:v>
                </c:pt>
                <c:pt idx="161">
                  <c:v>4</c:v>
                </c:pt>
                <c:pt idx="162">
                  <c:v>4.2</c:v>
                </c:pt>
                <c:pt idx="163">
                  <c:v>4.2</c:v>
                </c:pt>
                <c:pt idx="164">
                  <c:v>4.2</c:v>
                </c:pt>
                <c:pt idx="165">
                  <c:v>4.2</c:v>
                </c:pt>
                <c:pt idx="166">
                  <c:v>4.4000000000000004</c:v>
                </c:pt>
                <c:pt idx="167">
                  <c:v>4.4000000000000004</c:v>
                </c:pt>
                <c:pt idx="168">
                  <c:v>4.4000000000000004</c:v>
                </c:pt>
                <c:pt idx="169">
                  <c:v>4.4000000000000004</c:v>
                </c:pt>
                <c:pt idx="170">
                  <c:v>4.4000000000000004</c:v>
                </c:pt>
                <c:pt idx="171">
                  <c:v>4.4000000000000004</c:v>
                </c:pt>
                <c:pt idx="172">
                  <c:v>4.4000000000000004</c:v>
                </c:pt>
                <c:pt idx="173">
                  <c:v>4.4000000000000004</c:v>
                </c:pt>
                <c:pt idx="174">
                  <c:v>4.4000000000000004</c:v>
                </c:pt>
                <c:pt idx="175">
                  <c:v>4.4000000000000004</c:v>
                </c:pt>
                <c:pt idx="176">
                  <c:v>4.4000000000000004</c:v>
                </c:pt>
                <c:pt idx="177">
                  <c:v>4.4000000000000004</c:v>
                </c:pt>
                <c:pt idx="178">
                  <c:v>4.4000000000000004</c:v>
                </c:pt>
                <c:pt idx="179">
                  <c:v>4.4000000000000004</c:v>
                </c:pt>
                <c:pt idx="180">
                  <c:v>4.4000000000000004</c:v>
                </c:pt>
                <c:pt idx="181">
                  <c:v>4.4000000000000004</c:v>
                </c:pt>
                <c:pt idx="182">
                  <c:v>4.4000000000000004</c:v>
                </c:pt>
                <c:pt idx="183">
                  <c:v>4.4000000000000004</c:v>
                </c:pt>
                <c:pt idx="184">
                  <c:v>4.4000000000000004</c:v>
                </c:pt>
                <c:pt idx="185">
                  <c:v>4.5999999999999996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5</c:v>
                </c:pt>
                <c:pt idx="192">
                  <c:v>5</c:v>
                </c:pt>
                <c:pt idx="193">
                  <c:v>5.2</c:v>
                </c:pt>
                <c:pt idx="194">
                  <c:v>5.4</c:v>
                </c:pt>
                <c:pt idx="195">
                  <c:v>5.4</c:v>
                </c:pt>
                <c:pt idx="196">
                  <c:v>5.4</c:v>
                </c:pt>
                <c:pt idx="197">
                  <c:v>5.4</c:v>
                </c:pt>
                <c:pt idx="198">
                  <c:v>5.4</c:v>
                </c:pt>
                <c:pt idx="199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B03D-4696-B7C6-8A2EE7A6FD8F}"/>
            </c:ext>
          </c:extLst>
        </c:ser>
        <c:ser>
          <c:idx val="7"/>
          <c:order val="7"/>
          <c:tx>
            <c:strRef>
              <c:f>save1!$FB$204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save1!$FB$205:$FB$404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1.8</c:v>
                </c:pt>
                <c:pt idx="117">
                  <c:v>1.8</c:v>
                </c:pt>
                <c:pt idx="118">
                  <c:v>1.8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2.2000000000000002</c:v>
                </c:pt>
                <c:pt idx="128">
                  <c:v>2.4</c:v>
                </c:pt>
                <c:pt idx="129">
                  <c:v>2.6</c:v>
                </c:pt>
                <c:pt idx="130">
                  <c:v>2.8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3.2</c:v>
                </c:pt>
                <c:pt idx="136">
                  <c:v>3.2</c:v>
                </c:pt>
                <c:pt idx="137">
                  <c:v>3.2</c:v>
                </c:pt>
                <c:pt idx="138">
                  <c:v>3.2</c:v>
                </c:pt>
                <c:pt idx="139">
                  <c:v>3.2</c:v>
                </c:pt>
                <c:pt idx="140">
                  <c:v>3.2</c:v>
                </c:pt>
                <c:pt idx="141">
                  <c:v>3.2</c:v>
                </c:pt>
                <c:pt idx="142">
                  <c:v>3.2</c:v>
                </c:pt>
                <c:pt idx="143">
                  <c:v>3.2</c:v>
                </c:pt>
                <c:pt idx="144">
                  <c:v>3.2</c:v>
                </c:pt>
                <c:pt idx="145">
                  <c:v>3.2</c:v>
                </c:pt>
                <c:pt idx="146">
                  <c:v>3.2</c:v>
                </c:pt>
                <c:pt idx="147">
                  <c:v>3.2</c:v>
                </c:pt>
                <c:pt idx="148">
                  <c:v>3.2</c:v>
                </c:pt>
                <c:pt idx="149">
                  <c:v>3.2</c:v>
                </c:pt>
                <c:pt idx="150">
                  <c:v>3.2</c:v>
                </c:pt>
                <c:pt idx="151">
                  <c:v>3.2</c:v>
                </c:pt>
                <c:pt idx="152">
                  <c:v>3.2</c:v>
                </c:pt>
                <c:pt idx="153">
                  <c:v>3.2</c:v>
                </c:pt>
                <c:pt idx="154">
                  <c:v>3.2</c:v>
                </c:pt>
                <c:pt idx="155">
                  <c:v>3.2</c:v>
                </c:pt>
                <c:pt idx="156">
                  <c:v>3.2</c:v>
                </c:pt>
                <c:pt idx="157">
                  <c:v>3.2</c:v>
                </c:pt>
                <c:pt idx="158">
                  <c:v>3.2</c:v>
                </c:pt>
                <c:pt idx="159">
                  <c:v>3.2</c:v>
                </c:pt>
                <c:pt idx="160">
                  <c:v>3.2</c:v>
                </c:pt>
                <c:pt idx="161">
                  <c:v>3.2</c:v>
                </c:pt>
                <c:pt idx="162">
                  <c:v>3.2</c:v>
                </c:pt>
                <c:pt idx="163">
                  <c:v>3.2</c:v>
                </c:pt>
                <c:pt idx="164">
                  <c:v>3.4</c:v>
                </c:pt>
                <c:pt idx="165">
                  <c:v>3.4</c:v>
                </c:pt>
                <c:pt idx="166">
                  <c:v>3.4</c:v>
                </c:pt>
                <c:pt idx="167">
                  <c:v>3.4</c:v>
                </c:pt>
                <c:pt idx="168">
                  <c:v>3.4</c:v>
                </c:pt>
                <c:pt idx="169">
                  <c:v>3.4</c:v>
                </c:pt>
                <c:pt idx="170">
                  <c:v>3.4</c:v>
                </c:pt>
                <c:pt idx="171">
                  <c:v>3.4</c:v>
                </c:pt>
                <c:pt idx="172">
                  <c:v>3.4</c:v>
                </c:pt>
                <c:pt idx="173">
                  <c:v>3.4</c:v>
                </c:pt>
                <c:pt idx="174">
                  <c:v>3.4</c:v>
                </c:pt>
                <c:pt idx="175">
                  <c:v>3.4</c:v>
                </c:pt>
                <c:pt idx="176">
                  <c:v>3.4</c:v>
                </c:pt>
                <c:pt idx="177">
                  <c:v>3.4</c:v>
                </c:pt>
                <c:pt idx="178">
                  <c:v>3.4</c:v>
                </c:pt>
                <c:pt idx="179">
                  <c:v>3.4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B03D-4696-B7C6-8A2EE7A6FD8F}"/>
            </c:ext>
          </c:extLst>
        </c:ser>
        <c:ser>
          <c:idx val="8"/>
          <c:order val="8"/>
          <c:tx>
            <c:strRef>
              <c:f>save1!$FC$204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save1!$FC$205:$FC$404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0.2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0.4</c:v>
                </c:pt>
                <c:pt idx="83">
                  <c:v>0.4</c:v>
                </c:pt>
                <c:pt idx="84">
                  <c:v>0.4</c:v>
                </c:pt>
                <c:pt idx="85">
                  <c:v>0.4</c:v>
                </c:pt>
                <c:pt idx="86">
                  <c:v>0.4</c:v>
                </c:pt>
                <c:pt idx="87">
                  <c:v>0.4</c:v>
                </c:pt>
                <c:pt idx="88">
                  <c:v>0.4</c:v>
                </c:pt>
                <c:pt idx="89">
                  <c:v>0.4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0.4</c:v>
                </c:pt>
                <c:pt idx="105">
                  <c:v>0.4</c:v>
                </c:pt>
                <c:pt idx="106">
                  <c:v>0.4</c:v>
                </c:pt>
                <c:pt idx="107">
                  <c:v>0.4</c:v>
                </c:pt>
                <c:pt idx="108">
                  <c:v>0.4</c:v>
                </c:pt>
                <c:pt idx="109">
                  <c:v>0.4</c:v>
                </c:pt>
                <c:pt idx="110">
                  <c:v>0.4</c:v>
                </c:pt>
                <c:pt idx="111">
                  <c:v>0.4</c:v>
                </c:pt>
                <c:pt idx="112">
                  <c:v>0.4</c:v>
                </c:pt>
                <c:pt idx="113">
                  <c:v>0.4</c:v>
                </c:pt>
                <c:pt idx="114">
                  <c:v>0.4</c:v>
                </c:pt>
                <c:pt idx="115">
                  <c:v>0.4</c:v>
                </c:pt>
                <c:pt idx="116">
                  <c:v>0.4</c:v>
                </c:pt>
                <c:pt idx="117">
                  <c:v>0.4</c:v>
                </c:pt>
                <c:pt idx="118">
                  <c:v>0.4</c:v>
                </c:pt>
                <c:pt idx="119">
                  <c:v>0.4</c:v>
                </c:pt>
                <c:pt idx="120">
                  <c:v>0.4</c:v>
                </c:pt>
                <c:pt idx="121">
                  <c:v>0.4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0.6</c:v>
                </c:pt>
                <c:pt idx="136">
                  <c:v>0.6</c:v>
                </c:pt>
                <c:pt idx="137">
                  <c:v>0.6</c:v>
                </c:pt>
                <c:pt idx="138">
                  <c:v>0.6</c:v>
                </c:pt>
                <c:pt idx="139">
                  <c:v>0.6</c:v>
                </c:pt>
                <c:pt idx="140">
                  <c:v>0.6</c:v>
                </c:pt>
                <c:pt idx="141">
                  <c:v>0.6</c:v>
                </c:pt>
                <c:pt idx="142">
                  <c:v>0.6</c:v>
                </c:pt>
                <c:pt idx="143">
                  <c:v>0.6</c:v>
                </c:pt>
                <c:pt idx="144">
                  <c:v>0.6</c:v>
                </c:pt>
                <c:pt idx="145">
                  <c:v>0.6</c:v>
                </c:pt>
                <c:pt idx="146">
                  <c:v>0.6</c:v>
                </c:pt>
                <c:pt idx="147">
                  <c:v>0.6</c:v>
                </c:pt>
                <c:pt idx="148">
                  <c:v>0.6</c:v>
                </c:pt>
                <c:pt idx="149">
                  <c:v>0.6</c:v>
                </c:pt>
                <c:pt idx="150">
                  <c:v>0.6</c:v>
                </c:pt>
                <c:pt idx="151">
                  <c:v>0.6</c:v>
                </c:pt>
                <c:pt idx="152">
                  <c:v>0.6</c:v>
                </c:pt>
                <c:pt idx="153">
                  <c:v>0.6</c:v>
                </c:pt>
                <c:pt idx="154">
                  <c:v>0.6</c:v>
                </c:pt>
                <c:pt idx="155">
                  <c:v>0.6</c:v>
                </c:pt>
                <c:pt idx="156">
                  <c:v>0.6</c:v>
                </c:pt>
                <c:pt idx="157">
                  <c:v>0.6</c:v>
                </c:pt>
                <c:pt idx="158">
                  <c:v>0.6</c:v>
                </c:pt>
                <c:pt idx="159">
                  <c:v>0.6</c:v>
                </c:pt>
                <c:pt idx="160">
                  <c:v>0.6</c:v>
                </c:pt>
                <c:pt idx="161">
                  <c:v>0.6</c:v>
                </c:pt>
                <c:pt idx="162">
                  <c:v>0.6</c:v>
                </c:pt>
                <c:pt idx="163">
                  <c:v>0.6</c:v>
                </c:pt>
                <c:pt idx="164">
                  <c:v>0.6</c:v>
                </c:pt>
                <c:pt idx="165">
                  <c:v>0.6</c:v>
                </c:pt>
                <c:pt idx="166">
                  <c:v>0.6</c:v>
                </c:pt>
                <c:pt idx="167">
                  <c:v>0.6</c:v>
                </c:pt>
                <c:pt idx="168">
                  <c:v>0.6</c:v>
                </c:pt>
                <c:pt idx="169">
                  <c:v>0.6</c:v>
                </c:pt>
                <c:pt idx="170">
                  <c:v>0.6</c:v>
                </c:pt>
                <c:pt idx="171">
                  <c:v>0.6</c:v>
                </c:pt>
                <c:pt idx="172">
                  <c:v>0.6</c:v>
                </c:pt>
                <c:pt idx="173">
                  <c:v>0.6</c:v>
                </c:pt>
                <c:pt idx="174">
                  <c:v>0.6</c:v>
                </c:pt>
                <c:pt idx="175">
                  <c:v>0.6</c:v>
                </c:pt>
                <c:pt idx="176">
                  <c:v>0.6</c:v>
                </c:pt>
                <c:pt idx="177">
                  <c:v>0.6</c:v>
                </c:pt>
                <c:pt idx="178">
                  <c:v>0.6</c:v>
                </c:pt>
                <c:pt idx="179">
                  <c:v>0.6</c:v>
                </c:pt>
                <c:pt idx="180">
                  <c:v>0.6</c:v>
                </c:pt>
                <c:pt idx="181">
                  <c:v>0.6</c:v>
                </c:pt>
                <c:pt idx="182">
                  <c:v>0.6</c:v>
                </c:pt>
                <c:pt idx="183">
                  <c:v>0.6</c:v>
                </c:pt>
                <c:pt idx="184">
                  <c:v>0.6</c:v>
                </c:pt>
                <c:pt idx="185">
                  <c:v>0.6</c:v>
                </c:pt>
                <c:pt idx="186">
                  <c:v>0.6</c:v>
                </c:pt>
                <c:pt idx="187">
                  <c:v>0.6</c:v>
                </c:pt>
                <c:pt idx="188">
                  <c:v>0.6</c:v>
                </c:pt>
                <c:pt idx="189">
                  <c:v>0.6</c:v>
                </c:pt>
                <c:pt idx="190">
                  <c:v>0.6</c:v>
                </c:pt>
                <c:pt idx="191">
                  <c:v>0.6</c:v>
                </c:pt>
                <c:pt idx="192">
                  <c:v>0.6</c:v>
                </c:pt>
                <c:pt idx="193">
                  <c:v>0.6</c:v>
                </c:pt>
                <c:pt idx="194">
                  <c:v>0.6</c:v>
                </c:pt>
                <c:pt idx="195">
                  <c:v>0.6</c:v>
                </c:pt>
                <c:pt idx="196">
                  <c:v>0.6</c:v>
                </c:pt>
                <c:pt idx="197">
                  <c:v>0.6</c:v>
                </c:pt>
                <c:pt idx="198">
                  <c:v>0.6</c:v>
                </c:pt>
                <c:pt idx="199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03D-4696-B7C6-8A2EE7A6FD8F}"/>
            </c:ext>
          </c:extLst>
        </c:ser>
        <c:ser>
          <c:idx val="9"/>
          <c:order val="9"/>
          <c:tx>
            <c:strRef>
              <c:f>save1!$FD$204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save1!$FD$205:$FD$404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1.4</c:v>
                </c:pt>
                <c:pt idx="64">
                  <c:v>1.4</c:v>
                </c:pt>
                <c:pt idx="65">
                  <c:v>1.4</c:v>
                </c:pt>
                <c:pt idx="66">
                  <c:v>1.4</c:v>
                </c:pt>
                <c:pt idx="67">
                  <c:v>1.6</c:v>
                </c:pt>
                <c:pt idx="68">
                  <c:v>1.6</c:v>
                </c:pt>
                <c:pt idx="69">
                  <c:v>1.6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1.8</c:v>
                </c:pt>
                <c:pt idx="76">
                  <c:v>1.8</c:v>
                </c:pt>
                <c:pt idx="77">
                  <c:v>1.8</c:v>
                </c:pt>
                <c:pt idx="78">
                  <c:v>1.8</c:v>
                </c:pt>
                <c:pt idx="79">
                  <c:v>1.8</c:v>
                </c:pt>
                <c:pt idx="80">
                  <c:v>2</c:v>
                </c:pt>
                <c:pt idx="81">
                  <c:v>2.2000000000000002</c:v>
                </c:pt>
                <c:pt idx="82">
                  <c:v>2.4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2.6</c:v>
                </c:pt>
                <c:pt idx="90">
                  <c:v>2.6</c:v>
                </c:pt>
                <c:pt idx="91">
                  <c:v>2.6</c:v>
                </c:pt>
                <c:pt idx="92">
                  <c:v>2.6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3.2</c:v>
                </c:pt>
                <c:pt idx="110">
                  <c:v>3.2</c:v>
                </c:pt>
                <c:pt idx="111">
                  <c:v>3.4</c:v>
                </c:pt>
                <c:pt idx="112">
                  <c:v>3.4</c:v>
                </c:pt>
                <c:pt idx="113">
                  <c:v>3.4</c:v>
                </c:pt>
                <c:pt idx="114">
                  <c:v>3.4</c:v>
                </c:pt>
                <c:pt idx="115">
                  <c:v>3.4</c:v>
                </c:pt>
                <c:pt idx="116">
                  <c:v>3.4</c:v>
                </c:pt>
                <c:pt idx="117">
                  <c:v>3.6</c:v>
                </c:pt>
                <c:pt idx="118">
                  <c:v>3.6</c:v>
                </c:pt>
                <c:pt idx="119">
                  <c:v>3.8</c:v>
                </c:pt>
                <c:pt idx="120">
                  <c:v>3.8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3.8</c:v>
                </c:pt>
                <c:pt idx="131">
                  <c:v>3.8</c:v>
                </c:pt>
                <c:pt idx="132">
                  <c:v>3.8</c:v>
                </c:pt>
                <c:pt idx="133">
                  <c:v>3.8</c:v>
                </c:pt>
                <c:pt idx="134">
                  <c:v>3.8</c:v>
                </c:pt>
                <c:pt idx="135">
                  <c:v>3.8</c:v>
                </c:pt>
                <c:pt idx="136">
                  <c:v>3.8</c:v>
                </c:pt>
                <c:pt idx="137">
                  <c:v>3.8</c:v>
                </c:pt>
                <c:pt idx="138">
                  <c:v>3.8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4.2</c:v>
                </c:pt>
                <c:pt idx="155">
                  <c:v>4.2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4.4000000000000004</c:v>
                </c:pt>
                <c:pt idx="164">
                  <c:v>4.4000000000000004</c:v>
                </c:pt>
                <c:pt idx="165">
                  <c:v>4.4000000000000004</c:v>
                </c:pt>
                <c:pt idx="166">
                  <c:v>4.4000000000000004</c:v>
                </c:pt>
                <c:pt idx="167">
                  <c:v>4.4000000000000004</c:v>
                </c:pt>
                <c:pt idx="168">
                  <c:v>4.4000000000000004</c:v>
                </c:pt>
                <c:pt idx="169">
                  <c:v>4.4000000000000004</c:v>
                </c:pt>
                <c:pt idx="170">
                  <c:v>4.4000000000000004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5.2</c:v>
                </c:pt>
                <c:pt idx="184">
                  <c:v>5.2</c:v>
                </c:pt>
                <c:pt idx="185">
                  <c:v>5.2</c:v>
                </c:pt>
                <c:pt idx="186">
                  <c:v>5.2</c:v>
                </c:pt>
                <c:pt idx="187">
                  <c:v>5.2</c:v>
                </c:pt>
                <c:pt idx="188">
                  <c:v>5.2</c:v>
                </c:pt>
                <c:pt idx="189">
                  <c:v>5.2</c:v>
                </c:pt>
                <c:pt idx="190">
                  <c:v>5.2</c:v>
                </c:pt>
                <c:pt idx="191">
                  <c:v>5.2</c:v>
                </c:pt>
                <c:pt idx="192">
                  <c:v>5.4</c:v>
                </c:pt>
                <c:pt idx="193">
                  <c:v>5.4</c:v>
                </c:pt>
                <c:pt idx="194">
                  <c:v>5.4</c:v>
                </c:pt>
                <c:pt idx="195">
                  <c:v>5.4</c:v>
                </c:pt>
                <c:pt idx="196">
                  <c:v>5.6</c:v>
                </c:pt>
                <c:pt idx="197">
                  <c:v>5.6</c:v>
                </c:pt>
                <c:pt idx="198">
                  <c:v>5.6</c:v>
                </c:pt>
                <c:pt idx="199">
                  <c:v>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B03D-4696-B7C6-8A2EE7A6FD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Mom’s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save1!$EU$406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save1!$EU$407:$EU$606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2.2000000000000002</c:v>
                </c:pt>
                <c:pt idx="3">
                  <c:v>2.8</c:v>
                </c:pt>
                <c:pt idx="4">
                  <c:v>3.2</c:v>
                </c:pt>
                <c:pt idx="5">
                  <c:v>4.2</c:v>
                </c:pt>
                <c:pt idx="6">
                  <c:v>4.2</c:v>
                </c:pt>
                <c:pt idx="7">
                  <c:v>5.4</c:v>
                </c:pt>
                <c:pt idx="8">
                  <c:v>9</c:v>
                </c:pt>
                <c:pt idx="9">
                  <c:v>10.4</c:v>
                </c:pt>
                <c:pt idx="10">
                  <c:v>10.4</c:v>
                </c:pt>
                <c:pt idx="11">
                  <c:v>10.6</c:v>
                </c:pt>
                <c:pt idx="12">
                  <c:v>11.8</c:v>
                </c:pt>
                <c:pt idx="13">
                  <c:v>11.8</c:v>
                </c:pt>
                <c:pt idx="14">
                  <c:v>15.2</c:v>
                </c:pt>
                <c:pt idx="15">
                  <c:v>15.4</c:v>
                </c:pt>
                <c:pt idx="16">
                  <c:v>16.399999999999999</c:v>
                </c:pt>
                <c:pt idx="17">
                  <c:v>16.399999999999999</c:v>
                </c:pt>
                <c:pt idx="18">
                  <c:v>17.2</c:v>
                </c:pt>
                <c:pt idx="19">
                  <c:v>17.600000000000001</c:v>
                </c:pt>
                <c:pt idx="20">
                  <c:v>18.399999999999999</c:v>
                </c:pt>
                <c:pt idx="21">
                  <c:v>18.399999999999999</c:v>
                </c:pt>
                <c:pt idx="22">
                  <c:v>20.8</c:v>
                </c:pt>
                <c:pt idx="23">
                  <c:v>22</c:v>
                </c:pt>
                <c:pt idx="24">
                  <c:v>22</c:v>
                </c:pt>
                <c:pt idx="25">
                  <c:v>22.2</c:v>
                </c:pt>
                <c:pt idx="26">
                  <c:v>22.6</c:v>
                </c:pt>
                <c:pt idx="27">
                  <c:v>24.2</c:v>
                </c:pt>
                <c:pt idx="28">
                  <c:v>26</c:v>
                </c:pt>
                <c:pt idx="29">
                  <c:v>27.8</c:v>
                </c:pt>
                <c:pt idx="30">
                  <c:v>27.8</c:v>
                </c:pt>
                <c:pt idx="31">
                  <c:v>27.8</c:v>
                </c:pt>
                <c:pt idx="32">
                  <c:v>29.8</c:v>
                </c:pt>
                <c:pt idx="33">
                  <c:v>30.4</c:v>
                </c:pt>
                <c:pt idx="34">
                  <c:v>30.6</c:v>
                </c:pt>
                <c:pt idx="35">
                  <c:v>30.8</c:v>
                </c:pt>
                <c:pt idx="36">
                  <c:v>32</c:v>
                </c:pt>
                <c:pt idx="37">
                  <c:v>33.4</c:v>
                </c:pt>
                <c:pt idx="38">
                  <c:v>33.6</c:v>
                </c:pt>
                <c:pt idx="39">
                  <c:v>36</c:v>
                </c:pt>
                <c:pt idx="40">
                  <c:v>36.200000000000003</c:v>
                </c:pt>
                <c:pt idx="41">
                  <c:v>37.4</c:v>
                </c:pt>
                <c:pt idx="42">
                  <c:v>37.6</c:v>
                </c:pt>
                <c:pt idx="43">
                  <c:v>37.6</c:v>
                </c:pt>
                <c:pt idx="44">
                  <c:v>38.6</c:v>
                </c:pt>
                <c:pt idx="45">
                  <c:v>39.6</c:v>
                </c:pt>
                <c:pt idx="46">
                  <c:v>40.6</c:v>
                </c:pt>
                <c:pt idx="47">
                  <c:v>40.6</c:v>
                </c:pt>
                <c:pt idx="48">
                  <c:v>40.6</c:v>
                </c:pt>
                <c:pt idx="49">
                  <c:v>40.799999999999997</c:v>
                </c:pt>
                <c:pt idx="50">
                  <c:v>42</c:v>
                </c:pt>
                <c:pt idx="51">
                  <c:v>42</c:v>
                </c:pt>
                <c:pt idx="52">
                  <c:v>42.6</c:v>
                </c:pt>
                <c:pt idx="53">
                  <c:v>42.6</c:v>
                </c:pt>
                <c:pt idx="54">
                  <c:v>46.8</c:v>
                </c:pt>
                <c:pt idx="55">
                  <c:v>46.8</c:v>
                </c:pt>
                <c:pt idx="56">
                  <c:v>49.6</c:v>
                </c:pt>
                <c:pt idx="57">
                  <c:v>50.6</c:v>
                </c:pt>
                <c:pt idx="58">
                  <c:v>50.6</c:v>
                </c:pt>
                <c:pt idx="59">
                  <c:v>50.8</c:v>
                </c:pt>
                <c:pt idx="60">
                  <c:v>53</c:v>
                </c:pt>
                <c:pt idx="61">
                  <c:v>53.8</c:v>
                </c:pt>
                <c:pt idx="62">
                  <c:v>56</c:v>
                </c:pt>
                <c:pt idx="63">
                  <c:v>56.2</c:v>
                </c:pt>
                <c:pt idx="64">
                  <c:v>58.6</c:v>
                </c:pt>
                <c:pt idx="65">
                  <c:v>59.8</c:v>
                </c:pt>
                <c:pt idx="66">
                  <c:v>60.4</c:v>
                </c:pt>
                <c:pt idx="67">
                  <c:v>60.6</c:v>
                </c:pt>
                <c:pt idx="68">
                  <c:v>62.2</c:v>
                </c:pt>
                <c:pt idx="69">
                  <c:v>62.8</c:v>
                </c:pt>
                <c:pt idx="70">
                  <c:v>63.2</c:v>
                </c:pt>
                <c:pt idx="71">
                  <c:v>64.599999999999994</c:v>
                </c:pt>
                <c:pt idx="72">
                  <c:v>65.8</c:v>
                </c:pt>
                <c:pt idx="73">
                  <c:v>67.400000000000006</c:v>
                </c:pt>
                <c:pt idx="74">
                  <c:v>67.8</c:v>
                </c:pt>
                <c:pt idx="75">
                  <c:v>68.599999999999994</c:v>
                </c:pt>
                <c:pt idx="76">
                  <c:v>70.400000000000006</c:v>
                </c:pt>
                <c:pt idx="77">
                  <c:v>71.599999999999994</c:v>
                </c:pt>
                <c:pt idx="78">
                  <c:v>71.8</c:v>
                </c:pt>
                <c:pt idx="79">
                  <c:v>75.8</c:v>
                </c:pt>
                <c:pt idx="80">
                  <c:v>76.599999999999994</c:v>
                </c:pt>
                <c:pt idx="81">
                  <c:v>77.400000000000006</c:v>
                </c:pt>
                <c:pt idx="82">
                  <c:v>79.2</c:v>
                </c:pt>
                <c:pt idx="83">
                  <c:v>79.8</c:v>
                </c:pt>
                <c:pt idx="84">
                  <c:v>80.8</c:v>
                </c:pt>
                <c:pt idx="85">
                  <c:v>81.400000000000006</c:v>
                </c:pt>
                <c:pt idx="86">
                  <c:v>82</c:v>
                </c:pt>
                <c:pt idx="87">
                  <c:v>82.4</c:v>
                </c:pt>
                <c:pt idx="88">
                  <c:v>84</c:v>
                </c:pt>
                <c:pt idx="89">
                  <c:v>84.8</c:v>
                </c:pt>
                <c:pt idx="90">
                  <c:v>85.8</c:v>
                </c:pt>
                <c:pt idx="91">
                  <c:v>86.2</c:v>
                </c:pt>
                <c:pt idx="92">
                  <c:v>87.4</c:v>
                </c:pt>
                <c:pt idx="93">
                  <c:v>88.2</c:v>
                </c:pt>
                <c:pt idx="94">
                  <c:v>89.8</c:v>
                </c:pt>
                <c:pt idx="95">
                  <c:v>90.8</c:v>
                </c:pt>
                <c:pt idx="96">
                  <c:v>91.4</c:v>
                </c:pt>
                <c:pt idx="97">
                  <c:v>92.2</c:v>
                </c:pt>
                <c:pt idx="98">
                  <c:v>93.8</c:v>
                </c:pt>
                <c:pt idx="99">
                  <c:v>95</c:v>
                </c:pt>
                <c:pt idx="100">
                  <c:v>97.6</c:v>
                </c:pt>
                <c:pt idx="101">
                  <c:v>98.6</c:v>
                </c:pt>
                <c:pt idx="102">
                  <c:v>100.6</c:v>
                </c:pt>
                <c:pt idx="103">
                  <c:v>100.8</c:v>
                </c:pt>
                <c:pt idx="104">
                  <c:v>101</c:v>
                </c:pt>
                <c:pt idx="105">
                  <c:v>102.8</c:v>
                </c:pt>
                <c:pt idx="106">
                  <c:v>103.4</c:v>
                </c:pt>
                <c:pt idx="107">
                  <c:v>107.6</c:v>
                </c:pt>
                <c:pt idx="108">
                  <c:v>107.8</c:v>
                </c:pt>
                <c:pt idx="109">
                  <c:v>110.4</c:v>
                </c:pt>
                <c:pt idx="110">
                  <c:v>112.6</c:v>
                </c:pt>
                <c:pt idx="111">
                  <c:v>115</c:v>
                </c:pt>
                <c:pt idx="112">
                  <c:v>116</c:v>
                </c:pt>
                <c:pt idx="113">
                  <c:v>116.4</c:v>
                </c:pt>
                <c:pt idx="114">
                  <c:v>116.4</c:v>
                </c:pt>
                <c:pt idx="115">
                  <c:v>116.4</c:v>
                </c:pt>
                <c:pt idx="116">
                  <c:v>116.4</c:v>
                </c:pt>
                <c:pt idx="117">
                  <c:v>116.4</c:v>
                </c:pt>
                <c:pt idx="118">
                  <c:v>118</c:v>
                </c:pt>
                <c:pt idx="119">
                  <c:v>119.2</c:v>
                </c:pt>
                <c:pt idx="120">
                  <c:v>121.6</c:v>
                </c:pt>
                <c:pt idx="121">
                  <c:v>122</c:v>
                </c:pt>
                <c:pt idx="122">
                  <c:v>122.2</c:v>
                </c:pt>
                <c:pt idx="123">
                  <c:v>123.2</c:v>
                </c:pt>
                <c:pt idx="124">
                  <c:v>123.4</c:v>
                </c:pt>
                <c:pt idx="125">
                  <c:v>123.4</c:v>
                </c:pt>
                <c:pt idx="126">
                  <c:v>123.4</c:v>
                </c:pt>
                <c:pt idx="127">
                  <c:v>124.4</c:v>
                </c:pt>
                <c:pt idx="128">
                  <c:v>124.6</c:v>
                </c:pt>
                <c:pt idx="129">
                  <c:v>124.6</c:v>
                </c:pt>
                <c:pt idx="130">
                  <c:v>125.8</c:v>
                </c:pt>
                <c:pt idx="131">
                  <c:v>130.6</c:v>
                </c:pt>
                <c:pt idx="132">
                  <c:v>131</c:v>
                </c:pt>
                <c:pt idx="133">
                  <c:v>132</c:v>
                </c:pt>
                <c:pt idx="134">
                  <c:v>133.4</c:v>
                </c:pt>
                <c:pt idx="135">
                  <c:v>134</c:v>
                </c:pt>
                <c:pt idx="136">
                  <c:v>134</c:v>
                </c:pt>
                <c:pt idx="137">
                  <c:v>134</c:v>
                </c:pt>
                <c:pt idx="138">
                  <c:v>135.80000000000001</c:v>
                </c:pt>
                <c:pt idx="139">
                  <c:v>137.19999999999999</c:v>
                </c:pt>
                <c:pt idx="140">
                  <c:v>137.4</c:v>
                </c:pt>
                <c:pt idx="141">
                  <c:v>139</c:v>
                </c:pt>
                <c:pt idx="142">
                  <c:v>139</c:v>
                </c:pt>
                <c:pt idx="143">
                  <c:v>139.80000000000001</c:v>
                </c:pt>
                <c:pt idx="144">
                  <c:v>140.4</c:v>
                </c:pt>
                <c:pt idx="145">
                  <c:v>141</c:v>
                </c:pt>
                <c:pt idx="146">
                  <c:v>141.6</c:v>
                </c:pt>
                <c:pt idx="147">
                  <c:v>144</c:v>
                </c:pt>
                <c:pt idx="148">
                  <c:v>144.19999999999999</c:v>
                </c:pt>
                <c:pt idx="149">
                  <c:v>144.80000000000001</c:v>
                </c:pt>
                <c:pt idx="150">
                  <c:v>147.6</c:v>
                </c:pt>
                <c:pt idx="151">
                  <c:v>148.6</c:v>
                </c:pt>
                <c:pt idx="152">
                  <c:v>148.6</c:v>
                </c:pt>
                <c:pt idx="153">
                  <c:v>149.6</c:v>
                </c:pt>
                <c:pt idx="154">
                  <c:v>149.80000000000001</c:v>
                </c:pt>
                <c:pt idx="155">
                  <c:v>150.80000000000001</c:v>
                </c:pt>
                <c:pt idx="156">
                  <c:v>151.4</c:v>
                </c:pt>
                <c:pt idx="157">
                  <c:v>153.4</c:v>
                </c:pt>
                <c:pt idx="158">
                  <c:v>154</c:v>
                </c:pt>
                <c:pt idx="159">
                  <c:v>154</c:v>
                </c:pt>
                <c:pt idx="160">
                  <c:v>157.6</c:v>
                </c:pt>
                <c:pt idx="161">
                  <c:v>161.80000000000001</c:v>
                </c:pt>
                <c:pt idx="162">
                  <c:v>166.2</c:v>
                </c:pt>
                <c:pt idx="163">
                  <c:v>167.4</c:v>
                </c:pt>
                <c:pt idx="164">
                  <c:v>169.4</c:v>
                </c:pt>
                <c:pt idx="165">
                  <c:v>171.8</c:v>
                </c:pt>
                <c:pt idx="166">
                  <c:v>173.4</c:v>
                </c:pt>
                <c:pt idx="167">
                  <c:v>175.2</c:v>
                </c:pt>
                <c:pt idx="168">
                  <c:v>175.8</c:v>
                </c:pt>
                <c:pt idx="169">
                  <c:v>177.2</c:v>
                </c:pt>
                <c:pt idx="170">
                  <c:v>178.2</c:v>
                </c:pt>
                <c:pt idx="171">
                  <c:v>179.2</c:v>
                </c:pt>
                <c:pt idx="172">
                  <c:v>179.4</c:v>
                </c:pt>
                <c:pt idx="173">
                  <c:v>179.6</c:v>
                </c:pt>
                <c:pt idx="174">
                  <c:v>180.6</c:v>
                </c:pt>
                <c:pt idx="175">
                  <c:v>180.6</c:v>
                </c:pt>
                <c:pt idx="176">
                  <c:v>180.6</c:v>
                </c:pt>
                <c:pt idx="177">
                  <c:v>181.8</c:v>
                </c:pt>
                <c:pt idx="178">
                  <c:v>183</c:v>
                </c:pt>
                <c:pt idx="179">
                  <c:v>185.8</c:v>
                </c:pt>
                <c:pt idx="180">
                  <c:v>190</c:v>
                </c:pt>
                <c:pt idx="181">
                  <c:v>191</c:v>
                </c:pt>
                <c:pt idx="182">
                  <c:v>191.2</c:v>
                </c:pt>
                <c:pt idx="183">
                  <c:v>193.8</c:v>
                </c:pt>
                <c:pt idx="184">
                  <c:v>195.2</c:v>
                </c:pt>
                <c:pt idx="185">
                  <c:v>195.2</c:v>
                </c:pt>
                <c:pt idx="186">
                  <c:v>196.2</c:v>
                </c:pt>
                <c:pt idx="187">
                  <c:v>196.2</c:v>
                </c:pt>
                <c:pt idx="188">
                  <c:v>198.2</c:v>
                </c:pt>
                <c:pt idx="189">
                  <c:v>198.4</c:v>
                </c:pt>
                <c:pt idx="190">
                  <c:v>198.4</c:v>
                </c:pt>
                <c:pt idx="191">
                  <c:v>199</c:v>
                </c:pt>
                <c:pt idx="192">
                  <c:v>199</c:v>
                </c:pt>
                <c:pt idx="193">
                  <c:v>199</c:v>
                </c:pt>
                <c:pt idx="194">
                  <c:v>201</c:v>
                </c:pt>
                <c:pt idx="195">
                  <c:v>201</c:v>
                </c:pt>
                <c:pt idx="196">
                  <c:v>202.2</c:v>
                </c:pt>
                <c:pt idx="197">
                  <c:v>202.2</c:v>
                </c:pt>
                <c:pt idx="198">
                  <c:v>202.2</c:v>
                </c:pt>
                <c:pt idx="199">
                  <c:v>202.2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80-44E0-8DDC-5DC840148533}"/>
            </c:ext>
          </c:extLst>
        </c:ser>
        <c:ser>
          <c:idx val="1"/>
          <c:order val="1"/>
          <c:tx>
            <c:strRef>
              <c:f>save1!$EV$406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save1!$EV$407:$EV$606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1</c:v>
                </c:pt>
                <c:pt idx="9">
                  <c:v>1.4</c:v>
                </c:pt>
                <c:pt idx="10">
                  <c:v>1.4</c:v>
                </c:pt>
                <c:pt idx="11">
                  <c:v>1.4</c:v>
                </c:pt>
                <c:pt idx="12">
                  <c:v>1.6</c:v>
                </c:pt>
                <c:pt idx="13">
                  <c:v>1.8</c:v>
                </c:pt>
                <c:pt idx="14">
                  <c:v>2.6</c:v>
                </c:pt>
                <c:pt idx="15">
                  <c:v>3</c:v>
                </c:pt>
                <c:pt idx="16">
                  <c:v>3.6</c:v>
                </c:pt>
                <c:pt idx="17">
                  <c:v>3.8</c:v>
                </c:pt>
                <c:pt idx="18">
                  <c:v>4</c:v>
                </c:pt>
                <c:pt idx="19">
                  <c:v>4</c:v>
                </c:pt>
                <c:pt idx="20">
                  <c:v>4.2</c:v>
                </c:pt>
                <c:pt idx="21">
                  <c:v>4.4000000000000004</c:v>
                </c:pt>
                <c:pt idx="22">
                  <c:v>5.2</c:v>
                </c:pt>
                <c:pt idx="23">
                  <c:v>5.8</c:v>
                </c:pt>
                <c:pt idx="24">
                  <c:v>6</c:v>
                </c:pt>
                <c:pt idx="25">
                  <c:v>6</c:v>
                </c:pt>
                <c:pt idx="26">
                  <c:v>6.4</c:v>
                </c:pt>
                <c:pt idx="27">
                  <c:v>6.6</c:v>
                </c:pt>
                <c:pt idx="28">
                  <c:v>7.6</c:v>
                </c:pt>
                <c:pt idx="29">
                  <c:v>8.4</c:v>
                </c:pt>
                <c:pt idx="30">
                  <c:v>8.4</c:v>
                </c:pt>
                <c:pt idx="31">
                  <c:v>8.6</c:v>
                </c:pt>
                <c:pt idx="32">
                  <c:v>9</c:v>
                </c:pt>
                <c:pt idx="33">
                  <c:v>9</c:v>
                </c:pt>
                <c:pt idx="34">
                  <c:v>9.1999999999999993</c:v>
                </c:pt>
                <c:pt idx="35">
                  <c:v>9.1999999999999993</c:v>
                </c:pt>
                <c:pt idx="36">
                  <c:v>9.1999999999999993</c:v>
                </c:pt>
                <c:pt idx="37">
                  <c:v>9.1999999999999993</c:v>
                </c:pt>
                <c:pt idx="38">
                  <c:v>9.6</c:v>
                </c:pt>
                <c:pt idx="39">
                  <c:v>10.199999999999999</c:v>
                </c:pt>
                <c:pt idx="40">
                  <c:v>10.199999999999999</c:v>
                </c:pt>
                <c:pt idx="41">
                  <c:v>11</c:v>
                </c:pt>
                <c:pt idx="42">
                  <c:v>11.2</c:v>
                </c:pt>
                <c:pt idx="43">
                  <c:v>11.2</c:v>
                </c:pt>
                <c:pt idx="44">
                  <c:v>11.2</c:v>
                </c:pt>
                <c:pt idx="45">
                  <c:v>11.2</c:v>
                </c:pt>
                <c:pt idx="46">
                  <c:v>11.4</c:v>
                </c:pt>
                <c:pt idx="47">
                  <c:v>11.4</c:v>
                </c:pt>
                <c:pt idx="48">
                  <c:v>11.4</c:v>
                </c:pt>
                <c:pt idx="49">
                  <c:v>11.4</c:v>
                </c:pt>
                <c:pt idx="50">
                  <c:v>11.6</c:v>
                </c:pt>
                <c:pt idx="51">
                  <c:v>11.6</c:v>
                </c:pt>
                <c:pt idx="52">
                  <c:v>11.6</c:v>
                </c:pt>
                <c:pt idx="53">
                  <c:v>11.6</c:v>
                </c:pt>
                <c:pt idx="54">
                  <c:v>11.8</c:v>
                </c:pt>
                <c:pt idx="55">
                  <c:v>12.2</c:v>
                </c:pt>
                <c:pt idx="56">
                  <c:v>12.4</c:v>
                </c:pt>
                <c:pt idx="57">
                  <c:v>13.2</c:v>
                </c:pt>
                <c:pt idx="58">
                  <c:v>13.2</c:v>
                </c:pt>
                <c:pt idx="59">
                  <c:v>13.6</c:v>
                </c:pt>
                <c:pt idx="60">
                  <c:v>14</c:v>
                </c:pt>
                <c:pt idx="61">
                  <c:v>14.2</c:v>
                </c:pt>
                <c:pt idx="62">
                  <c:v>14.6</c:v>
                </c:pt>
                <c:pt idx="63">
                  <c:v>15</c:v>
                </c:pt>
                <c:pt idx="64">
                  <c:v>15</c:v>
                </c:pt>
                <c:pt idx="65">
                  <c:v>15.8</c:v>
                </c:pt>
                <c:pt idx="66">
                  <c:v>16.600000000000001</c:v>
                </c:pt>
                <c:pt idx="67">
                  <c:v>16.600000000000001</c:v>
                </c:pt>
                <c:pt idx="68">
                  <c:v>16.8</c:v>
                </c:pt>
                <c:pt idx="69">
                  <c:v>17</c:v>
                </c:pt>
                <c:pt idx="70">
                  <c:v>17</c:v>
                </c:pt>
                <c:pt idx="71">
                  <c:v>17.399999999999999</c:v>
                </c:pt>
                <c:pt idx="72">
                  <c:v>17.600000000000001</c:v>
                </c:pt>
                <c:pt idx="73">
                  <c:v>17.600000000000001</c:v>
                </c:pt>
                <c:pt idx="74">
                  <c:v>17.8</c:v>
                </c:pt>
                <c:pt idx="75">
                  <c:v>18.399999999999999</c:v>
                </c:pt>
                <c:pt idx="76">
                  <c:v>19.600000000000001</c:v>
                </c:pt>
                <c:pt idx="77">
                  <c:v>20.8</c:v>
                </c:pt>
                <c:pt idx="78">
                  <c:v>20.8</c:v>
                </c:pt>
                <c:pt idx="79">
                  <c:v>22</c:v>
                </c:pt>
                <c:pt idx="80">
                  <c:v>22.4</c:v>
                </c:pt>
                <c:pt idx="81">
                  <c:v>22.8</c:v>
                </c:pt>
                <c:pt idx="82">
                  <c:v>24</c:v>
                </c:pt>
                <c:pt idx="83">
                  <c:v>24.2</c:v>
                </c:pt>
                <c:pt idx="84">
                  <c:v>24.2</c:v>
                </c:pt>
                <c:pt idx="85">
                  <c:v>24.2</c:v>
                </c:pt>
                <c:pt idx="86">
                  <c:v>24.6</c:v>
                </c:pt>
                <c:pt idx="87">
                  <c:v>25.6</c:v>
                </c:pt>
                <c:pt idx="88">
                  <c:v>26.2</c:v>
                </c:pt>
                <c:pt idx="89">
                  <c:v>26.2</c:v>
                </c:pt>
                <c:pt idx="90">
                  <c:v>26.6</c:v>
                </c:pt>
                <c:pt idx="91">
                  <c:v>26.6</c:v>
                </c:pt>
                <c:pt idx="92">
                  <c:v>27.6</c:v>
                </c:pt>
                <c:pt idx="93">
                  <c:v>28.4</c:v>
                </c:pt>
                <c:pt idx="94">
                  <c:v>28.8</c:v>
                </c:pt>
                <c:pt idx="95">
                  <c:v>29</c:v>
                </c:pt>
                <c:pt idx="96">
                  <c:v>29.2</c:v>
                </c:pt>
                <c:pt idx="97">
                  <c:v>29.2</c:v>
                </c:pt>
                <c:pt idx="98">
                  <c:v>29.2</c:v>
                </c:pt>
                <c:pt idx="99">
                  <c:v>31</c:v>
                </c:pt>
                <c:pt idx="100">
                  <c:v>32.4</c:v>
                </c:pt>
                <c:pt idx="101">
                  <c:v>32.799999999999997</c:v>
                </c:pt>
                <c:pt idx="102">
                  <c:v>32.799999999999997</c:v>
                </c:pt>
                <c:pt idx="103">
                  <c:v>33</c:v>
                </c:pt>
                <c:pt idx="104">
                  <c:v>33.200000000000003</c:v>
                </c:pt>
                <c:pt idx="105">
                  <c:v>33.200000000000003</c:v>
                </c:pt>
                <c:pt idx="106">
                  <c:v>33.6</c:v>
                </c:pt>
                <c:pt idx="107">
                  <c:v>34</c:v>
                </c:pt>
                <c:pt idx="108">
                  <c:v>34.4</c:v>
                </c:pt>
                <c:pt idx="109">
                  <c:v>34.799999999999997</c:v>
                </c:pt>
                <c:pt idx="110">
                  <c:v>35.200000000000003</c:v>
                </c:pt>
                <c:pt idx="111">
                  <c:v>35.200000000000003</c:v>
                </c:pt>
                <c:pt idx="112">
                  <c:v>35.6</c:v>
                </c:pt>
                <c:pt idx="113">
                  <c:v>36.4</c:v>
                </c:pt>
                <c:pt idx="114">
                  <c:v>37</c:v>
                </c:pt>
                <c:pt idx="115">
                  <c:v>37</c:v>
                </c:pt>
                <c:pt idx="116">
                  <c:v>37</c:v>
                </c:pt>
                <c:pt idx="117">
                  <c:v>37</c:v>
                </c:pt>
                <c:pt idx="118">
                  <c:v>37.4</c:v>
                </c:pt>
                <c:pt idx="119">
                  <c:v>37.6</c:v>
                </c:pt>
                <c:pt idx="120">
                  <c:v>37.6</c:v>
                </c:pt>
                <c:pt idx="121">
                  <c:v>37.799999999999997</c:v>
                </c:pt>
                <c:pt idx="122">
                  <c:v>37.799999999999997</c:v>
                </c:pt>
                <c:pt idx="123">
                  <c:v>38</c:v>
                </c:pt>
                <c:pt idx="124">
                  <c:v>38</c:v>
                </c:pt>
                <c:pt idx="125">
                  <c:v>38</c:v>
                </c:pt>
                <c:pt idx="126">
                  <c:v>38</c:v>
                </c:pt>
                <c:pt idx="127">
                  <c:v>38.200000000000003</c:v>
                </c:pt>
                <c:pt idx="128">
                  <c:v>38.4</c:v>
                </c:pt>
                <c:pt idx="129">
                  <c:v>38.4</c:v>
                </c:pt>
                <c:pt idx="130">
                  <c:v>39</c:v>
                </c:pt>
                <c:pt idx="131">
                  <c:v>40</c:v>
                </c:pt>
                <c:pt idx="132">
                  <c:v>40.799999999999997</c:v>
                </c:pt>
                <c:pt idx="133">
                  <c:v>41.4</c:v>
                </c:pt>
                <c:pt idx="134">
                  <c:v>42</c:v>
                </c:pt>
                <c:pt idx="135">
                  <c:v>42.4</c:v>
                </c:pt>
                <c:pt idx="136">
                  <c:v>42.6</c:v>
                </c:pt>
                <c:pt idx="137">
                  <c:v>42.8</c:v>
                </c:pt>
                <c:pt idx="138">
                  <c:v>43</c:v>
                </c:pt>
                <c:pt idx="139">
                  <c:v>43.2</c:v>
                </c:pt>
                <c:pt idx="140">
                  <c:v>43.4</c:v>
                </c:pt>
                <c:pt idx="141">
                  <c:v>43.6</c:v>
                </c:pt>
                <c:pt idx="142">
                  <c:v>44</c:v>
                </c:pt>
                <c:pt idx="143">
                  <c:v>44</c:v>
                </c:pt>
                <c:pt idx="144">
                  <c:v>44.6</c:v>
                </c:pt>
                <c:pt idx="145">
                  <c:v>45</c:v>
                </c:pt>
                <c:pt idx="146">
                  <c:v>45</c:v>
                </c:pt>
                <c:pt idx="147">
                  <c:v>45</c:v>
                </c:pt>
                <c:pt idx="148">
                  <c:v>45.4</c:v>
                </c:pt>
                <c:pt idx="149">
                  <c:v>45.8</c:v>
                </c:pt>
                <c:pt idx="150">
                  <c:v>46.6</c:v>
                </c:pt>
                <c:pt idx="151">
                  <c:v>47.4</c:v>
                </c:pt>
                <c:pt idx="152">
                  <c:v>47.6</c:v>
                </c:pt>
                <c:pt idx="153">
                  <c:v>48.8</c:v>
                </c:pt>
                <c:pt idx="154">
                  <c:v>48.8</c:v>
                </c:pt>
                <c:pt idx="155">
                  <c:v>49</c:v>
                </c:pt>
                <c:pt idx="156">
                  <c:v>49</c:v>
                </c:pt>
                <c:pt idx="157">
                  <c:v>49</c:v>
                </c:pt>
                <c:pt idx="158">
                  <c:v>49.4</c:v>
                </c:pt>
                <c:pt idx="159">
                  <c:v>49.4</c:v>
                </c:pt>
                <c:pt idx="160">
                  <c:v>50.2</c:v>
                </c:pt>
                <c:pt idx="161">
                  <c:v>51</c:v>
                </c:pt>
                <c:pt idx="162">
                  <c:v>51.6</c:v>
                </c:pt>
                <c:pt idx="163">
                  <c:v>51.6</c:v>
                </c:pt>
                <c:pt idx="164">
                  <c:v>51.8</c:v>
                </c:pt>
                <c:pt idx="165">
                  <c:v>52</c:v>
                </c:pt>
                <c:pt idx="166">
                  <c:v>52.8</c:v>
                </c:pt>
                <c:pt idx="167">
                  <c:v>53.2</c:v>
                </c:pt>
                <c:pt idx="168">
                  <c:v>53.6</c:v>
                </c:pt>
                <c:pt idx="169">
                  <c:v>54.8</c:v>
                </c:pt>
                <c:pt idx="170">
                  <c:v>55</c:v>
                </c:pt>
                <c:pt idx="171">
                  <c:v>55</c:v>
                </c:pt>
                <c:pt idx="172">
                  <c:v>55.2</c:v>
                </c:pt>
                <c:pt idx="173">
                  <c:v>56.2</c:v>
                </c:pt>
                <c:pt idx="174">
                  <c:v>56.8</c:v>
                </c:pt>
                <c:pt idx="175">
                  <c:v>56.8</c:v>
                </c:pt>
                <c:pt idx="176">
                  <c:v>57.2</c:v>
                </c:pt>
                <c:pt idx="177">
                  <c:v>57.4</c:v>
                </c:pt>
                <c:pt idx="178">
                  <c:v>57.4</c:v>
                </c:pt>
                <c:pt idx="179">
                  <c:v>57.6</c:v>
                </c:pt>
                <c:pt idx="180">
                  <c:v>58.6</c:v>
                </c:pt>
                <c:pt idx="181">
                  <c:v>58.6</c:v>
                </c:pt>
                <c:pt idx="182">
                  <c:v>58.8</c:v>
                </c:pt>
                <c:pt idx="183">
                  <c:v>59</c:v>
                </c:pt>
                <c:pt idx="184">
                  <c:v>59.2</c:v>
                </c:pt>
                <c:pt idx="185">
                  <c:v>59.4</c:v>
                </c:pt>
                <c:pt idx="186">
                  <c:v>59.6</c:v>
                </c:pt>
                <c:pt idx="187">
                  <c:v>59.6</c:v>
                </c:pt>
                <c:pt idx="188">
                  <c:v>60.4</c:v>
                </c:pt>
                <c:pt idx="189">
                  <c:v>60.8</c:v>
                </c:pt>
                <c:pt idx="190">
                  <c:v>61.2</c:v>
                </c:pt>
                <c:pt idx="191">
                  <c:v>61.4</c:v>
                </c:pt>
                <c:pt idx="192">
                  <c:v>61.4</c:v>
                </c:pt>
                <c:pt idx="193">
                  <c:v>61.6</c:v>
                </c:pt>
                <c:pt idx="194">
                  <c:v>62</c:v>
                </c:pt>
                <c:pt idx="195">
                  <c:v>62.4</c:v>
                </c:pt>
                <c:pt idx="196">
                  <c:v>62.6</c:v>
                </c:pt>
                <c:pt idx="197">
                  <c:v>63.2</c:v>
                </c:pt>
                <c:pt idx="198">
                  <c:v>63.4</c:v>
                </c:pt>
                <c:pt idx="199">
                  <c:v>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80-44E0-8DDC-5DC840148533}"/>
            </c:ext>
          </c:extLst>
        </c:ser>
        <c:ser>
          <c:idx val="2"/>
          <c:order val="2"/>
          <c:tx>
            <c:strRef>
              <c:f>save1!$EW$406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save1!$EW$407:$EW$606</c:f>
              <c:numCache>
                <c:formatCode>General</c:formatCode>
                <c:ptCount val="200"/>
                <c:pt idx="0">
                  <c:v>2</c:v>
                </c:pt>
                <c:pt idx="1">
                  <c:v>2</c:v>
                </c:pt>
                <c:pt idx="2">
                  <c:v>2.2000000000000002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1.8</c:v>
                </c:pt>
                <c:pt idx="7">
                  <c:v>2</c:v>
                </c:pt>
                <c:pt idx="8">
                  <c:v>2.2000000000000002</c:v>
                </c:pt>
                <c:pt idx="9">
                  <c:v>2.2000000000000002</c:v>
                </c:pt>
                <c:pt idx="10">
                  <c:v>2.4</c:v>
                </c:pt>
                <c:pt idx="11">
                  <c:v>2.8</c:v>
                </c:pt>
                <c:pt idx="12">
                  <c:v>3</c:v>
                </c:pt>
                <c:pt idx="13">
                  <c:v>3</c:v>
                </c:pt>
                <c:pt idx="14">
                  <c:v>3.4</c:v>
                </c:pt>
                <c:pt idx="15">
                  <c:v>3.8</c:v>
                </c:pt>
                <c:pt idx="16">
                  <c:v>3.8</c:v>
                </c:pt>
                <c:pt idx="17">
                  <c:v>3.8</c:v>
                </c:pt>
                <c:pt idx="18">
                  <c:v>4.2</c:v>
                </c:pt>
                <c:pt idx="19">
                  <c:v>4.2</c:v>
                </c:pt>
                <c:pt idx="20">
                  <c:v>4.2</c:v>
                </c:pt>
                <c:pt idx="21">
                  <c:v>4.5999999999999996</c:v>
                </c:pt>
                <c:pt idx="22">
                  <c:v>4.5999999999999996</c:v>
                </c:pt>
                <c:pt idx="23">
                  <c:v>4.8</c:v>
                </c:pt>
                <c:pt idx="24">
                  <c:v>4.4000000000000004</c:v>
                </c:pt>
                <c:pt idx="25">
                  <c:v>4.4000000000000004</c:v>
                </c:pt>
                <c:pt idx="26">
                  <c:v>4.5999999999999996</c:v>
                </c:pt>
                <c:pt idx="27">
                  <c:v>4.5999999999999996</c:v>
                </c:pt>
                <c:pt idx="28">
                  <c:v>4.2</c:v>
                </c:pt>
                <c:pt idx="29">
                  <c:v>4.4000000000000004</c:v>
                </c:pt>
                <c:pt idx="30">
                  <c:v>4.2</c:v>
                </c:pt>
                <c:pt idx="31">
                  <c:v>4.2</c:v>
                </c:pt>
                <c:pt idx="32">
                  <c:v>4.8</c:v>
                </c:pt>
                <c:pt idx="33">
                  <c:v>5.2</c:v>
                </c:pt>
                <c:pt idx="34">
                  <c:v>5.2</c:v>
                </c:pt>
                <c:pt idx="35">
                  <c:v>5.4</c:v>
                </c:pt>
                <c:pt idx="36">
                  <c:v>5</c:v>
                </c:pt>
                <c:pt idx="37">
                  <c:v>4.8</c:v>
                </c:pt>
                <c:pt idx="38">
                  <c:v>4.8</c:v>
                </c:pt>
                <c:pt idx="39">
                  <c:v>5.8</c:v>
                </c:pt>
                <c:pt idx="40">
                  <c:v>6</c:v>
                </c:pt>
                <c:pt idx="41">
                  <c:v>6.6</c:v>
                </c:pt>
                <c:pt idx="42">
                  <c:v>6.8</c:v>
                </c:pt>
                <c:pt idx="43">
                  <c:v>6.6</c:v>
                </c:pt>
                <c:pt idx="44">
                  <c:v>6.6</c:v>
                </c:pt>
                <c:pt idx="45">
                  <c:v>6.8</c:v>
                </c:pt>
                <c:pt idx="46">
                  <c:v>6.8</c:v>
                </c:pt>
                <c:pt idx="47">
                  <c:v>6.6</c:v>
                </c:pt>
                <c:pt idx="48">
                  <c:v>6.8</c:v>
                </c:pt>
                <c:pt idx="49">
                  <c:v>6.4</c:v>
                </c:pt>
                <c:pt idx="50">
                  <c:v>6.4</c:v>
                </c:pt>
                <c:pt idx="51">
                  <c:v>6.6</c:v>
                </c:pt>
                <c:pt idx="52">
                  <c:v>7.2</c:v>
                </c:pt>
                <c:pt idx="53">
                  <c:v>7.4</c:v>
                </c:pt>
                <c:pt idx="54">
                  <c:v>7.4</c:v>
                </c:pt>
                <c:pt idx="55">
                  <c:v>7.4</c:v>
                </c:pt>
                <c:pt idx="56">
                  <c:v>8.8000000000000007</c:v>
                </c:pt>
                <c:pt idx="57">
                  <c:v>8.8000000000000007</c:v>
                </c:pt>
                <c:pt idx="58">
                  <c:v>8.6</c:v>
                </c:pt>
                <c:pt idx="59">
                  <c:v>9.1999999999999993</c:v>
                </c:pt>
                <c:pt idx="60">
                  <c:v>9.1999999999999993</c:v>
                </c:pt>
                <c:pt idx="61">
                  <c:v>9.1999999999999993</c:v>
                </c:pt>
                <c:pt idx="62">
                  <c:v>9.1999999999999993</c:v>
                </c:pt>
                <c:pt idx="63">
                  <c:v>9.1999999999999993</c:v>
                </c:pt>
                <c:pt idx="64">
                  <c:v>9.8000000000000007</c:v>
                </c:pt>
                <c:pt idx="65">
                  <c:v>10.199999999999999</c:v>
                </c:pt>
                <c:pt idx="66">
                  <c:v>10.199999999999999</c:v>
                </c:pt>
                <c:pt idx="67">
                  <c:v>10</c:v>
                </c:pt>
                <c:pt idx="68">
                  <c:v>9.8000000000000007</c:v>
                </c:pt>
                <c:pt idx="69">
                  <c:v>10</c:v>
                </c:pt>
                <c:pt idx="70">
                  <c:v>10.199999999999999</c:v>
                </c:pt>
                <c:pt idx="71">
                  <c:v>10.4</c:v>
                </c:pt>
                <c:pt idx="72">
                  <c:v>9.8000000000000007</c:v>
                </c:pt>
                <c:pt idx="73">
                  <c:v>10</c:v>
                </c:pt>
                <c:pt idx="74">
                  <c:v>10.199999999999999</c:v>
                </c:pt>
                <c:pt idx="75">
                  <c:v>10.199999999999999</c:v>
                </c:pt>
                <c:pt idx="76">
                  <c:v>10.6</c:v>
                </c:pt>
                <c:pt idx="77">
                  <c:v>10.8</c:v>
                </c:pt>
                <c:pt idx="78">
                  <c:v>10.8</c:v>
                </c:pt>
                <c:pt idx="79">
                  <c:v>10.6</c:v>
                </c:pt>
                <c:pt idx="80">
                  <c:v>10.6</c:v>
                </c:pt>
                <c:pt idx="81">
                  <c:v>10.8</c:v>
                </c:pt>
                <c:pt idx="82">
                  <c:v>10.8</c:v>
                </c:pt>
                <c:pt idx="83">
                  <c:v>10.8</c:v>
                </c:pt>
                <c:pt idx="84">
                  <c:v>11</c:v>
                </c:pt>
                <c:pt idx="85">
                  <c:v>11</c:v>
                </c:pt>
                <c:pt idx="86">
                  <c:v>11.4</c:v>
                </c:pt>
                <c:pt idx="87">
                  <c:v>11.4</c:v>
                </c:pt>
                <c:pt idx="88">
                  <c:v>11.4</c:v>
                </c:pt>
                <c:pt idx="89">
                  <c:v>11.8</c:v>
                </c:pt>
                <c:pt idx="90">
                  <c:v>12.4</c:v>
                </c:pt>
                <c:pt idx="91">
                  <c:v>12.4</c:v>
                </c:pt>
                <c:pt idx="92">
                  <c:v>12.6</c:v>
                </c:pt>
                <c:pt idx="93">
                  <c:v>12.6</c:v>
                </c:pt>
                <c:pt idx="94">
                  <c:v>13</c:v>
                </c:pt>
                <c:pt idx="95">
                  <c:v>13</c:v>
                </c:pt>
                <c:pt idx="96">
                  <c:v>13.6</c:v>
                </c:pt>
                <c:pt idx="97">
                  <c:v>14.4</c:v>
                </c:pt>
                <c:pt idx="98">
                  <c:v>14.6</c:v>
                </c:pt>
                <c:pt idx="99">
                  <c:v>14.4</c:v>
                </c:pt>
                <c:pt idx="100">
                  <c:v>14.4</c:v>
                </c:pt>
                <c:pt idx="101">
                  <c:v>14.6</c:v>
                </c:pt>
                <c:pt idx="102">
                  <c:v>15</c:v>
                </c:pt>
                <c:pt idx="103">
                  <c:v>15</c:v>
                </c:pt>
                <c:pt idx="104">
                  <c:v>15</c:v>
                </c:pt>
                <c:pt idx="105">
                  <c:v>14.6</c:v>
                </c:pt>
                <c:pt idx="106">
                  <c:v>15</c:v>
                </c:pt>
                <c:pt idx="107">
                  <c:v>15.8</c:v>
                </c:pt>
                <c:pt idx="108">
                  <c:v>15.8</c:v>
                </c:pt>
                <c:pt idx="109">
                  <c:v>16</c:v>
                </c:pt>
                <c:pt idx="110">
                  <c:v>15.8</c:v>
                </c:pt>
                <c:pt idx="111">
                  <c:v>15.6</c:v>
                </c:pt>
                <c:pt idx="112">
                  <c:v>16</c:v>
                </c:pt>
                <c:pt idx="113">
                  <c:v>15.8</c:v>
                </c:pt>
                <c:pt idx="114">
                  <c:v>16.600000000000001</c:v>
                </c:pt>
                <c:pt idx="115">
                  <c:v>16.8</c:v>
                </c:pt>
                <c:pt idx="116">
                  <c:v>16.8</c:v>
                </c:pt>
                <c:pt idx="117">
                  <c:v>17</c:v>
                </c:pt>
                <c:pt idx="118">
                  <c:v>16.8</c:v>
                </c:pt>
                <c:pt idx="119">
                  <c:v>17</c:v>
                </c:pt>
                <c:pt idx="120">
                  <c:v>17</c:v>
                </c:pt>
                <c:pt idx="121">
                  <c:v>17.600000000000001</c:v>
                </c:pt>
                <c:pt idx="122">
                  <c:v>17.8</c:v>
                </c:pt>
                <c:pt idx="123">
                  <c:v>18</c:v>
                </c:pt>
                <c:pt idx="124">
                  <c:v>17.8</c:v>
                </c:pt>
                <c:pt idx="125">
                  <c:v>17.2</c:v>
                </c:pt>
                <c:pt idx="126">
                  <c:v>17.2</c:v>
                </c:pt>
                <c:pt idx="127">
                  <c:v>17.2</c:v>
                </c:pt>
                <c:pt idx="128">
                  <c:v>17.600000000000001</c:v>
                </c:pt>
                <c:pt idx="129">
                  <c:v>17.600000000000001</c:v>
                </c:pt>
                <c:pt idx="130">
                  <c:v>18.2</c:v>
                </c:pt>
                <c:pt idx="131">
                  <c:v>18</c:v>
                </c:pt>
                <c:pt idx="132">
                  <c:v>18</c:v>
                </c:pt>
                <c:pt idx="133">
                  <c:v>18.399999999999999</c:v>
                </c:pt>
                <c:pt idx="134">
                  <c:v>18.600000000000001</c:v>
                </c:pt>
                <c:pt idx="135">
                  <c:v>18.8</c:v>
                </c:pt>
                <c:pt idx="136">
                  <c:v>19</c:v>
                </c:pt>
                <c:pt idx="137">
                  <c:v>18.8</c:v>
                </c:pt>
                <c:pt idx="138">
                  <c:v>18.600000000000001</c:v>
                </c:pt>
                <c:pt idx="139">
                  <c:v>18.399999999999999</c:v>
                </c:pt>
                <c:pt idx="140">
                  <c:v>18.8</c:v>
                </c:pt>
                <c:pt idx="141">
                  <c:v>18.2</c:v>
                </c:pt>
                <c:pt idx="142">
                  <c:v>18</c:v>
                </c:pt>
                <c:pt idx="143">
                  <c:v>18.2</c:v>
                </c:pt>
                <c:pt idx="144">
                  <c:v>18.399999999999999</c:v>
                </c:pt>
                <c:pt idx="145">
                  <c:v>18.399999999999999</c:v>
                </c:pt>
                <c:pt idx="146">
                  <c:v>18.8</c:v>
                </c:pt>
                <c:pt idx="147">
                  <c:v>19.600000000000001</c:v>
                </c:pt>
                <c:pt idx="148">
                  <c:v>19.600000000000001</c:v>
                </c:pt>
                <c:pt idx="149">
                  <c:v>19.8</c:v>
                </c:pt>
                <c:pt idx="150">
                  <c:v>19.399999999999999</c:v>
                </c:pt>
                <c:pt idx="151">
                  <c:v>19.600000000000001</c:v>
                </c:pt>
                <c:pt idx="152">
                  <c:v>20</c:v>
                </c:pt>
                <c:pt idx="153">
                  <c:v>20.2</c:v>
                </c:pt>
                <c:pt idx="154">
                  <c:v>20.2</c:v>
                </c:pt>
                <c:pt idx="155">
                  <c:v>20.2</c:v>
                </c:pt>
                <c:pt idx="156">
                  <c:v>20.2</c:v>
                </c:pt>
                <c:pt idx="157">
                  <c:v>20.2</c:v>
                </c:pt>
                <c:pt idx="158">
                  <c:v>20.2</c:v>
                </c:pt>
                <c:pt idx="159">
                  <c:v>20.399999999999999</c:v>
                </c:pt>
                <c:pt idx="160">
                  <c:v>20.6</c:v>
                </c:pt>
                <c:pt idx="161">
                  <c:v>20.8</c:v>
                </c:pt>
                <c:pt idx="162">
                  <c:v>21</c:v>
                </c:pt>
                <c:pt idx="163">
                  <c:v>21</c:v>
                </c:pt>
                <c:pt idx="164">
                  <c:v>21.4</c:v>
                </c:pt>
                <c:pt idx="165">
                  <c:v>21.4</c:v>
                </c:pt>
                <c:pt idx="166">
                  <c:v>21.4</c:v>
                </c:pt>
                <c:pt idx="167">
                  <c:v>21.2</c:v>
                </c:pt>
                <c:pt idx="168">
                  <c:v>21</c:v>
                </c:pt>
                <c:pt idx="169">
                  <c:v>21</c:v>
                </c:pt>
                <c:pt idx="170">
                  <c:v>21.4</c:v>
                </c:pt>
                <c:pt idx="171">
                  <c:v>21.4</c:v>
                </c:pt>
                <c:pt idx="172">
                  <c:v>21.2</c:v>
                </c:pt>
                <c:pt idx="173">
                  <c:v>21.6</c:v>
                </c:pt>
                <c:pt idx="174">
                  <c:v>21.6</c:v>
                </c:pt>
                <c:pt idx="175">
                  <c:v>22</c:v>
                </c:pt>
                <c:pt idx="176">
                  <c:v>22</c:v>
                </c:pt>
                <c:pt idx="177">
                  <c:v>22.2</c:v>
                </c:pt>
                <c:pt idx="178">
                  <c:v>22.4</c:v>
                </c:pt>
                <c:pt idx="179">
                  <c:v>22.4</c:v>
                </c:pt>
                <c:pt idx="180">
                  <c:v>22.8</c:v>
                </c:pt>
                <c:pt idx="181">
                  <c:v>23</c:v>
                </c:pt>
                <c:pt idx="182">
                  <c:v>23.6</c:v>
                </c:pt>
                <c:pt idx="183">
                  <c:v>24</c:v>
                </c:pt>
                <c:pt idx="184">
                  <c:v>24.6</c:v>
                </c:pt>
                <c:pt idx="185">
                  <c:v>24.8</c:v>
                </c:pt>
                <c:pt idx="186">
                  <c:v>24.8</c:v>
                </c:pt>
                <c:pt idx="187">
                  <c:v>24.6</c:v>
                </c:pt>
                <c:pt idx="188">
                  <c:v>24.8</c:v>
                </c:pt>
                <c:pt idx="189">
                  <c:v>25.4</c:v>
                </c:pt>
                <c:pt idx="190">
                  <c:v>25.4</c:v>
                </c:pt>
                <c:pt idx="191">
                  <c:v>25.6</c:v>
                </c:pt>
                <c:pt idx="192">
                  <c:v>25.8</c:v>
                </c:pt>
                <c:pt idx="193">
                  <c:v>26</c:v>
                </c:pt>
                <c:pt idx="194">
                  <c:v>26.2</c:v>
                </c:pt>
                <c:pt idx="195">
                  <c:v>26.4</c:v>
                </c:pt>
                <c:pt idx="196">
                  <c:v>26.6</c:v>
                </c:pt>
                <c:pt idx="197">
                  <c:v>27.2</c:v>
                </c:pt>
                <c:pt idx="198">
                  <c:v>27</c:v>
                </c:pt>
                <c:pt idx="19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80-44E0-8DDC-5DC840148533}"/>
            </c:ext>
          </c:extLst>
        </c:ser>
        <c:ser>
          <c:idx val="3"/>
          <c:order val="3"/>
          <c:tx>
            <c:strRef>
              <c:f>save1!$EX$406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save1!$EX$407:$EX$606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0.8</c:v>
                </c:pt>
                <c:pt idx="6">
                  <c:v>1</c:v>
                </c:pt>
                <c:pt idx="7">
                  <c:v>1.6</c:v>
                </c:pt>
                <c:pt idx="8">
                  <c:v>2.8</c:v>
                </c:pt>
                <c:pt idx="9">
                  <c:v>3.8</c:v>
                </c:pt>
                <c:pt idx="10">
                  <c:v>3.8</c:v>
                </c:pt>
                <c:pt idx="11">
                  <c:v>3.8</c:v>
                </c:pt>
                <c:pt idx="12">
                  <c:v>4.2</c:v>
                </c:pt>
                <c:pt idx="13">
                  <c:v>4.2</c:v>
                </c:pt>
                <c:pt idx="14">
                  <c:v>5.4</c:v>
                </c:pt>
                <c:pt idx="15">
                  <c:v>6</c:v>
                </c:pt>
                <c:pt idx="16">
                  <c:v>6.4</c:v>
                </c:pt>
                <c:pt idx="17">
                  <c:v>6.4</c:v>
                </c:pt>
                <c:pt idx="18">
                  <c:v>7.4</c:v>
                </c:pt>
                <c:pt idx="19">
                  <c:v>8</c:v>
                </c:pt>
                <c:pt idx="20">
                  <c:v>8.8000000000000007</c:v>
                </c:pt>
                <c:pt idx="21">
                  <c:v>9.1999999999999993</c:v>
                </c:pt>
                <c:pt idx="22">
                  <c:v>10.8</c:v>
                </c:pt>
                <c:pt idx="23">
                  <c:v>12</c:v>
                </c:pt>
                <c:pt idx="24">
                  <c:v>12.2</c:v>
                </c:pt>
                <c:pt idx="25">
                  <c:v>12.4</c:v>
                </c:pt>
                <c:pt idx="26">
                  <c:v>12.6</c:v>
                </c:pt>
                <c:pt idx="27">
                  <c:v>12.8</c:v>
                </c:pt>
                <c:pt idx="28">
                  <c:v>13.4</c:v>
                </c:pt>
                <c:pt idx="29">
                  <c:v>14.6</c:v>
                </c:pt>
                <c:pt idx="30">
                  <c:v>15</c:v>
                </c:pt>
                <c:pt idx="31">
                  <c:v>15</c:v>
                </c:pt>
                <c:pt idx="32">
                  <c:v>16</c:v>
                </c:pt>
                <c:pt idx="33">
                  <c:v>16.399999999999999</c:v>
                </c:pt>
                <c:pt idx="34">
                  <c:v>16.600000000000001</c:v>
                </c:pt>
                <c:pt idx="35">
                  <c:v>16.8</c:v>
                </c:pt>
                <c:pt idx="36">
                  <c:v>18</c:v>
                </c:pt>
                <c:pt idx="37">
                  <c:v>18.8</c:v>
                </c:pt>
                <c:pt idx="38">
                  <c:v>19</c:v>
                </c:pt>
                <c:pt idx="39">
                  <c:v>19.600000000000001</c:v>
                </c:pt>
                <c:pt idx="40">
                  <c:v>19.600000000000001</c:v>
                </c:pt>
                <c:pt idx="41">
                  <c:v>20.2</c:v>
                </c:pt>
                <c:pt idx="42">
                  <c:v>20.8</c:v>
                </c:pt>
                <c:pt idx="43">
                  <c:v>20.8</c:v>
                </c:pt>
                <c:pt idx="44">
                  <c:v>21.2</c:v>
                </c:pt>
                <c:pt idx="45">
                  <c:v>22.6</c:v>
                </c:pt>
                <c:pt idx="46">
                  <c:v>22.6</c:v>
                </c:pt>
                <c:pt idx="47">
                  <c:v>22.8</c:v>
                </c:pt>
                <c:pt idx="48">
                  <c:v>22.8</c:v>
                </c:pt>
                <c:pt idx="49">
                  <c:v>23</c:v>
                </c:pt>
                <c:pt idx="50">
                  <c:v>23.4</c:v>
                </c:pt>
                <c:pt idx="51">
                  <c:v>23.4</c:v>
                </c:pt>
                <c:pt idx="52">
                  <c:v>23.4</c:v>
                </c:pt>
                <c:pt idx="53">
                  <c:v>23.4</c:v>
                </c:pt>
                <c:pt idx="54">
                  <c:v>25.4</c:v>
                </c:pt>
                <c:pt idx="55">
                  <c:v>26</c:v>
                </c:pt>
                <c:pt idx="56">
                  <c:v>26.4</c:v>
                </c:pt>
                <c:pt idx="57">
                  <c:v>27.4</c:v>
                </c:pt>
                <c:pt idx="58">
                  <c:v>27.4</c:v>
                </c:pt>
                <c:pt idx="59">
                  <c:v>27.8</c:v>
                </c:pt>
                <c:pt idx="60">
                  <c:v>28.6</c:v>
                </c:pt>
                <c:pt idx="61">
                  <c:v>29.4</c:v>
                </c:pt>
                <c:pt idx="62">
                  <c:v>29.8</c:v>
                </c:pt>
                <c:pt idx="63">
                  <c:v>29.8</c:v>
                </c:pt>
                <c:pt idx="64">
                  <c:v>30</c:v>
                </c:pt>
                <c:pt idx="65">
                  <c:v>31</c:v>
                </c:pt>
                <c:pt idx="66">
                  <c:v>31.6</c:v>
                </c:pt>
                <c:pt idx="67">
                  <c:v>31.6</c:v>
                </c:pt>
                <c:pt idx="68">
                  <c:v>32.4</c:v>
                </c:pt>
                <c:pt idx="69">
                  <c:v>32.799999999999997</c:v>
                </c:pt>
                <c:pt idx="70">
                  <c:v>33.6</c:v>
                </c:pt>
                <c:pt idx="71">
                  <c:v>34.200000000000003</c:v>
                </c:pt>
                <c:pt idx="72">
                  <c:v>34.799999999999997</c:v>
                </c:pt>
                <c:pt idx="73">
                  <c:v>34.799999999999997</c:v>
                </c:pt>
                <c:pt idx="74">
                  <c:v>35.200000000000003</c:v>
                </c:pt>
                <c:pt idx="75">
                  <c:v>35.4</c:v>
                </c:pt>
                <c:pt idx="76">
                  <c:v>35.799999999999997</c:v>
                </c:pt>
                <c:pt idx="77">
                  <c:v>36</c:v>
                </c:pt>
                <c:pt idx="78">
                  <c:v>36</c:v>
                </c:pt>
                <c:pt idx="79">
                  <c:v>37</c:v>
                </c:pt>
                <c:pt idx="80">
                  <c:v>37.200000000000003</c:v>
                </c:pt>
                <c:pt idx="81">
                  <c:v>37.4</c:v>
                </c:pt>
                <c:pt idx="82">
                  <c:v>38.4</c:v>
                </c:pt>
                <c:pt idx="83">
                  <c:v>38.6</c:v>
                </c:pt>
                <c:pt idx="84">
                  <c:v>38.799999999999997</c:v>
                </c:pt>
                <c:pt idx="85">
                  <c:v>39</c:v>
                </c:pt>
                <c:pt idx="86">
                  <c:v>39.200000000000003</c:v>
                </c:pt>
                <c:pt idx="87">
                  <c:v>40.4</c:v>
                </c:pt>
                <c:pt idx="88">
                  <c:v>40.6</c:v>
                </c:pt>
                <c:pt idx="89">
                  <c:v>41</c:v>
                </c:pt>
                <c:pt idx="90">
                  <c:v>41</c:v>
                </c:pt>
                <c:pt idx="91">
                  <c:v>41</c:v>
                </c:pt>
                <c:pt idx="92">
                  <c:v>41.4</c:v>
                </c:pt>
                <c:pt idx="93">
                  <c:v>42.4</c:v>
                </c:pt>
                <c:pt idx="94">
                  <c:v>43.8</c:v>
                </c:pt>
                <c:pt idx="95">
                  <c:v>44.6</c:v>
                </c:pt>
                <c:pt idx="96">
                  <c:v>45</c:v>
                </c:pt>
                <c:pt idx="97">
                  <c:v>45.2</c:v>
                </c:pt>
                <c:pt idx="98">
                  <c:v>46</c:v>
                </c:pt>
                <c:pt idx="99">
                  <c:v>47</c:v>
                </c:pt>
                <c:pt idx="100">
                  <c:v>48</c:v>
                </c:pt>
                <c:pt idx="101">
                  <c:v>48.6</c:v>
                </c:pt>
                <c:pt idx="102">
                  <c:v>49.4</c:v>
                </c:pt>
                <c:pt idx="103">
                  <c:v>50.2</c:v>
                </c:pt>
                <c:pt idx="104">
                  <c:v>50.2</c:v>
                </c:pt>
                <c:pt idx="105">
                  <c:v>50.2</c:v>
                </c:pt>
                <c:pt idx="106">
                  <c:v>50.8</c:v>
                </c:pt>
                <c:pt idx="107">
                  <c:v>51.6</c:v>
                </c:pt>
                <c:pt idx="108">
                  <c:v>51.8</c:v>
                </c:pt>
                <c:pt idx="109">
                  <c:v>52.6</c:v>
                </c:pt>
                <c:pt idx="110">
                  <c:v>54.2</c:v>
                </c:pt>
                <c:pt idx="111">
                  <c:v>54.6</c:v>
                </c:pt>
                <c:pt idx="112">
                  <c:v>55</c:v>
                </c:pt>
                <c:pt idx="113">
                  <c:v>55.4</c:v>
                </c:pt>
                <c:pt idx="114">
                  <c:v>56.8</c:v>
                </c:pt>
                <c:pt idx="115">
                  <c:v>57</c:v>
                </c:pt>
                <c:pt idx="116">
                  <c:v>57.2</c:v>
                </c:pt>
                <c:pt idx="117">
                  <c:v>57.4</c:v>
                </c:pt>
                <c:pt idx="118">
                  <c:v>58</c:v>
                </c:pt>
                <c:pt idx="119">
                  <c:v>58.2</c:v>
                </c:pt>
                <c:pt idx="120">
                  <c:v>58.4</c:v>
                </c:pt>
                <c:pt idx="121">
                  <c:v>58.6</c:v>
                </c:pt>
                <c:pt idx="122">
                  <c:v>59.2</c:v>
                </c:pt>
                <c:pt idx="123">
                  <c:v>59.8</c:v>
                </c:pt>
                <c:pt idx="124">
                  <c:v>60</c:v>
                </c:pt>
                <c:pt idx="125">
                  <c:v>60</c:v>
                </c:pt>
                <c:pt idx="126">
                  <c:v>60</c:v>
                </c:pt>
                <c:pt idx="127">
                  <c:v>60.6</c:v>
                </c:pt>
                <c:pt idx="128">
                  <c:v>60.8</c:v>
                </c:pt>
                <c:pt idx="129">
                  <c:v>60.8</c:v>
                </c:pt>
                <c:pt idx="130">
                  <c:v>61.6</c:v>
                </c:pt>
                <c:pt idx="131">
                  <c:v>63.2</c:v>
                </c:pt>
                <c:pt idx="132">
                  <c:v>63.4</c:v>
                </c:pt>
                <c:pt idx="133">
                  <c:v>64.400000000000006</c:v>
                </c:pt>
                <c:pt idx="134">
                  <c:v>65.400000000000006</c:v>
                </c:pt>
                <c:pt idx="135">
                  <c:v>65.400000000000006</c:v>
                </c:pt>
                <c:pt idx="136">
                  <c:v>65.400000000000006</c:v>
                </c:pt>
                <c:pt idx="137">
                  <c:v>65.400000000000006</c:v>
                </c:pt>
                <c:pt idx="138">
                  <c:v>66.2</c:v>
                </c:pt>
                <c:pt idx="139">
                  <c:v>66.599999999999994</c:v>
                </c:pt>
                <c:pt idx="140">
                  <c:v>67.2</c:v>
                </c:pt>
                <c:pt idx="141">
                  <c:v>68</c:v>
                </c:pt>
                <c:pt idx="142">
                  <c:v>68</c:v>
                </c:pt>
                <c:pt idx="143">
                  <c:v>68.599999999999994</c:v>
                </c:pt>
                <c:pt idx="144">
                  <c:v>69</c:v>
                </c:pt>
                <c:pt idx="145">
                  <c:v>69</c:v>
                </c:pt>
                <c:pt idx="146">
                  <c:v>69.599999999999994</c:v>
                </c:pt>
                <c:pt idx="147">
                  <c:v>70.400000000000006</c:v>
                </c:pt>
                <c:pt idx="148">
                  <c:v>70.400000000000006</c:v>
                </c:pt>
                <c:pt idx="149">
                  <c:v>70.8</c:v>
                </c:pt>
                <c:pt idx="150">
                  <c:v>72</c:v>
                </c:pt>
                <c:pt idx="151">
                  <c:v>72</c:v>
                </c:pt>
                <c:pt idx="152">
                  <c:v>72</c:v>
                </c:pt>
                <c:pt idx="153">
                  <c:v>72.8</c:v>
                </c:pt>
                <c:pt idx="154">
                  <c:v>73</c:v>
                </c:pt>
                <c:pt idx="155">
                  <c:v>74</c:v>
                </c:pt>
                <c:pt idx="156">
                  <c:v>74.599999999999994</c:v>
                </c:pt>
                <c:pt idx="157">
                  <c:v>74.8</c:v>
                </c:pt>
                <c:pt idx="158">
                  <c:v>75.400000000000006</c:v>
                </c:pt>
                <c:pt idx="159">
                  <c:v>75.8</c:v>
                </c:pt>
                <c:pt idx="160">
                  <c:v>77.8</c:v>
                </c:pt>
                <c:pt idx="161">
                  <c:v>79.8</c:v>
                </c:pt>
                <c:pt idx="162">
                  <c:v>80.599999999999994</c:v>
                </c:pt>
                <c:pt idx="163">
                  <c:v>80.8</c:v>
                </c:pt>
                <c:pt idx="164">
                  <c:v>81.400000000000006</c:v>
                </c:pt>
                <c:pt idx="165">
                  <c:v>81.8</c:v>
                </c:pt>
                <c:pt idx="166">
                  <c:v>83</c:v>
                </c:pt>
                <c:pt idx="167">
                  <c:v>83.2</c:v>
                </c:pt>
                <c:pt idx="168">
                  <c:v>84</c:v>
                </c:pt>
                <c:pt idx="169">
                  <c:v>85.8</c:v>
                </c:pt>
                <c:pt idx="170">
                  <c:v>86.2</c:v>
                </c:pt>
                <c:pt idx="171">
                  <c:v>86.6</c:v>
                </c:pt>
                <c:pt idx="172">
                  <c:v>86.6</c:v>
                </c:pt>
                <c:pt idx="173">
                  <c:v>86.8</c:v>
                </c:pt>
                <c:pt idx="174">
                  <c:v>87.2</c:v>
                </c:pt>
                <c:pt idx="175">
                  <c:v>87.2</c:v>
                </c:pt>
                <c:pt idx="176">
                  <c:v>87.4</c:v>
                </c:pt>
                <c:pt idx="177">
                  <c:v>87.6</c:v>
                </c:pt>
                <c:pt idx="178">
                  <c:v>87.6</c:v>
                </c:pt>
                <c:pt idx="179">
                  <c:v>88</c:v>
                </c:pt>
                <c:pt idx="180">
                  <c:v>89</c:v>
                </c:pt>
                <c:pt idx="181">
                  <c:v>89.2</c:v>
                </c:pt>
                <c:pt idx="182">
                  <c:v>89.4</c:v>
                </c:pt>
                <c:pt idx="183">
                  <c:v>90.4</c:v>
                </c:pt>
                <c:pt idx="184">
                  <c:v>91</c:v>
                </c:pt>
                <c:pt idx="185">
                  <c:v>91</c:v>
                </c:pt>
                <c:pt idx="186">
                  <c:v>91.2</c:v>
                </c:pt>
                <c:pt idx="187">
                  <c:v>91.4</c:v>
                </c:pt>
                <c:pt idx="188">
                  <c:v>91.8</c:v>
                </c:pt>
                <c:pt idx="189">
                  <c:v>92.2</c:v>
                </c:pt>
                <c:pt idx="190">
                  <c:v>92.6</c:v>
                </c:pt>
                <c:pt idx="191">
                  <c:v>93.2</c:v>
                </c:pt>
                <c:pt idx="192">
                  <c:v>93.2</c:v>
                </c:pt>
                <c:pt idx="193">
                  <c:v>93.4</c:v>
                </c:pt>
                <c:pt idx="194">
                  <c:v>94.6</c:v>
                </c:pt>
                <c:pt idx="195">
                  <c:v>94.6</c:v>
                </c:pt>
                <c:pt idx="196">
                  <c:v>94.8</c:v>
                </c:pt>
                <c:pt idx="197">
                  <c:v>95</c:v>
                </c:pt>
                <c:pt idx="198">
                  <c:v>95</c:v>
                </c:pt>
                <c:pt idx="199">
                  <c:v>95.8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80-44E0-8DDC-5DC840148533}"/>
            </c:ext>
          </c:extLst>
        </c:ser>
        <c:ser>
          <c:idx val="4"/>
          <c:order val="4"/>
          <c:tx>
            <c:strRef>
              <c:f>save1!$EY$406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save1!$EY$407:$EY$606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0.4</c:v>
                </c:pt>
                <c:pt idx="8">
                  <c:v>0.4</c:v>
                </c:pt>
                <c:pt idx="9">
                  <c:v>0.6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1.2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1.4</c:v>
                </c:pt>
                <c:pt idx="25">
                  <c:v>1.4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2.4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2.4</c:v>
                </c:pt>
                <c:pt idx="69">
                  <c:v>2.4</c:v>
                </c:pt>
                <c:pt idx="70">
                  <c:v>2.4</c:v>
                </c:pt>
                <c:pt idx="71">
                  <c:v>2.4</c:v>
                </c:pt>
                <c:pt idx="72">
                  <c:v>2.6</c:v>
                </c:pt>
                <c:pt idx="73">
                  <c:v>2.6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3.8</c:v>
                </c:pt>
                <c:pt idx="126">
                  <c:v>4.2</c:v>
                </c:pt>
                <c:pt idx="127">
                  <c:v>4.2</c:v>
                </c:pt>
                <c:pt idx="128">
                  <c:v>4.4000000000000004</c:v>
                </c:pt>
                <c:pt idx="129">
                  <c:v>4.4000000000000004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4.8</c:v>
                </c:pt>
                <c:pt idx="136">
                  <c:v>4.8</c:v>
                </c:pt>
                <c:pt idx="137">
                  <c:v>4.8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5.4</c:v>
                </c:pt>
                <c:pt idx="149">
                  <c:v>5.4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5.4</c:v>
                </c:pt>
                <c:pt idx="154">
                  <c:v>5.4</c:v>
                </c:pt>
                <c:pt idx="155">
                  <c:v>5.4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5.4</c:v>
                </c:pt>
                <c:pt idx="160">
                  <c:v>5.4</c:v>
                </c:pt>
                <c:pt idx="161">
                  <c:v>5.4</c:v>
                </c:pt>
                <c:pt idx="162">
                  <c:v>5.4</c:v>
                </c:pt>
                <c:pt idx="163">
                  <c:v>5.4</c:v>
                </c:pt>
                <c:pt idx="164">
                  <c:v>5.4</c:v>
                </c:pt>
                <c:pt idx="165">
                  <c:v>5.4</c:v>
                </c:pt>
                <c:pt idx="166">
                  <c:v>5.4</c:v>
                </c:pt>
                <c:pt idx="167">
                  <c:v>5.6</c:v>
                </c:pt>
                <c:pt idx="168">
                  <c:v>5.6</c:v>
                </c:pt>
                <c:pt idx="169">
                  <c:v>5.6</c:v>
                </c:pt>
                <c:pt idx="170">
                  <c:v>5.6</c:v>
                </c:pt>
                <c:pt idx="171">
                  <c:v>5.6</c:v>
                </c:pt>
                <c:pt idx="172">
                  <c:v>5.6</c:v>
                </c:pt>
                <c:pt idx="173">
                  <c:v>5.6</c:v>
                </c:pt>
                <c:pt idx="174">
                  <c:v>5.6</c:v>
                </c:pt>
                <c:pt idx="175">
                  <c:v>5.6</c:v>
                </c:pt>
                <c:pt idx="176">
                  <c:v>5.6</c:v>
                </c:pt>
                <c:pt idx="177">
                  <c:v>5.6</c:v>
                </c:pt>
                <c:pt idx="178">
                  <c:v>5.6</c:v>
                </c:pt>
                <c:pt idx="179">
                  <c:v>5.8</c:v>
                </c:pt>
                <c:pt idx="180">
                  <c:v>5.8</c:v>
                </c:pt>
                <c:pt idx="181">
                  <c:v>6</c:v>
                </c:pt>
                <c:pt idx="182">
                  <c:v>6</c:v>
                </c:pt>
                <c:pt idx="183">
                  <c:v>6</c:v>
                </c:pt>
                <c:pt idx="184">
                  <c:v>6</c:v>
                </c:pt>
                <c:pt idx="185">
                  <c:v>6</c:v>
                </c:pt>
                <c:pt idx="186">
                  <c:v>6</c:v>
                </c:pt>
                <c:pt idx="187">
                  <c:v>6</c:v>
                </c:pt>
                <c:pt idx="188">
                  <c:v>6.4</c:v>
                </c:pt>
                <c:pt idx="189">
                  <c:v>6.4</c:v>
                </c:pt>
                <c:pt idx="190">
                  <c:v>6.4</c:v>
                </c:pt>
                <c:pt idx="191">
                  <c:v>6.4</c:v>
                </c:pt>
                <c:pt idx="192">
                  <c:v>6.4</c:v>
                </c:pt>
                <c:pt idx="193">
                  <c:v>6.4</c:v>
                </c:pt>
                <c:pt idx="194">
                  <c:v>6.4</c:v>
                </c:pt>
                <c:pt idx="195">
                  <c:v>6.4</c:v>
                </c:pt>
                <c:pt idx="196">
                  <c:v>6.4</c:v>
                </c:pt>
                <c:pt idx="197">
                  <c:v>6.4</c:v>
                </c:pt>
                <c:pt idx="198">
                  <c:v>6.4</c:v>
                </c:pt>
                <c:pt idx="199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80-44E0-8DDC-5DC840148533}"/>
            </c:ext>
          </c:extLst>
        </c:ser>
        <c:ser>
          <c:idx val="5"/>
          <c:order val="5"/>
          <c:tx>
            <c:strRef>
              <c:f>save1!$EZ$406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save1!$EZ$407:$EZ$606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1.2</c:v>
                </c:pt>
                <c:pt idx="4">
                  <c:v>1.4</c:v>
                </c:pt>
                <c:pt idx="5">
                  <c:v>1.6</c:v>
                </c:pt>
                <c:pt idx="6">
                  <c:v>1.8</c:v>
                </c:pt>
                <c:pt idx="7">
                  <c:v>2.4</c:v>
                </c:pt>
                <c:pt idx="8">
                  <c:v>2.8</c:v>
                </c:pt>
                <c:pt idx="9">
                  <c:v>3.2</c:v>
                </c:pt>
                <c:pt idx="10">
                  <c:v>3.6</c:v>
                </c:pt>
                <c:pt idx="11">
                  <c:v>3.8</c:v>
                </c:pt>
                <c:pt idx="12">
                  <c:v>4</c:v>
                </c:pt>
                <c:pt idx="13">
                  <c:v>4.5999999999999996</c:v>
                </c:pt>
                <c:pt idx="14">
                  <c:v>5.2</c:v>
                </c:pt>
                <c:pt idx="15">
                  <c:v>5.6</c:v>
                </c:pt>
                <c:pt idx="16">
                  <c:v>6</c:v>
                </c:pt>
                <c:pt idx="17">
                  <c:v>6.2</c:v>
                </c:pt>
                <c:pt idx="18">
                  <c:v>6.4</c:v>
                </c:pt>
                <c:pt idx="19">
                  <c:v>6.6</c:v>
                </c:pt>
                <c:pt idx="20">
                  <c:v>6.8</c:v>
                </c:pt>
                <c:pt idx="21">
                  <c:v>6.8</c:v>
                </c:pt>
                <c:pt idx="22">
                  <c:v>7.2</c:v>
                </c:pt>
                <c:pt idx="23">
                  <c:v>7.4</c:v>
                </c:pt>
                <c:pt idx="24">
                  <c:v>7.8</c:v>
                </c:pt>
                <c:pt idx="25">
                  <c:v>8</c:v>
                </c:pt>
                <c:pt idx="26">
                  <c:v>8.4</c:v>
                </c:pt>
                <c:pt idx="27">
                  <c:v>8.8000000000000007</c:v>
                </c:pt>
                <c:pt idx="28">
                  <c:v>9.6</c:v>
                </c:pt>
                <c:pt idx="29">
                  <c:v>10.4</c:v>
                </c:pt>
                <c:pt idx="30">
                  <c:v>10.6</c:v>
                </c:pt>
                <c:pt idx="31">
                  <c:v>10.6</c:v>
                </c:pt>
                <c:pt idx="32">
                  <c:v>11</c:v>
                </c:pt>
                <c:pt idx="33">
                  <c:v>11.4</c:v>
                </c:pt>
                <c:pt idx="34">
                  <c:v>11.6</c:v>
                </c:pt>
                <c:pt idx="35">
                  <c:v>11.6</c:v>
                </c:pt>
                <c:pt idx="36">
                  <c:v>12.2</c:v>
                </c:pt>
                <c:pt idx="37">
                  <c:v>12.8</c:v>
                </c:pt>
                <c:pt idx="38">
                  <c:v>13</c:v>
                </c:pt>
                <c:pt idx="39">
                  <c:v>13.6</c:v>
                </c:pt>
                <c:pt idx="40">
                  <c:v>13.8</c:v>
                </c:pt>
                <c:pt idx="41">
                  <c:v>14.2</c:v>
                </c:pt>
                <c:pt idx="42">
                  <c:v>14.4</c:v>
                </c:pt>
                <c:pt idx="43">
                  <c:v>15</c:v>
                </c:pt>
                <c:pt idx="44">
                  <c:v>15.2</c:v>
                </c:pt>
                <c:pt idx="45">
                  <c:v>15.6</c:v>
                </c:pt>
                <c:pt idx="46">
                  <c:v>16</c:v>
                </c:pt>
                <c:pt idx="47">
                  <c:v>16.399999999999999</c:v>
                </c:pt>
                <c:pt idx="48">
                  <c:v>16.600000000000001</c:v>
                </c:pt>
                <c:pt idx="49">
                  <c:v>17</c:v>
                </c:pt>
                <c:pt idx="50">
                  <c:v>17.2</c:v>
                </c:pt>
                <c:pt idx="51">
                  <c:v>17.399999999999999</c:v>
                </c:pt>
                <c:pt idx="52">
                  <c:v>17.600000000000001</c:v>
                </c:pt>
                <c:pt idx="53">
                  <c:v>17.600000000000001</c:v>
                </c:pt>
                <c:pt idx="54">
                  <c:v>18.2</c:v>
                </c:pt>
                <c:pt idx="55">
                  <c:v>18.600000000000001</c:v>
                </c:pt>
                <c:pt idx="56">
                  <c:v>19</c:v>
                </c:pt>
                <c:pt idx="57">
                  <c:v>19.399999999999999</c:v>
                </c:pt>
                <c:pt idx="58">
                  <c:v>19.600000000000001</c:v>
                </c:pt>
                <c:pt idx="59">
                  <c:v>19.8</c:v>
                </c:pt>
                <c:pt idx="60">
                  <c:v>20.2</c:v>
                </c:pt>
                <c:pt idx="61">
                  <c:v>20.399999999999999</c:v>
                </c:pt>
                <c:pt idx="62">
                  <c:v>21</c:v>
                </c:pt>
                <c:pt idx="63">
                  <c:v>21</c:v>
                </c:pt>
                <c:pt idx="64">
                  <c:v>21.4</c:v>
                </c:pt>
                <c:pt idx="65">
                  <c:v>21.8</c:v>
                </c:pt>
                <c:pt idx="66">
                  <c:v>22</c:v>
                </c:pt>
                <c:pt idx="67">
                  <c:v>22.2</c:v>
                </c:pt>
                <c:pt idx="68">
                  <c:v>22.8</c:v>
                </c:pt>
                <c:pt idx="69">
                  <c:v>23.2</c:v>
                </c:pt>
                <c:pt idx="70">
                  <c:v>23.6</c:v>
                </c:pt>
                <c:pt idx="71">
                  <c:v>24</c:v>
                </c:pt>
                <c:pt idx="72">
                  <c:v>25</c:v>
                </c:pt>
                <c:pt idx="73">
                  <c:v>25.2</c:v>
                </c:pt>
                <c:pt idx="74">
                  <c:v>25.8</c:v>
                </c:pt>
                <c:pt idx="75">
                  <c:v>26</c:v>
                </c:pt>
                <c:pt idx="76">
                  <c:v>26.4</c:v>
                </c:pt>
                <c:pt idx="77">
                  <c:v>26.8</c:v>
                </c:pt>
                <c:pt idx="78">
                  <c:v>27</c:v>
                </c:pt>
                <c:pt idx="79">
                  <c:v>27.4</c:v>
                </c:pt>
                <c:pt idx="80">
                  <c:v>27.8</c:v>
                </c:pt>
                <c:pt idx="81">
                  <c:v>28</c:v>
                </c:pt>
                <c:pt idx="82">
                  <c:v>28.4</c:v>
                </c:pt>
                <c:pt idx="83">
                  <c:v>28.6</c:v>
                </c:pt>
                <c:pt idx="84">
                  <c:v>29.2</c:v>
                </c:pt>
                <c:pt idx="85">
                  <c:v>29.2</c:v>
                </c:pt>
                <c:pt idx="86">
                  <c:v>29.6</c:v>
                </c:pt>
                <c:pt idx="87">
                  <c:v>30</c:v>
                </c:pt>
                <c:pt idx="88">
                  <c:v>30.4</c:v>
                </c:pt>
                <c:pt idx="89">
                  <c:v>30.6</c:v>
                </c:pt>
                <c:pt idx="90">
                  <c:v>30.8</c:v>
                </c:pt>
                <c:pt idx="91">
                  <c:v>31</c:v>
                </c:pt>
                <c:pt idx="92">
                  <c:v>31.4</c:v>
                </c:pt>
                <c:pt idx="93">
                  <c:v>31.6</c:v>
                </c:pt>
                <c:pt idx="94">
                  <c:v>32</c:v>
                </c:pt>
                <c:pt idx="95">
                  <c:v>32.4</c:v>
                </c:pt>
                <c:pt idx="96">
                  <c:v>32.6</c:v>
                </c:pt>
                <c:pt idx="97">
                  <c:v>32.799999999999997</c:v>
                </c:pt>
                <c:pt idx="98">
                  <c:v>33</c:v>
                </c:pt>
                <c:pt idx="99">
                  <c:v>33.6</c:v>
                </c:pt>
                <c:pt idx="100">
                  <c:v>34</c:v>
                </c:pt>
                <c:pt idx="101">
                  <c:v>34.6</c:v>
                </c:pt>
                <c:pt idx="102">
                  <c:v>35</c:v>
                </c:pt>
                <c:pt idx="103">
                  <c:v>35.4</c:v>
                </c:pt>
                <c:pt idx="104">
                  <c:v>35.4</c:v>
                </c:pt>
                <c:pt idx="105">
                  <c:v>36</c:v>
                </c:pt>
                <c:pt idx="106">
                  <c:v>36.200000000000003</c:v>
                </c:pt>
                <c:pt idx="107">
                  <c:v>37</c:v>
                </c:pt>
                <c:pt idx="108">
                  <c:v>37.6</c:v>
                </c:pt>
                <c:pt idx="109">
                  <c:v>38</c:v>
                </c:pt>
                <c:pt idx="110">
                  <c:v>38.799999999999997</c:v>
                </c:pt>
                <c:pt idx="111">
                  <c:v>39.4</c:v>
                </c:pt>
                <c:pt idx="112">
                  <c:v>40</c:v>
                </c:pt>
                <c:pt idx="113">
                  <c:v>40.4</c:v>
                </c:pt>
                <c:pt idx="114">
                  <c:v>41</c:v>
                </c:pt>
                <c:pt idx="115">
                  <c:v>41</c:v>
                </c:pt>
                <c:pt idx="116">
                  <c:v>41</c:v>
                </c:pt>
                <c:pt idx="117">
                  <c:v>41.2</c:v>
                </c:pt>
                <c:pt idx="118">
                  <c:v>41.6</c:v>
                </c:pt>
                <c:pt idx="119">
                  <c:v>41.8</c:v>
                </c:pt>
                <c:pt idx="120">
                  <c:v>42</c:v>
                </c:pt>
                <c:pt idx="121">
                  <c:v>42.2</c:v>
                </c:pt>
                <c:pt idx="122">
                  <c:v>42.2</c:v>
                </c:pt>
                <c:pt idx="123">
                  <c:v>42.4</c:v>
                </c:pt>
                <c:pt idx="124">
                  <c:v>42.6</c:v>
                </c:pt>
                <c:pt idx="125">
                  <c:v>43.2</c:v>
                </c:pt>
                <c:pt idx="126">
                  <c:v>43.4</c:v>
                </c:pt>
                <c:pt idx="127">
                  <c:v>43.6</c:v>
                </c:pt>
                <c:pt idx="128">
                  <c:v>44</c:v>
                </c:pt>
                <c:pt idx="129">
                  <c:v>44</c:v>
                </c:pt>
                <c:pt idx="130">
                  <c:v>45</c:v>
                </c:pt>
                <c:pt idx="131">
                  <c:v>46</c:v>
                </c:pt>
                <c:pt idx="132">
                  <c:v>46.4</c:v>
                </c:pt>
                <c:pt idx="133">
                  <c:v>46.8</c:v>
                </c:pt>
                <c:pt idx="134">
                  <c:v>47.4</c:v>
                </c:pt>
                <c:pt idx="135">
                  <c:v>47.8</c:v>
                </c:pt>
                <c:pt idx="136">
                  <c:v>47.8</c:v>
                </c:pt>
                <c:pt idx="137">
                  <c:v>48</c:v>
                </c:pt>
                <c:pt idx="138">
                  <c:v>48.6</c:v>
                </c:pt>
                <c:pt idx="139">
                  <c:v>49</c:v>
                </c:pt>
                <c:pt idx="140">
                  <c:v>49.2</c:v>
                </c:pt>
                <c:pt idx="141">
                  <c:v>50</c:v>
                </c:pt>
                <c:pt idx="142">
                  <c:v>50.2</c:v>
                </c:pt>
                <c:pt idx="143">
                  <c:v>50.4</c:v>
                </c:pt>
                <c:pt idx="144">
                  <c:v>50.6</c:v>
                </c:pt>
                <c:pt idx="145">
                  <c:v>51</c:v>
                </c:pt>
                <c:pt idx="146">
                  <c:v>51.4</c:v>
                </c:pt>
                <c:pt idx="147">
                  <c:v>52</c:v>
                </c:pt>
                <c:pt idx="148">
                  <c:v>52</c:v>
                </c:pt>
                <c:pt idx="149">
                  <c:v>52.2</c:v>
                </c:pt>
                <c:pt idx="150">
                  <c:v>52.6</c:v>
                </c:pt>
                <c:pt idx="151">
                  <c:v>52.8</c:v>
                </c:pt>
                <c:pt idx="152">
                  <c:v>52.8</c:v>
                </c:pt>
                <c:pt idx="153">
                  <c:v>53.4</c:v>
                </c:pt>
                <c:pt idx="154">
                  <c:v>53.4</c:v>
                </c:pt>
                <c:pt idx="155">
                  <c:v>54</c:v>
                </c:pt>
                <c:pt idx="156">
                  <c:v>54.6</c:v>
                </c:pt>
                <c:pt idx="157">
                  <c:v>55</c:v>
                </c:pt>
                <c:pt idx="158">
                  <c:v>55.4</c:v>
                </c:pt>
                <c:pt idx="159">
                  <c:v>55.4</c:v>
                </c:pt>
                <c:pt idx="160">
                  <c:v>56.2</c:v>
                </c:pt>
                <c:pt idx="161">
                  <c:v>56.8</c:v>
                </c:pt>
                <c:pt idx="162">
                  <c:v>57.4</c:v>
                </c:pt>
                <c:pt idx="163">
                  <c:v>57.8</c:v>
                </c:pt>
                <c:pt idx="164">
                  <c:v>58.2</c:v>
                </c:pt>
                <c:pt idx="165">
                  <c:v>58.6</c:v>
                </c:pt>
                <c:pt idx="166">
                  <c:v>59</c:v>
                </c:pt>
                <c:pt idx="167">
                  <c:v>59.4</c:v>
                </c:pt>
                <c:pt idx="168">
                  <c:v>60</c:v>
                </c:pt>
                <c:pt idx="169">
                  <c:v>60.4</c:v>
                </c:pt>
                <c:pt idx="170">
                  <c:v>60.8</c:v>
                </c:pt>
                <c:pt idx="171">
                  <c:v>61</c:v>
                </c:pt>
                <c:pt idx="172">
                  <c:v>61.4</c:v>
                </c:pt>
                <c:pt idx="173">
                  <c:v>61.8</c:v>
                </c:pt>
                <c:pt idx="174">
                  <c:v>62</c:v>
                </c:pt>
                <c:pt idx="175">
                  <c:v>62</c:v>
                </c:pt>
                <c:pt idx="176">
                  <c:v>62.6</c:v>
                </c:pt>
                <c:pt idx="177">
                  <c:v>62.8</c:v>
                </c:pt>
                <c:pt idx="178">
                  <c:v>63</c:v>
                </c:pt>
                <c:pt idx="179">
                  <c:v>63.6</c:v>
                </c:pt>
                <c:pt idx="180">
                  <c:v>64.2</c:v>
                </c:pt>
                <c:pt idx="181">
                  <c:v>64.599999999999994</c:v>
                </c:pt>
                <c:pt idx="182">
                  <c:v>64.8</c:v>
                </c:pt>
                <c:pt idx="183">
                  <c:v>65.400000000000006</c:v>
                </c:pt>
                <c:pt idx="184">
                  <c:v>65.8</c:v>
                </c:pt>
                <c:pt idx="185">
                  <c:v>65.8</c:v>
                </c:pt>
                <c:pt idx="186">
                  <c:v>66.2</c:v>
                </c:pt>
                <c:pt idx="187">
                  <c:v>66.400000000000006</c:v>
                </c:pt>
                <c:pt idx="188">
                  <c:v>66.8</c:v>
                </c:pt>
                <c:pt idx="189">
                  <c:v>67</c:v>
                </c:pt>
                <c:pt idx="190">
                  <c:v>67.2</c:v>
                </c:pt>
                <c:pt idx="191">
                  <c:v>67.599999999999994</c:v>
                </c:pt>
                <c:pt idx="192">
                  <c:v>67.599999999999994</c:v>
                </c:pt>
                <c:pt idx="193">
                  <c:v>67.599999999999994</c:v>
                </c:pt>
                <c:pt idx="194">
                  <c:v>68.2</c:v>
                </c:pt>
                <c:pt idx="195">
                  <c:v>68.2</c:v>
                </c:pt>
                <c:pt idx="196">
                  <c:v>68.400000000000006</c:v>
                </c:pt>
                <c:pt idx="197">
                  <c:v>68.599999999999994</c:v>
                </c:pt>
                <c:pt idx="198">
                  <c:v>69</c:v>
                </c:pt>
                <c:pt idx="199">
                  <c:v>69.599999999999994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080-44E0-8DDC-5DC840148533}"/>
            </c:ext>
          </c:extLst>
        </c:ser>
        <c:ser>
          <c:idx val="6"/>
          <c:order val="6"/>
          <c:tx>
            <c:strRef>
              <c:f>save1!$FA$406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save1!$FA$407:$FA$606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0.6</c:v>
                </c:pt>
                <c:pt idx="26">
                  <c:v>0.6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1.6</c:v>
                </c:pt>
                <c:pt idx="34">
                  <c:v>1.6</c:v>
                </c:pt>
                <c:pt idx="35">
                  <c:v>1.6</c:v>
                </c:pt>
                <c:pt idx="36">
                  <c:v>1.6</c:v>
                </c:pt>
                <c:pt idx="37">
                  <c:v>1.6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2.4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2.6</c:v>
                </c:pt>
                <c:pt idx="65">
                  <c:v>2.6</c:v>
                </c:pt>
                <c:pt idx="66">
                  <c:v>2.6</c:v>
                </c:pt>
                <c:pt idx="67">
                  <c:v>2.6</c:v>
                </c:pt>
                <c:pt idx="68">
                  <c:v>2.6</c:v>
                </c:pt>
                <c:pt idx="69">
                  <c:v>2.8</c:v>
                </c:pt>
                <c:pt idx="70">
                  <c:v>2.8</c:v>
                </c:pt>
                <c:pt idx="71">
                  <c:v>2.8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3.4</c:v>
                </c:pt>
                <c:pt idx="99">
                  <c:v>3.4</c:v>
                </c:pt>
                <c:pt idx="100">
                  <c:v>3.4</c:v>
                </c:pt>
                <c:pt idx="101">
                  <c:v>3.4</c:v>
                </c:pt>
                <c:pt idx="102">
                  <c:v>3.4</c:v>
                </c:pt>
                <c:pt idx="103">
                  <c:v>3.4</c:v>
                </c:pt>
                <c:pt idx="104">
                  <c:v>3.4</c:v>
                </c:pt>
                <c:pt idx="105">
                  <c:v>3.4</c:v>
                </c:pt>
                <c:pt idx="106">
                  <c:v>3.4</c:v>
                </c:pt>
                <c:pt idx="107">
                  <c:v>3.4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3.8</c:v>
                </c:pt>
                <c:pt idx="118">
                  <c:v>3.8</c:v>
                </c:pt>
                <c:pt idx="119">
                  <c:v>4</c:v>
                </c:pt>
                <c:pt idx="120">
                  <c:v>4.2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4.2</c:v>
                </c:pt>
                <c:pt idx="125">
                  <c:v>4.2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4.4000000000000004</c:v>
                </c:pt>
                <c:pt idx="133">
                  <c:v>4.4000000000000004</c:v>
                </c:pt>
                <c:pt idx="134">
                  <c:v>4.4000000000000004</c:v>
                </c:pt>
                <c:pt idx="135">
                  <c:v>4.4000000000000004</c:v>
                </c:pt>
                <c:pt idx="136">
                  <c:v>4.4000000000000004</c:v>
                </c:pt>
                <c:pt idx="137">
                  <c:v>4.4000000000000004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4.4000000000000004</c:v>
                </c:pt>
                <c:pt idx="146">
                  <c:v>4.5999999999999996</c:v>
                </c:pt>
                <c:pt idx="147">
                  <c:v>4.5999999999999996</c:v>
                </c:pt>
                <c:pt idx="148">
                  <c:v>4.5999999999999996</c:v>
                </c:pt>
                <c:pt idx="149">
                  <c:v>4.5999999999999996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4.8</c:v>
                </c:pt>
                <c:pt idx="154">
                  <c:v>5</c:v>
                </c:pt>
                <c:pt idx="155">
                  <c:v>5</c:v>
                </c:pt>
                <c:pt idx="156">
                  <c:v>5.2</c:v>
                </c:pt>
                <c:pt idx="157">
                  <c:v>5.4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5.6</c:v>
                </c:pt>
                <c:pt idx="162">
                  <c:v>5.6</c:v>
                </c:pt>
                <c:pt idx="163">
                  <c:v>5.8</c:v>
                </c:pt>
                <c:pt idx="164">
                  <c:v>5.8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6.2</c:v>
                </c:pt>
                <c:pt idx="171">
                  <c:v>6.2</c:v>
                </c:pt>
                <c:pt idx="172">
                  <c:v>6.4</c:v>
                </c:pt>
                <c:pt idx="173">
                  <c:v>6.4</c:v>
                </c:pt>
                <c:pt idx="174">
                  <c:v>6.4</c:v>
                </c:pt>
                <c:pt idx="175">
                  <c:v>6.4</c:v>
                </c:pt>
                <c:pt idx="176">
                  <c:v>6.6</c:v>
                </c:pt>
                <c:pt idx="177">
                  <c:v>6.6</c:v>
                </c:pt>
                <c:pt idx="178">
                  <c:v>6.6</c:v>
                </c:pt>
                <c:pt idx="179">
                  <c:v>6.6</c:v>
                </c:pt>
                <c:pt idx="180">
                  <c:v>6.6</c:v>
                </c:pt>
                <c:pt idx="181">
                  <c:v>6.6</c:v>
                </c:pt>
                <c:pt idx="182">
                  <c:v>6.8</c:v>
                </c:pt>
                <c:pt idx="183">
                  <c:v>6.8</c:v>
                </c:pt>
                <c:pt idx="184">
                  <c:v>6.8</c:v>
                </c:pt>
                <c:pt idx="185">
                  <c:v>7</c:v>
                </c:pt>
                <c:pt idx="186">
                  <c:v>8.1999999999999993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8.6</c:v>
                </c:pt>
                <c:pt idx="191">
                  <c:v>8.6</c:v>
                </c:pt>
                <c:pt idx="192">
                  <c:v>8.8000000000000007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9</c:v>
                </c:pt>
                <c:pt idx="19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080-44E0-8DDC-5DC840148533}"/>
            </c:ext>
          </c:extLst>
        </c:ser>
        <c:ser>
          <c:idx val="7"/>
          <c:order val="7"/>
          <c:tx>
            <c:strRef>
              <c:f>save1!$FB$406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save1!$FB$407:$FB$606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0.4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0.6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0.8</c:v>
                </c:pt>
                <c:pt idx="88">
                  <c:v>0.8</c:v>
                </c:pt>
                <c:pt idx="89">
                  <c:v>0.8</c:v>
                </c:pt>
                <c:pt idx="90">
                  <c:v>0.8</c:v>
                </c:pt>
                <c:pt idx="91">
                  <c:v>0.8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1.4</c:v>
                </c:pt>
                <c:pt idx="110">
                  <c:v>1.4</c:v>
                </c:pt>
                <c:pt idx="111">
                  <c:v>1.4</c:v>
                </c:pt>
                <c:pt idx="112">
                  <c:v>1.4</c:v>
                </c:pt>
                <c:pt idx="113">
                  <c:v>1.4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1.6</c:v>
                </c:pt>
                <c:pt idx="123">
                  <c:v>1.6</c:v>
                </c:pt>
                <c:pt idx="124">
                  <c:v>1.6</c:v>
                </c:pt>
                <c:pt idx="125">
                  <c:v>1.6</c:v>
                </c:pt>
                <c:pt idx="126">
                  <c:v>1.6</c:v>
                </c:pt>
                <c:pt idx="127">
                  <c:v>1.6</c:v>
                </c:pt>
                <c:pt idx="128">
                  <c:v>1.6</c:v>
                </c:pt>
                <c:pt idx="129">
                  <c:v>1.6</c:v>
                </c:pt>
                <c:pt idx="130">
                  <c:v>1.6</c:v>
                </c:pt>
                <c:pt idx="131">
                  <c:v>1.6</c:v>
                </c:pt>
                <c:pt idx="132">
                  <c:v>1.6</c:v>
                </c:pt>
                <c:pt idx="133">
                  <c:v>1.6</c:v>
                </c:pt>
                <c:pt idx="134">
                  <c:v>1.6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1.6</c:v>
                </c:pt>
                <c:pt idx="140">
                  <c:v>1.6</c:v>
                </c:pt>
                <c:pt idx="141">
                  <c:v>1.6</c:v>
                </c:pt>
                <c:pt idx="142">
                  <c:v>1.6</c:v>
                </c:pt>
                <c:pt idx="143">
                  <c:v>1.6</c:v>
                </c:pt>
                <c:pt idx="144">
                  <c:v>1.6</c:v>
                </c:pt>
                <c:pt idx="145">
                  <c:v>1.6</c:v>
                </c:pt>
                <c:pt idx="146">
                  <c:v>1.6</c:v>
                </c:pt>
                <c:pt idx="147">
                  <c:v>1.6</c:v>
                </c:pt>
                <c:pt idx="148">
                  <c:v>1.6</c:v>
                </c:pt>
                <c:pt idx="149">
                  <c:v>1.6</c:v>
                </c:pt>
                <c:pt idx="150">
                  <c:v>1.6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1.6</c:v>
                </c:pt>
                <c:pt idx="191">
                  <c:v>1.6</c:v>
                </c:pt>
                <c:pt idx="192">
                  <c:v>1.6</c:v>
                </c:pt>
                <c:pt idx="193">
                  <c:v>1.6</c:v>
                </c:pt>
                <c:pt idx="194">
                  <c:v>1.6</c:v>
                </c:pt>
                <c:pt idx="195">
                  <c:v>1.6</c:v>
                </c:pt>
                <c:pt idx="196">
                  <c:v>1.6</c:v>
                </c:pt>
                <c:pt idx="197">
                  <c:v>1.6</c:v>
                </c:pt>
                <c:pt idx="198">
                  <c:v>1.6</c:v>
                </c:pt>
                <c:pt idx="199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080-44E0-8DDC-5DC840148533}"/>
            </c:ext>
          </c:extLst>
        </c:ser>
        <c:ser>
          <c:idx val="8"/>
          <c:order val="8"/>
          <c:tx>
            <c:strRef>
              <c:f>save1!$FC$406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save1!$FC$407:$FC$606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0.4</c:v>
                </c:pt>
                <c:pt idx="136">
                  <c:v>0.4</c:v>
                </c:pt>
                <c:pt idx="137">
                  <c:v>0.4</c:v>
                </c:pt>
                <c:pt idx="138">
                  <c:v>0.4</c:v>
                </c:pt>
                <c:pt idx="139">
                  <c:v>0.4</c:v>
                </c:pt>
                <c:pt idx="140">
                  <c:v>0.4</c:v>
                </c:pt>
                <c:pt idx="141">
                  <c:v>0.4</c:v>
                </c:pt>
                <c:pt idx="142">
                  <c:v>0.4</c:v>
                </c:pt>
                <c:pt idx="143">
                  <c:v>0.4</c:v>
                </c:pt>
                <c:pt idx="144">
                  <c:v>0.4</c:v>
                </c:pt>
                <c:pt idx="145">
                  <c:v>0.4</c:v>
                </c:pt>
                <c:pt idx="146">
                  <c:v>0.4</c:v>
                </c:pt>
                <c:pt idx="147">
                  <c:v>0.4</c:v>
                </c:pt>
                <c:pt idx="148">
                  <c:v>0.4</c:v>
                </c:pt>
                <c:pt idx="149">
                  <c:v>0.4</c:v>
                </c:pt>
                <c:pt idx="150">
                  <c:v>0.4</c:v>
                </c:pt>
                <c:pt idx="151">
                  <c:v>0.4</c:v>
                </c:pt>
                <c:pt idx="152">
                  <c:v>0.4</c:v>
                </c:pt>
                <c:pt idx="153">
                  <c:v>0.4</c:v>
                </c:pt>
                <c:pt idx="154">
                  <c:v>0.4</c:v>
                </c:pt>
                <c:pt idx="155">
                  <c:v>0.4</c:v>
                </c:pt>
                <c:pt idx="156">
                  <c:v>0.4</c:v>
                </c:pt>
                <c:pt idx="157">
                  <c:v>0.4</c:v>
                </c:pt>
                <c:pt idx="158">
                  <c:v>0.4</c:v>
                </c:pt>
                <c:pt idx="159">
                  <c:v>0.4</c:v>
                </c:pt>
                <c:pt idx="160">
                  <c:v>0.4</c:v>
                </c:pt>
                <c:pt idx="161">
                  <c:v>0.4</c:v>
                </c:pt>
                <c:pt idx="162">
                  <c:v>0.4</c:v>
                </c:pt>
                <c:pt idx="163">
                  <c:v>0.4</c:v>
                </c:pt>
                <c:pt idx="164">
                  <c:v>0.4</c:v>
                </c:pt>
                <c:pt idx="165">
                  <c:v>0.4</c:v>
                </c:pt>
                <c:pt idx="166">
                  <c:v>0.4</c:v>
                </c:pt>
                <c:pt idx="167">
                  <c:v>0.4</c:v>
                </c:pt>
                <c:pt idx="168">
                  <c:v>0.4</c:v>
                </c:pt>
                <c:pt idx="169">
                  <c:v>0.4</c:v>
                </c:pt>
                <c:pt idx="170">
                  <c:v>0.4</c:v>
                </c:pt>
                <c:pt idx="171">
                  <c:v>0.4</c:v>
                </c:pt>
                <c:pt idx="172">
                  <c:v>0.4</c:v>
                </c:pt>
                <c:pt idx="173">
                  <c:v>0.4</c:v>
                </c:pt>
                <c:pt idx="174">
                  <c:v>0.4</c:v>
                </c:pt>
                <c:pt idx="175">
                  <c:v>0.4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080-44E0-8DDC-5DC840148533}"/>
            </c:ext>
          </c:extLst>
        </c:ser>
        <c:ser>
          <c:idx val="9"/>
          <c:order val="9"/>
          <c:tx>
            <c:strRef>
              <c:f>save1!$FD$406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save1!$FD$407:$FD$606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1.4</c:v>
                </c:pt>
                <c:pt idx="35">
                  <c:v>1.4</c:v>
                </c:pt>
                <c:pt idx="36">
                  <c:v>1.6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2.4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3</c:v>
                </c:pt>
                <c:pt idx="82">
                  <c:v>3</c:v>
                </c:pt>
                <c:pt idx="83">
                  <c:v>3</c:v>
                </c:pt>
                <c:pt idx="84">
                  <c:v>3.2</c:v>
                </c:pt>
                <c:pt idx="85">
                  <c:v>3.2</c:v>
                </c:pt>
                <c:pt idx="86">
                  <c:v>3.4</c:v>
                </c:pt>
                <c:pt idx="87">
                  <c:v>3.4</c:v>
                </c:pt>
                <c:pt idx="88">
                  <c:v>3.6</c:v>
                </c:pt>
                <c:pt idx="89">
                  <c:v>3.6</c:v>
                </c:pt>
                <c:pt idx="90">
                  <c:v>3.6</c:v>
                </c:pt>
                <c:pt idx="91">
                  <c:v>3.8</c:v>
                </c:pt>
                <c:pt idx="92">
                  <c:v>3.8</c:v>
                </c:pt>
                <c:pt idx="93">
                  <c:v>3.8</c:v>
                </c:pt>
                <c:pt idx="94">
                  <c:v>3.8</c:v>
                </c:pt>
                <c:pt idx="95">
                  <c:v>3.8</c:v>
                </c:pt>
                <c:pt idx="96">
                  <c:v>3.8</c:v>
                </c:pt>
                <c:pt idx="97">
                  <c:v>3.8</c:v>
                </c:pt>
                <c:pt idx="98">
                  <c:v>3.8</c:v>
                </c:pt>
                <c:pt idx="99">
                  <c:v>3.8</c:v>
                </c:pt>
                <c:pt idx="100">
                  <c:v>3.8</c:v>
                </c:pt>
                <c:pt idx="101">
                  <c:v>4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4.2</c:v>
                </c:pt>
                <c:pt idx="106">
                  <c:v>4.2</c:v>
                </c:pt>
                <c:pt idx="107">
                  <c:v>4.2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4.5999999999999996</c:v>
                </c:pt>
                <c:pt idx="111">
                  <c:v>4.8</c:v>
                </c:pt>
                <c:pt idx="112">
                  <c:v>4.8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5.2</c:v>
                </c:pt>
                <c:pt idx="125">
                  <c:v>5.6</c:v>
                </c:pt>
                <c:pt idx="126">
                  <c:v>5.6</c:v>
                </c:pt>
                <c:pt idx="127">
                  <c:v>5.6</c:v>
                </c:pt>
                <c:pt idx="128">
                  <c:v>5.8</c:v>
                </c:pt>
                <c:pt idx="129">
                  <c:v>5.8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6.2</c:v>
                </c:pt>
                <c:pt idx="135">
                  <c:v>6.2</c:v>
                </c:pt>
                <c:pt idx="136">
                  <c:v>6.2</c:v>
                </c:pt>
                <c:pt idx="137">
                  <c:v>6.4</c:v>
                </c:pt>
                <c:pt idx="138">
                  <c:v>6.4</c:v>
                </c:pt>
                <c:pt idx="139">
                  <c:v>6.6</c:v>
                </c:pt>
                <c:pt idx="140">
                  <c:v>6.6</c:v>
                </c:pt>
                <c:pt idx="141">
                  <c:v>6.8</c:v>
                </c:pt>
                <c:pt idx="142">
                  <c:v>6.8</c:v>
                </c:pt>
                <c:pt idx="143">
                  <c:v>6.8</c:v>
                </c:pt>
                <c:pt idx="144">
                  <c:v>6.8</c:v>
                </c:pt>
                <c:pt idx="145">
                  <c:v>6.8</c:v>
                </c:pt>
                <c:pt idx="146">
                  <c:v>6.8</c:v>
                </c:pt>
                <c:pt idx="147">
                  <c:v>6.8</c:v>
                </c:pt>
                <c:pt idx="148">
                  <c:v>6.8</c:v>
                </c:pt>
                <c:pt idx="149">
                  <c:v>6.8</c:v>
                </c:pt>
                <c:pt idx="150">
                  <c:v>6.8</c:v>
                </c:pt>
                <c:pt idx="151">
                  <c:v>6.8</c:v>
                </c:pt>
                <c:pt idx="152">
                  <c:v>6.8</c:v>
                </c:pt>
                <c:pt idx="153">
                  <c:v>6.8</c:v>
                </c:pt>
                <c:pt idx="154">
                  <c:v>6.8</c:v>
                </c:pt>
                <c:pt idx="155">
                  <c:v>6.8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7</c:v>
                </c:pt>
                <c:pt idx="160">
                  <c:v>7</c:v>
                </c:pt>
                <c:pt idx="161">
                  <c:v>7</c:v>
                </c:pt>
                <c:pt idx="162">
                  <c:v>7</c:v>
                </c:pt>
                <c:pt idx="163">
                  <c:v>7</c:v>
                </c:pt>
                <c:pt idx="164">
                  <c:v>7</c:v>
                </c:pt>
                <c:pt idx="165">
                  <c:v>7</c:v>
                </c:pt>
                <c:pt idx="166">
                  <c:v>7.2</c:v>
                </c:pt>
                <c:pt idx="167">
                  <c:v>7.2</c:v>
                </c:pt>
                <c:pt idx="168">
                  <c:v>7.4</c:v>
                </c:pt>
                <c:pt idx="169">
                  <c:v>7.4</c:v>
                </c:pt>
                <c:pt idx="170">
                  <c:v>7.4</c:v>
                </c:pt>
                <c:pt idx="171">
                  <c:v>7.4</c:v>
                </c:pt>
                <c:pt idx="172">
                  <c:v>7.4</c:v>
                </c:pt>
                <c:pt idx="173">
                  <c:v>7.4</c:v>
                </c:pt>
                <c:pt idx="174">
                  <c:v>7.4</c:v>
                </c:pt>
                <c:pt idx="175">
                  <c:v>7.4</c:v>
                </c:pt>
                <c:pt idx="176">
                  <c:v>7.4</c:v>
                </c:pt>
                <c:pt idx="177">
                  <c:v>7.4</c:v>
                </c:pt>
                <c:pt idx="178">
                  <c:v>7.4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7.4</c:v>
                </c:pt>
                <c:pt idx="189">
                  <c:v>7.4</c:v>
                </c:pt>
                <c:pt idx="190">
                  <c:v>7.4</c:v>
                </c:pt>
                <c:pt idx="191">
                  <c:v>7.4</c:v>
                </c:pt>
                <c:pt idx="192">
                  <c:v>7.4</c:v>
                </c:pt>
                <c:pt idx="193">
                  <c:v>7.4</c:v>
                </c:pt>
                <c:pt idx="194">
                  <c:v>7.4</c:v>
                </c:pt>
                <c:pt idx="195">
                  <c:v>7.4</c:v>
                </c:pt>
                <c:pt idx="196">
                  <c:v>7.4</c:v>
                </c:pt>
                <c:pt idx="197">
                  <c:v>7.4</c:v>
                </c:pt>
                <c:pt idx="198">
                  <c:v>7.6</c:v>
                </c:pt>
                <c:pt idx="199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080-44E0-8DDC-5DC8401485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Paper Clip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save1!$EU$608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save1!$EU$609:$EU$808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2</c:v>
                </c:pt>
                <c:pt idx="3">
                  <c:v>2</c:v>
                </c:pt>
                <c:pt idx="4">
                  <c:v>3.2</c:v>
                </c:pt>
                <c:pt idx="5">
                  <c:v>3.2</c:v>
                </c:pt>
                <c:pt idx="6">
                  <c:v>4</c:v>
                </c:pt>
                <c:pt idx="7">
                  <c:v>4.2</c:v>
                </c:pt>
                <c:pt idx="8">
                  <c:v>4.2</c:v>
                </c:pt>
                <c:pt idx="9">
                  <c:v>5.2</c:v>
                </c:pt>
                <c:pt idx="10">
                  <c:v>5.6</c:v>
                </c:pt>
                <c:pt idx="11">
                  <c:v>5.6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6.2</c:v>
                </c:pt>
                <c:pt idx="16">
                  <c:v>7.2</c:v>
                </c:pt>
                <c:pt idx="17">
                  <c:v>8.4</c:v>
                </c:pt>
                <c:pt idx="18">
                  <c:v>9.4</c:v>
                </c:pt>
                <c:pt idx="19">
                  <c:v>12.8</c:v>
                </c:pt>
                <c:pt idx="20">
                  <c:v>13</c:v>
                </c:pt>
                <c:pt idx="21">
                  <c:v>13.4</c:v>
                </c:pt>
                <c:pt idx="22">
                  <c:v>15</c:v>
                </c:pt>
                <c:pt idx="23">
                  <c:v>15</c:v>
                </c:pt>
                <c:pt idx="24">
                  <c:v>16.2</c:v>
                </c:pt>
                <c:pt idx="25">
                  <c:v>16.600000000000001</c:v>
                </c:pt>
                <c:pt idx="26">
                  <c:v>16.8</c:v>
                </c:pt>
                <c:pt idx="27">
                  <c:v>17.8</c:v>
                </c:pt>
                <c:pt idx="28">
                  <c:v>18</c:v>
                </c:pt>
                <c:pt idx="29">
                  <c:v>19.600000000000001</c:v>
                </c:pt>
                <c:pt idx="30">
                  <c:v>20.2</c:v>
                </c:pt>
                <c:pt idx="31">
                  <c:v>20.8</c:v>
                </c:pt>
                <c:pt idx="32">
                  <c:v>22.2</c:v>
                </c:pt>
                <c:pt idx="33">
                  <c:v>22.2</c:v>
                </c:pt>
                <c:pt idx="34">
                  <c:v>23</c:v>
                </c:pt>
                <c:pt idx="35">
                  <c:v>23</c:v>
                </c:pt>
                <c:pt idx="36">
                  <c:v>23.8</c:v>
                </c:pt>
                <c:pt idx="37">
                  <c:v>24.4</c:v>
                </c:pt>
                <c:pt idx="38">
                  <c:v>25</c:v>
                </c:pt>
                <c:pt idx="39">
                  <c:v>25.2</c:v>
                </c:pt>
                <c:pt idx="40">
                  <c:v>25.4</c:v>
                </c:pt>
                <c:pt idx="41">
                  <c:v>25.6</c:v>
                </c:pt>
                <c:pt idx="42">
                  <c:v>26.6</c:v>
                </c:pt>
                <c:pt idx="43">
                  <c:v>27.8</c:v>
                </c:pt>
                <c:pt idx="44">
                  <c:v>28.4</c:v>
                </c:pt>
                <c:pt idx="45">
                  <c:v>29</c:v>
                </c:pt>
                <c:pt idx="46">
                  <c:v>29.2</c:v>
                </c:pt>
                <c:pt idx="47">
                  <c:v>29.2</c:v>
                </c:pt>
                <c:pt idx="48">
                  <c:v>29.6</c:v>
                </c:pt>
                <c:pt idx="49">
                  <c:v>29.6</c:v>
                </c:pt>
                <c:pt idx="50">
                  <c:v>30.6</c:v>
                </c:pt>
                <c:pt idx="51">
                  <c:v>30.6</c:v>
                </c:pt>
                <c:pt idx="52">
                  <c:v>30.6</c:v>
                </c:pt>
                <c:pt idx="53">
                  <c:v>31.4</c:v>
                </c:pt>
                <c:pt idx="54">
                  <c:v>31.4</c:v>
                </c:pt>
                <c:pt idx="55">
                  <c:v>32.200000000000003</c:v>
                </c:pt>
                <c:pt idx="56">
                  <c:v>32.799999999999997</c:v>
                </c:pt>
                <c:pt idx="57">
                  <c:v>34.799999999999997</c:v>
                </c:pt>
                <c:pt idx="58">
                  <c:v>34.799999999999997</c:v>
                </c:pt>
                <c:pt idx="59">
                  <c:v>35.200000000000003</c:v>
                </c:pt>
                <c:pt idx="60">
                  <c:v>36.200000000000003</c:v>
                </c:pt>
                <c:pt idx="61">
                  <c:v>37.200000000000003</c:v>
                </c:pt>
                <c:pt idx="62">
                  <c:v>37.799999999999997</c:v>
                </c:pt>
                <c:pt idx="63">
                  <c:v>37.799999999999997</c:v>
                </c:pt>
                <c:pt idx="64">
                  <c:v>38.4</c:v>
                </c:pt>
                <c:pt idx="65">
                  <c:v>38.4</c:v>
                </c:pt>
                <c:pt idx="66">
                  <c:v>39</c:v>
                </c:pt>
                <c:pt idx="67">
                  <c:v>39</c:v>
                </c:pt>
                <c:pt idx="68">
                  <c:v>39.200000000000003</c:v>
                </c:pt>
                <c:pt idx="69">
                  <c:v>39.200000000000003</c:v>
                </c:pt>
                <c:pt idx="70">
                  <c:v>40.200000000000003</c:v>
                </c:pt>
                <c:pt idx="71">
                  <c:v>40.799999999999997</c:v>
                </c:pt>
                <c:pt idx="72">
                  <c:v>40.799999999999997</c:v>
                </c:pt>
                <c:pt idx="73">
                  <c:v>40.799999999999997</c:v>
                </c:pt>
                <c:pt idx="74">
                  <c:v>41</c:v>
                </c:pt>
                <c:pt idx="75">
                  <c:v>41.2</c:v>
                </c:pt>
                <c:pt idx="76">
                  <c:v>41.4</c:v>
                </c:pt>
                <c:pt idx="77">
                  <c:v>41.8</c:v>
                </c:pt>
                <c:pt idx="78">
                  <c:v>42.4</c:v>
                </c:pt>
                <c:pt idx="79">
                  <c:v>42.8</c:v>
                </c:pt>
                <c:pt idx="80">
                  <c:v>44.4</c:v>
                </c:pt>
                <c:pt idx="81">
                  <c:v>45.4</c:v>
                </c:pt>
                <c:pt idx="82">
                  <c:v>45.6</c:v>
                </c:pt>
                <c:pt idx="83">
                  <c:v>45.6</c:v>
                </c:pt>
                <c:pt idx="84">
                  <c:v>46.4</c:v>
                </c:pt>
                <c:pt idx="85">
                  <c:v>46.4</c:v>
                </c:pt>
                <c:pt idx="86">
                  <c:v>46.6</c:v>
                </c:pt>
                <c:pt idx="87">
                  <c:v>47.2</c:v>
                </c:pt>
                <c:pt idx="88">
                  <c:v>47.4</c:v>
                </c:pt>
                <c:pt idx="89">
                  <c:v>47.8</c:v>
                </c:pt>
                <c:pt idx="90">
                  <c:v>48.4</c:v>
                </c:pt>
                <c:pt idx="91">
                  <c:v>48.8</c:v>
                </c:pt>
                <c:pt idx="92">
                  <c:v>49</c:v>
                </c:pt>
                <c:pt idx="93">
                  <c:v>49</c:v>
                </c:pt>
                <c:pt idx="94">
                  <c:v>49.2</c:v>
                </c:pt>
                <c:pt idx="95">
                  <c:v>49.6</c:v>
                </c:pt>
                <c:pt idx="96">
                  <c:v>50</c:v>
                </c:pt>
                <c:pt idx="97">
                  <c:v>50.4</c:v>
                </c:pt>
                <c:pt idx="98">
                  <c:v>50.6</c:v>
                </c:pt>
                <c:pt idx="99">
                  <c:v>50.8</c:v>
                </c:pt>
                <c:pt idx="100">
                  <c:v>52.4</c:v>
                </c:pt>
                <c:pt idx="101">
                  <c:v>52.4</c:v>
                </c:pt>
                <c:pt idx="102">
                  <c:v>53</c:v>
                </c:pt>
                <c:pt idx="103">
                  <c:v>53.8</c:v>
                </c:pt>
                <c:pt idx="104">
                  <c:v>54.4</c:v>
                </c:pt>
                <c:pt idx="105">
                  <c:v>55.2</c:v>
                </c:pt>
                <c:pt idx="106">
                  <c:v>56.2</c:v>
                </c:pt>
                <c:pt idx="107">
                  <c:v>56.4</c:v>
                </c:pt>
                <c:pt idx="108">
                  <c:v>56.8</c:v>
                </c:pt>
                <c:pt idx="109">
                  <c:v>56.8</c:v>
                </c:pt>
                <c:pt idx="110">
                  <c:v>56.8</c:v>
                </c:pt>
                <c:pt idx="111">
                  <c:v>57.8</c:v>
                </c:pt>
                <c:pt idx="112">
                  <c:v>58.2</c:v>
                </c:pt>
                <c:pt idx="113">
                  <c:v>59</c:v>
                </c:pt>
                <c:pt idx="114">
                  <c:v>59.4</c:v>
                </c:pt>
                <c:pt idx="115">
                  <c:v>59.6</c:v>
                </c:pt>
                <c:pt idx="116">
                  <c:v>61</c:v>
                </c:pt>
                <c:pt idx="117">
                  <c:v>61.8</c:v>
                </c:pt>
                <c:pt idx="118">
                  <c:v>62.4</c:v>
                </c:pt>
                <c:pt idx="119">
                  <c:v>63.8</c:v>
                </c:pt>
                <c:pt idx="120">
                  <c:v>63.8</c:v>
                </c:pt>
                <c:pt idx="121">
                  <c:v>65.400000000000006</c:v>
                </c:pt>
                <c:pt idx="122">
                  <c:v>66</c:v>
                </c:pt>
                <c:pt idx="123">
                  <c:v>66.400000000000006</c:v>
                </c:pt>
                <c:pt idx="124">
                  <c:v>66.599999999999994</c:v>
                </c:pt>
                <c:pt idx="125">
                  <c:v>66.8</c:v>
                </c:pt>
                <c:pt idx="126">
                  <c:v>67</c:v>
                </c:pt>
                <c:pt idx="127">
                  <c:v>67</c:v>
                </c:pt>
                <c:pt idx="128">
                  <c:v>67</c:v>
                </c:pt>
                <c:pt idx="129">
                  <c:v>67</c:v>
                </c:pt>
                <c:pt idx="130">
                  <c:v>67.599999999999994</c:v>
                </c:pt>
                <c:pt idx="131">
                  <c:v>68</c:v>
                </c:pt>
                <c:pt idx="132">
                  <c:v>69.2</c:v>
                </c:pt>
                <c:pt idx="133">
                  <c:v>69.400000000000006</c:v>
                </c:pt>
                <c:pt idx="134">
                  <c:v>70.599999999999994</c:v>
                </c:pt>
                <c:pt idx="135">
                  <c:v>71.599999999999994</c:v>
                </c:pt>
                <c:pt idx="136">
                  <c:v>72</c:v>
                </c:pt>
                <c:pt idx="137">
                  <c:v>74.2</c:v>
                </c:pt>
                <c:pt idx="138">
                  <c:v>76.400000000000006</c:v>
                </c:pt>
                <c:pt idx="139">
                  <c:v>78</c:v>
                </c:pt>
                <c:pt idx="140">
                  <c:v>78</c:v>
                </c:pt>
                <c:pt idx="141">
                  <c:v>78.599999999999994</c:v>
                </c:pt>
                <c:pt idx="142">
                  <c:v>78.599999999999994</c:v>
                </c:pt>
                <c:pt idx="143">
                  <c:v>79.8</c:v>
                </c:pt>
                <c:pt idx="144">
                  <c:v>81.2</c:v>
                </c:pt>
                <c:pt idx="145">
                  <c:v>81.599999999999994</c:v>
                </c:pt>
                <c:pt idx="146">
                  <c:v>81.599999999999994</c:v>
                </c:pt>
                <c:pt idx="147">
                  <c:v>82.8</c:v>
                </c:pt>
                <c:pt idx="148">
                  <c:v>83</c:v>
                </c:pt>
                <c:pt idx="149">
                  <c:v>85</c:v>
                </c:pt>
                <c:pt idx="150">
                  <c:v>86.6</c:v>
                </c:pt>
                <c:pt idx="151">
                  <c:v>88</c:v>
                </c:pt>
                <c:pt idx="152">
                  <c:v>88</c:v>
                </c:pt>
                <c:pt idx="153">
                  <c:v>88.6</c:v>
                </c:pt>
                <c:pt idx="154">
                  <c:v>88.6</c:v>
                </c:pt>
                <c:pt idx="155">
                  <c:v>88.6</c:v>
                </c:pt>
                <c:pt idx="156">
                  <c:v>88.6</c:v>
                </c:pt>
                <c:pt idx="157">
                  <c:v>89</c:v>
                </c:pt>
                <c:pt idx="158">
                  <c:v>89</c:v>
                </c:pt>
                <c:pt idx="159">
                  <c:v>89.4</c:v>
                </c:pt>
                <c:pt idx="160">
                  <c:v>90.2</c:v>
                </c:pt>
                <c:pt idx="161">
                  <c:v>90.4</c:v>
                </c:pt>
                <c:pt idx="162">
                  <c:v>90.4</c:v>
                </c:pt>
                <c:pt idx="163">
                  <c:v>90.6</c:v>
                </c:pt>
                <c:pt idx="164">
                  <c:v>91.8</c:v>
                </c:pt>
                <c:pt idx="165">
                  <c:v>92.4</c:v>
                </c:pt>
                <c:pt idx="166">
                  <c:v>92.8</c:v>
                </c:pt>
                <c:pt idx="167">
                  <c:v>93.6</c:v>
                </c:pt>
                <c:pt idx="168">
                  <c:v>94</c:v>
                </c:pt>
                <c:pt idx="169">
                  <c:v>94</c:v>
                </c:pt>
                <c:pt idx="170">
                  <c:v>95.2</c:v>
                </c:pt>
                <c:pt idx="171">
                  <c:v>95.2</c:v>
                </c:pt>
                <c:pt idx="172">
                  <c:v>95.2</c:v>
                </c:pt>
                <c:pt idx="173">
                  <c:v>95.2</c:v>
                </c:pt>
                <c:pt idx="174">
                  <c:v>96</c:v>
                </c:pt>
                <c:pt idx="175">
                  <c:v>96.4</c:v>
                </c:pt>
                <c:pt idx="176">
                  <c:v>96.6</c:v>
                </c:pt>
                <c:pt idx="177">
                  <c:v>97.2</c:v>
                </c:pt>
                <c:pt idx="178">
                  <c:v>98.2</c:v>
                </c:pt>
                <c:pt idx="179">
                  <c:v>99.2</c:v>
                </c:pt>
                <c:pt idx="180">
                  <c:v>99.4</c:v>
                </c:pt>
                <c:pt idx="181">
                  <c:v>100</c:v>
                </c:pt>
                <c:pt idx="182">
                  <c:v>101</c:v>
                </c:pt>
                <c:pt idx="183">
                  <c:v>101.8</c:v>
                </c:pt>
                <c:pt idx="184">
                  <c:v>103</c:v>
                </c:pt>
                <c:pt idx="185">
                  <c:v>103</c:v>
                </c:pt>
                <c:pt idx="186">
                  <c:v>104.4</c:v>
                </c:pt>
                <c:pt idx="187">
                  <c:v>104.4</c:v>
                </c:pt>
                <c:pt idx="188">
                  <c:v>104.6</c:v>
                </c:pt>
                <c:pt idx="189">
                  <c:v>105.2</c:v>
                </c:pt>
                <c:pt idx="190">
                  <c:v>106.2</c:v>
                </c:pt>
                <c:pt idx="191">
                  <c:v>107</c:v>
                </c:pt>
                <c:pt idx="192">
                  <c:v>107.2</c:v>
                </c:pt>
                <c:pt idx="193">
                  <c:v>109</c:v>
                </c:pt>
                <c:pt idx="194">
                  <c:v>109</c:v>
                </c:pt>
                <c:pt idx="195">
                  <c:v>110.6</c:v>
                </c:pt>
                <c:pt idx="196">
                  <c:v>110.8</c:v>
                </c:pt>
                <c:pt idx="197">
                  <c:v>110.8</c:v>
                </c:pt>
                <c:pt idx="198">
                  <c:v>111.2</c:v>
                </c:pt>
                <c:pt idx="199">
                  <c:v>111.2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E4-48A2-AA35-24335C2DF5C9}"/>
            </c:ext>
          </c:extLst>
        </c:ser>
        <c:ser>
          <c:idx val="1"/>
          <c:order val="1"/>
          <c:tx>
            <c:strRef>
              <c:f>save1!$EV$608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save1!$EV$609:$EV$808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0.6</c:v>
                </c:pt>
                <c:pt idx="4">
                  <c:v>1.2</c:v>
                </c:pt>
                <c:pt idx="5">
                  <c:v>1.2</c:v>
                </c:pt>
                <c:pt idx="6">
                  <c:v>1.4</c:v>
                </c:pt>
                <c:pt idx="7">
                  <c:v>1.6</c:v>
                </c:pt>
                <c:pt idx="8">
                  <c:v>1.6</c:v>
                </c:pt>
                <c:pt idx="9">
                  <c:v>1.8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2.2000000000000002</c:v>
                </c:pt>
                <c:pt idx="16">
                  <c:v>2.4</c:v>
                </c:pt>
                <c:pt idx="17">
                  <c:v>2.4</c:v>
                </c:pt>
                <c:pt idx="18">
                  <c:v>2.6</c:v>
                </c:pt>
                <c:pt idx="19">
                  <c:v>3.6</c:v>
                </c:pt>
                <c:pt idx="20">
                  <c:v>3.8</c:v>
                </c:pt>
                <c:pt idx="21">
                  <c:v>4</c:v>
                </c:pt>
                <c:pt idx="22">
                  <c:v>4.2</c:v>
                </c:pt>
                <c:pt idx="23">
                  <c:v>4.2</c:v>
                </c:pt>
                <c:pt idx="24">
                  <c:v>4.8</c:v>
                </c:pt>
                <c:pt idx="25">
                  <c:v>4.8</c:v>
                </c:pt>
                <c:pt idx="26">
                  <c:v>4.8</c:v>
                </c:pt>
                <c:pt idx="27">
                  <c:v>5.2</c:v>
                </c:pt>
                <c:pt idx="28">
                  <c:v>5.4</c:v>
                </c:pt>
                <c:pt idx="29">
                  <c:v>5.8</c:v>
                </c:pt>
                <c:pt idx="30">
                  <c:v>5.8</c:v>
                </c:pt>
                <c:pt idx="31">
                  <c:v>6.2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6.8</c:v>
                </c:pt>
                <c:pt idx="36">
                  <c:v>7.6</c:v>
                </c:pt>
                <c:pt idx="37">
                  <c:v>7.8</c:v>
                </c:pt>
                <c:pt idx="38">
                  <c:v>8.1999999999999993</c:v>
                </c:pt>
                <c:pt idx="39">
                  <c:v>8.1999999999999993</c:v>
                </c:pt>
                <c:pt idx="40">
                  <c:v>8.1999999999999993</c:v>
                </c:pt>
                <c:pt idx="41">
                  <c:v>8.4</c:v>
                </c:pt>
                <c:pt idx="42">
                  <c:v>8.4</c:v>
                </c:pt>
                <c:pt idx="43">
                  <c:v>8.8000000000000007</c:v>
                </c:pt>
                <c:pt idx="44">
                  <c:v>9.6</c:v>
                </c:pt>
                <c:pt idx="45">
                  <c:v>9.8000000000000007</c:v>
                </c:pt>
                <c:pt idx="46">
                  <c:v>10.199999999999999</c:v>
                </c:pt>
                <c:pt idx="47">
                  <c:v>10.199999999999999</c:v>
                </c:pt>
                <c:pt idx="48">
                  <c:v>10.4</c:v>
                </c:pt>
                <c:pt idx="49">
                  <c:v>10.6</c:v>
                </c:pt>
                <c:pt idx="50">
                  <c:v>10.8</c:v>
                </c:pt>
                <c:pt idx="51">
                  <c:v>10.8</c:v>
                </c:pt>
                <c:pt idx="52">
                  <c:v>11.2</c:v>
                </c:pt>
                <c:pt idx="53">
                  <c:v>11.2</c:v>
                </c:pt>
                <c:pt idx="54">
                  <c:v>11.8</c:v>
                </c:pt>
                <c:pt idx="55">
                  <c:v>12</c:v>
                </c:pt>
                <c:pt idx="56">
                  <c:v>12</c:v>
                </c:pt>
                <c:pt idx="57">
                  <c:v>12.4</c:v>
                </c:pt>
                <c:pt idx="58">
                  <c:v>12.6</c:v>
                </c:pt>
                <c:pt idx="59">
                  <c:v>13</c:v>
                </c:pt>
                <c:pt idx="60">
                  <c:v>13.2</c:v>
                </c:pt>
                <c:pt idx="61">
                  <c:v>13.4</c:v>
                </c:pt>
                <c:pt idx="62">
                  <c:v>13.6</c:v>
                </c:pt>
                <c:pt idx="63">
                  <c:v>13.6</c:v>
                </c:pt>
                <c:pt idx="64">
                  <c:v>13.6</c:v>
                </c:pt>
                <c:pt idx="65">
                  <c:v>13.6</c:v>
                </c:pt>
                <c:pt idx="66">
                  <c:v>13.6</c:v>
                </c:pt>
                <c:pt idx="67">
                  <c:v>13.8</c:v>
                </c:pt>
                <c:pt idx="68">
                  <c:v>14</c:v>
                </c:pt>
                <c:pt idx="69">
                  <c:v>14</c:v>
                </c:pt>
                <c:pt idx="70">
                  <c:v>14.4</c:v>
                </c:pt>
                <c:pt idx="71">
                  <c:v>15</c:v>
                </c:pt>
                <c:pt idx="72">
                  <c:v>15.2</c:v>
                </c:pt>
                <c:pt idx="73">
                  <c:v>15.6</c:v>
                </c:pt>
                <c:pt idx="74">
                  <c:v>15.6</c:v>
                </c:pt>
                <c:pt idx="75">
                  <c:v>16</c:v>
                </c:pt>
                <c:pt idx="76">
                  <c:v>16</c:v>
                </c:pt>
                <c:pt idx="77">
                  <c:v>16.8</c:v>
                </c:pt>
                <c:pt idx="78">
                  <c:v>17.2</c:v>
                </c:pt>
                <c:pt idx="79">
                  <c:v>18.2</c:v>
                </c:pt>
                <c:pt idx="80">
                  <c:v>18.600000000000001</c:v>
                </c:pt>
                <c:pt idx="81">
                  <c:v>18.600000000000001</c:v>
                </c:pt>
                <c:pt idx="82">
                  <c:v>18.600000000000001</c:v>
                </c:pt>
                <c:pt idx="83">
                  <c:v>18.600000000000001</c:v>
                </c:pt>
                <c:pt idx="84">
                  <c:v>18.8</c:v>
                </c:pt>
                <c:pt idx="85">
                  <c:v>19</c:v>
                </c:pt>
                <c:pt idx="86">
                  <c:v>19</c:v>
                </c:pt>
                <c:pt idx="87">
                  <c:v>19.2</c:v>
                </c:pt>
                <c:pt idx="88">
                  <c:v>19.2</c:v>
                </c:pt>
                <c:pt idx="89">
                  <c:v>19.2</c:v>
                </c:pt>
                <c:pt idx="90">
                  <c:v>19.399999999999999</c:v>
                </c:pt>
                <c:pt idx="91">
                  <c:v>19.600000000000001</c:v>
                </c:pt>
                <c:pt idx="92">
                  <c:v>19.8</c:v>
                </c:pt>
                <c:pt idx="93">
                  <c:v>19.8</c:v>
                </c:pt>
                <c:pt idx="94">
                  <c:v>20.2</c:v>
                </c:pt>
                <c:pt idx="95">
                  <c:v>20.2</c:v>
                </c:pt>
                <c:pt idx="96">
                  <c:v>20.399999999999999</c:v>
                </c:pt>
                <c:pt idx="97">
                  <c:v>20.399999999999999</c:v>
                </c:pt>
                <c:pt idx="98">
                  <c:v>20.6</c:v>
                </c:pt>
                <c:pt idx="99">
                  <c:v>21</c:v>
                </c:pt>
                <c:pt idx="100">
                  <c:v>21.4</c:v>
                </c:pt>
                <c:pt idx="101">
                  <c:v>21.4</c:v>
                </c:pt>
                <c:pt idx="102">
                  <c:v>21.6</c:v>
                </c:pt>
                <c:pt idx="103">
                  <c:v>22</c:v>
                </c:pt>
                <c:pt idx="104">
                  <c:v>22</c:v>
                </c:pt>
                <c:pt idx="105">
                  <c:v>22.4</c:v>
                </c:pt>
                <c:pt idx="106">
                  <c:v>22.6</c:v>
                </c:pt>
                <c:pt idx="107">
                  <c:v>22.6</c:v>
                </c:pt>
                <c:pt idx="108">
                  <c:v>22.6</c:v>
                </c:pt>
                <c:pt idx="109">
                  <c:v>22.6</c:v>
                </c:pt>
                <c:pt idx="110">
                  <c:v>22.8</c:v>
                </c:pt>
                <c:pt idx="111">
                  <c:v>23</c:v>
                </c:pt>
                <c:pt idx="112">
                  <c:v>23</c:v>
                </c:pt>
                <c:pt idx="113">
                  <c:v>23.2</c:v>
                </c:pt>
                <c:pt idx="114">
                  <c:v>23.6</c:v>
                </c:pt>
                <c:pt idx="115">
                  <c:v>23.8</c:v>
                </c:pt>
                <c:pt idx="116">
                  <c:v>24.2</c:v>
                </c:pt>
                <c:pt idx="117">
                  <c:v>24.8</c:v>
                </c:pt>
                <c:pt idx="118">
                  <c:v>25</c:v>
                </c:pt>
                <c:pt idx="119">
                  <c:v>25.2</c:v>
                </c:pt>
                <c:pt idx="120">
                  <c:v>25.2</c:v>
                </c:pt>
                <c:pt idx="121">
                  <c:v>25.2</c:v>
                </c:pt>
                <c:pt idx="122">
                  <c:v>25.6</c:v>
                </c:pt>
                <c:pt idx="123">
                  <c:v>26.4</c:v>
                </c:pt>
                <c:pt idx="124">
                  <c:v>26.4</c:v>
                </c:pt>
                <c:pt idx="125">
                  <c:v>26.4</c:v>
                </c:pt>
                <c:pt idx="126">
                  <c:v>26.4</c:v>
                </c:pt>
                <c:pt idx="127">
                  <c:v>26.6</c:v>
                </c:pt>
                <c:pt idx="128">
                  <c:v>26.6</c:v>
                </c:pt>
                <c:pt idx="129">
                  <c:v>26.8</c:v>
                </c:pt>
                <c:pt idx="130">
                  <c:v>26.8</c:v>
                </c:pt>
                <c:pt idx="131">
                  <c:v>27</c:v>
                </c:pt>
                <c:pt idx="132">
                  <c:v>27</c:v>
                </c:pt>
                <c:pt idx="133">
                  <c:v>27</c:v>
                </c:pt>
                <c:pt idx="134">
                  <c:v>27.6</c:v>
                </c:pt>
                <c:pt idx="135">
                  <c:v>28</c:v>
                </c:pt>
                <c:pt idx="136">
                  <c:v>28.2</c:v>
                </c:pt>
                <c:pt idx="137">
                  <c:v>28.2</c:v>
                </c:pt>
                <c:pt idx="138">
                  <c:v>28.6</c:v>
                </c:pt>
                <c:pt idx="139">
                  <c:v>29</c:v>
                </c:pt>
                <c:pt idx="140">
                  <c:v>29.2</c:v>
                </c:pt>
                <c:pt idx="141">
                  <c:v>29.2</c:v>
                </c:pt>
                <c:pt idx="142">
                  <c:v>29.2</c:v>
                </c:pt>
                <c:pt idx="143">
                  <c:v>29.2</c:v>
                </c:pt>
                <c:pt idx="144">
                  <c:v>29.2</c:v>
                </c:pt>
                <c:pt idx="145">
                  <c:v>29.2</c:v>
                </c:pt>
                <c:pt idx="146">
                  <c:v>29.2</c:v>
                </c:pt>
                <c:pt idx="147">
                  <c:v>29.6</c:v>
                </c:pt>
                <c:pt idx="148">
                  <c:v>29.6</c:v>
                </c:pt>
                <c:pt idx="149">
                  <c:v>29.6</c:v>
                </c:pt>
                <c:pt idx="150">
                  <c:v>29.8</c:v>
                </c:pt>
                <c:pt idx="151">
                  <c:v>30.4</c:v>
                </c:pt>
                <c:pt idx="152">
                  <c:v>30.4</c:v>
                </c:pt>
                <c:pt idx="153">
                  <c:v>30.8</c:v>
                </c:pt>
                <c:pt idx="154">
                  <c:v>31</c:v>
                </c:pt>
                <c:pt idx="155">
                  <c:v>31</c:v>
                </c:pt>
                <c:pt idx="156">
                  <c:v>31.2</c:v>
                </c:pt>
                <c:pt idx="157">
                  <c:v>31.2</c:v>
                </c:pt>
                <c:pt idx="158">
                  <c:v>31.2</c:v>
                </c:pt>
                <c:pt idx="159">
                  <c:v>31.4</c:v>
                </c:pt>
                <c:pt idx="160">
                  <c:v>31.4</c:v>
                </c:pt>
                <c:pt idx="161">
                  <c:v>31.8</c:v>
                </c:pt>
                <c:pt idx="162">
                  <c:v>32</c:v>
                </c:pt>
                <c:pt idx="163">
                  <c:v>32.4</c:v>
                </c:pt>
                <c:pt idx="164">
                  <c:v>32.4</c:v>
                </c:pt>
                <c:pt idx="165">
                  <c:v>32.4</c:v>
                </c:pt>
                <c:pt idx="166">
                  <c:v>33</c:v>
                </c:pt>
                <c:pt idx="167">
                  <c:v>33.200000000000003</c:v>
                </c:pt>
                <c:pt idx="168">
                  <c:v>33.6</c:v>
                </c:pt>
                <c:pt idx="169">
                  <c:v>33.6</c:v>
                </c:pt>
                <c:pt idx="170">
                  <c:v>33.799999999999997</c:v>
                </c:pt>
                <c:pt idx="171">
                  <c:v>34</c:v>
                </c:pt>
                <c:pt idx="172">
                  <c:v>34.200000000000003</c:v>
                </c:pt>
                <c:pt idx="173">
                  <c:v>34.799999999999997</c:v>
                </c:pt>
                <c:pt idx="174">
                  <c:v>35.4</c:v>
                </c:pt>
                <c:pt idx="175">
                  <c:v>35.4</c:v>
                </c:pt>
                <c:pt idx="176">
                  <c:v>35.4</c:v>
                </c:pt>
                <c:pt idx="177">
                  <c:v>35.799999999999997</c:v>
                </c:pt>
                <c:pt idx="178">
                  <c:v>37</c:v>
                </c:pt>
                <c:pt idx="179">
                  <c:v>37.200000000000003</c:v>
                </c:pt>
                <c:pt idx="180">
                  <c:v>37.6</c:v>
                </c:pt>
                <c:pt idx="181">
                  <c:v>37.6</c:v>
                </c:pt>
                <c:pt idx="182">
                  <c:v>38</c:v>
                </c:pt>
                <c:pt idx="183">
                  <c:v>38.200000000000003</c:v>
                </c:pt>
                <c:pt idx="184">
                  <c:v>39</c:v>
                </c:pt>
                <c:pt idx="185">
                  <c:v>39.200000000000003</c:v>
                </c:pt>
                <c:pt idx="186">
                  <c:v>39.4</c:v>
                </c:pt>
                <c:pt idx="187">
                  <c:v>39.6</c:v>
                </c:pt>
                <c:pt idx="188">
                  <c:v>39.799999999999997</c:v>
                </c:pt>
                <c:pt idx="189">
                  <c:v>40</c:v>
                </c:pt>
                <c:pt idx="190">
                  <c:v>40</c:v>
                </c:pt>
                <c:pt idx="191">
                  <c:v>40</c:v>
                </c:pt>
                <c:pt idx="192">
                  <c:v>40.200000000000003</c:v>
                </c:pt>
                <c:pt idx="193">
                  <c:v>40.200000000000003</c:v>
                </c:pt>
                <c:pt idx="194">
                  <c:v>40.200000000000003</c:v>
                </c:pt>
                <c:pt idx="195">
                  <c:v>40.6</c:v>
                </c:pt>
                <c:pt idx="196">
                  <c:v>40.6</c:v>
                </c:pt>
                <c:pt idx="197">
                  <c:v>40.6</c:v>
                </c:pt>
                <c:pt idx="198">
                  <c:v>40.6</c:v>
                </c:pt>
                <c:pt idx="199">
                  <c:v>40.799999999999997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E4-48A2-AA35-24335C2DF5C9}"/>
            </c:ext>
          </c:extLst>
        </c:ser>
        <c:ser>
          <c:idx val="2"/>
          <c:order val="2"/>
          <c:tx>
            <c:strRef>
              <c:f>save1!$EW$608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save1!$EW$609:$EW$808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0.8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1.2</c:v>
                </c:pt>
                <c:pt idx="8">
                  <c:v>1.4</c:v>
                </c:pt>
                <c:pt idx="9">
                  <c:v>1.6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2.2000000000000002</c:v>
                </c:pt>
                <c:pt idx="14">
                  <c:v>2.4</c:v>
                </c:pt>
                <c:pt idx="15">
                  <c:v>2.6</c:v>
                </c:pt>
                <c:pt idx="16">
                  <c:v>2.6</c:v>
                </c:pt>
                <c:pt idx="17">
                  <c:v>3</c:v>
                </c:pt>
                <c:pt idx="18">
                  <c:v>3</c:v>
                </c:pt>
                <c:pt idx="19">
                  <c:v>3.2</c:v>
                </c:pt>
                <c:pt idx="20">
                  <c:v>3.6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4.2</c:v>
                </c:pt>
                <c:pt idx="28">
                  <c:v>4.2</c:v>
                </c:pt>
                <c:pt idx="29">
                  <c:v>4.4000000000000004</c:v>
                </c:pt>
                <c:pt idx="30">
                  <c:v>4.5999999999999996</c:v>
                </c:pt>
                <c:pt idx="31">
                  <c:v>5</c:v>
                </c:pt>
                <c:pt idx="32">
                  <c:v>5.4</c:v>
                </c:pt>
                <c:pt idx="33">
                  <c:v>5.6</c:v>
                </c:pt>
                <c:pt idx="34">
                  <c:v>6</c:v>
                </c:pt>
                <c:pt idx="35">
                  <c:v>6</c:v>
                </c:pt>
                <c:pt idx="36">
                  <c:v>6.2</c:v>
                </c:pt>
                <c:pt idx="37">
                  <c:v>6.6</c:v>
                </c:pt>
                <c:pt idx="38">
                  <c:v>6.8</c:v>
                </c:pt>
                <c:pt idx="39">
                  <c:v>6.8</c:v>
                </c:pt>
                <c:pt idx="40">
                  <c:v>7.4</c:v>
                </c:pt>
                <c:pt idx="41">
                  <c:v>7.8</c:v>
                </c:pt>
                <c:pt idx="42">
                  <c:v>8.1999999999999993</c:v>
                </c:pt>
                <c:pt idx="43">
                  <c:v>8.4</c:v>
                </c:pt>
                <c:pt idx="44">
                  <c:v>8.4</c:v>
                </c:pt>
                <c:pt idx="45">
                  <c:v>8.6</c:v>
                </c:pt>
                <c:pt idx="46">
                  <c:v>8.6</c:v>
                </c:pt>
                <c:pt idx="47">
                  <c:v>9.1999999999999993</c:v>
                </c:pt>
                <c:pt idx="48">
                  <c:v>9.1999999999999993</c:v>
                </c:pt>
                <c:pt idx="49">
                  <c:v>9.4</c:v>
                </c:pt>
                <c:pt idx="50">
                  <c:v>9.8000000000000007</c:v>
                </c:pt>
                <c:pt idx="51">
                  <c:v>9.8000000000000007</c:v>
                </c:pt>
                <c:pt idx="52">
                  <c:v>9.8000000000000007</c:v>
                </c:pt>
                <c:pt idx="53">
                  <c:v>9.8000000000000007</c:v>
                </c:pt>
                <c:pt idx="54">
                  <c:v>10</c:v>
                </c:pt>
                <c:pt idx="55">
                  <c:v>10.199999999999999</c:v>
                </c:pt>
                <c:pt idx="56">
                  <c:v>10.199999999999999</c:v>
                </c:pt>
                <c:pt idx="57">
                  <c:v>10.4</c:v>
                </c:pt>
                <c:pt idx="58">
                  <c:v>10.8</c:v>
                </c:pt>
                <c:pt idx="59">
                  <c:v>10.8</c:v>
                </c:pt>
                <c:pt idx="60">
                  <c:v>11.2</c:v>
                </c:pt>
                <c:pt idx="61">
                  <c:v>11.6</c:v>
                </c:pt>
                <c:pt idx="62">
                  <c:v>11.8</c:v>
                </c:pt>
                <c:pt idx="63">
                  <c:v>11.8</c:v>
                </c:pt>
                <c:pt idx="64">
                  <c:v>11.8</c:v>
                </c:pt>
                <c:pt idx="65">
                  <c:v>11.8</c:v>
                </c:pt>
                <c:pt idx="66">
                  <c:v>12</c:v>
                </c:pt>
                <c:pt idx="67">
                  <c:v>12.4</c:v>
                </c:pt>
                <c:pt idx="68">
                  <c:v>12.8</c:v>
                </c:pt>
                <c:pt idx="69">
                  <c:v>13.2</c:v>
                </c:pt>
                <c:pt idx="70">
                  <c:v>13.6</c:v>
                </c:pt>
                <c:pt idx="71">
                  <c:v>13.8</c:v>
                </c:pt>
                <c:pt idx="72">
                  <c:v>14</c:v>
                </c:pt>
                <c:pt idx="73">
                  <c:v>14.8</c:v>
                </c:pt>
                <c:pt idx="74">
                  <c:v>15</c:v>
                </c:pt>
                <c:pt idx="75">
                  <c:v>15.2</c:v>
                </c:pt>
                <c:pt idx="76">
                  <c:v>15.4</c:v>
                </c:pt>
                <c:pt idx="77">
                  <c:v>15.4</c:v>
                </c:pt>
                <c:pt idx="78">
                  <c:v>15.8</c:v>
                </c:pt>
                <c:pt idx="79">
                  <c:v>16.2</c:v>
                </c:pt>
                <c:pt idx="80">
                  <c:v>16.2</c:v>
                </c:pt>
                <c:pt idx="81">
                  <c:v>16.399999999999999</c:v>
                </c:pt>
                <c:pt idx="82">
                  <c:v>16.399999999999999</c:v>
                </c:pt>
                <c:pt idx="83">
                  <c:v>16.600000000000001</c:v>
                </c:pt>
                <c:pt idx="84">
                  <c:v>16.8</c:v>
                </c:pt>
                <c:pt idx="85">
                  <c:v>16.8</c:v>
                </c:pt>
                <c:pt idx="86">
                  <c:v>17</c:v>
                </c:pt>
                <c:pt idx="87">
                  <c:v>17.399999999999999</c:v>
                </c:pt>
                <c:pt idx="88">
                  <c:v>18</c:v>
                </c:pt>
                <c:pt idx="89">
                  <c:v>18.2</c:v>
                </c:pt>
                <c:pt idx="90">
                  <c:v>18.399999999999999</c:v>
                </c:pt>
                <c:pt idx="91">
                  <c:v>18.600000000000001</c:v>
                </c:pt>
                <c:pt idx="92">
                  <c:v>18.600000000000001</c:v>
                </c:pt>
                <c:pt idx="93">
                  <c:v>18.8</c:v>
                </c:pt>
                <c:pt idx="94">
                  <c:v>19</c:v>
                </c:pt>
                <c:pt idx="95">
                  <c:v>19</c:v>
                </c:pt>
                <c:pt idx="96">
                  <c:v>19</c:v>
                </c:pt>
                <c:pt idx="97">
                  <c:v>19.2</c:v>
                </c:pt>
                <c:pt idx="98">
                  <c:v>19.2</c:v>
                </c:pt>
                <c:pt idx="99">
                  <c:v>19.399999999999999</c:v>
                </c:pt>
                <c:pt idx="100">
                  <c:v>19.8</c:v>
                </c:pt>
                <c:pt idx="101">
                  <c:v>19.8</c:v>
                </c:pt>
                <c:pt idx="102">
                  <c:v>19.8</c:v>
                </c:pt>
                <c:pt idx="103">
                  <c:v>19.8</c:v>
                </c:pt>
                <c:pt idx="104">
                  <c:v>20.2</c:v>
                </c:pt>
                <c:pt idx="105">
                  <c:v>20.399999999999999</c:v>
                </c:pt>
                <c:pt idx="106">
                  <c:v>21.4</c:v>
                </c:pt>
                <c:pt idx="107">
                  <c:v>21.4</c:v>
                </c:pt>
                <c:pt idx="108">
                  <c:v>21.6</c:v>
                </c:pt>
                <c:pt idx="109">
                  <c:v>21.8</c:v>
                </c:pt>
                <c:pt idx="110">
                  <c:v>21.8</c:v>
                </c:pt>
                <c:pt idx="111">
                  <c:v>22</c:v>
                </c:pt>
                <c:pt idx="112">
                  <c:v>22</c:v>
                </c:pt>
                <c:pt idx="113">
                  <c:v>22.2</c:v>
                </c:pt>
                <c:pt idx="114">
                  <c:v>22.6</c:v>
                </c:pt>
                <c:pt idx="115">
                  <c:v>22.6</c:v>
                </c:pt>
                <c:pt idx="116">
                  <c:v>23</c:v>
                </c:pt>
                <c:pt idx="117">
                  <c:v>23</c:v>
                </c:pt>
                <c:pt idx="118">
                  <c:v>23.2</c:v>
                </c:pt>
                <c:pt idx="119">
                  <c:v>23.4</c:v>
                </c:pt>
                <c:pt idx="120">
                  <c:v>23.4</c:v>
                </c:pt>
                <c:pt idx="121">
                  <c:v>23.4</c:v>
                </c:pt>
                <c:pt idx="122">
                  <c:v>23.4</c:v>
                </c:pt>
                <c:pt idx="123">
                  <c:v>23.8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24.2</c:v>
                </c:pt>
                <c:pt idx="128">
                  <c:v>24.2</c:v>
                </c:pt>
                <c:pt idx="129">
                  <c:v>24.2</c:v>
                </c:pt>
                <c:pt idx="130">
                  <c:v>24.2</c:v>
                </c:pt>
                <c:pt idx="131">
                  <c:v>24.2</c:v>
                </c:pt>
                <c:pt idx="132">
                  <c:v>24.4</c:v>
                </c:pt>
                <c:pt idx="133">
                  <c:v>24.8</c:v>
                </c:pt>
                <c:pt idx="134">
                  <c:v>25.2</c:v>
                </c:pt>
                <c:pt idx="135">
                  <c:v>25.2</c:v>
                </c:pt>
                <c:pt idx="136">
                  <c:v>25.6</c:v>
                </c:pt>
                <c:pt idx="137">
                  <c:v>26</c:v>
                </c:pt>
                <c:pt idx="138">
                  <c:v>26</c:v>
                </c:pt>
                <c:pt idx="139">
                  <c:v>26.2</c:v>
                </c:pt>
                <c:pt idx="140">
                  <c:v>26.2</c:v>
                </c:pt>
                <c:pt idx="141">
                  <c:v>26.2</c:v>
                </c:pt>
                <c:pt idx="142">
                  <c:v>26.6</c:v>
                </c:pt>
                <c:pt idx="143">
                  <c:v>26.8</c:v>
                </c:pt>
                <c:pt idx="144">
                  <c:v>27</c:v>
                </c:pt>
                <c:pt idx="145">
                  <c:v>27.4</c:v>
                </c:pt>
                <c:pt idx="146">
                  <c:v>27.8</c:v>
                </c:pt>
                <c:pt idx="147">
                  <c:v>28</c:v>
                </c:pt>
                <c:pt idx="148">
                  <c:v>28.2</c:v>
                </c:pt>
                <c:pt idx="149">
                  <c:v>29</c:v>
                </c:pt>
                <c:pt idx="150">
                  <c:v>29.2</c:v>
                </c:pt>
                <c:pt idx="151">
                  <c:v>29.2</c:v>
                </c:pt>
                <c:pt idx="152">
                  <c:v>29.2</c:v>
                </c:pt>
                <c:pt idx="153">
                  <c:v>29.2</c:v>
                </c:pt>
                <c:pt idx="154">
                  <c:v>29.2</c:v>
                </c:pt>
                <c:pt idx="155">
                  <c:v>29.4</c:v>
                </c:pt>
                <c:pt idx="156">
                  <c:v>29.6</c:v>
                </c:pt>
                <c:pt idx="157">
                  <c:v>29.8</c:v>
                </c:pt>
                <c:pt idx="158">
                  <c:v>30</c:v>
                </c:pt>
                <c:pt idx="159">
                  <c:v>30</c:v>
                </c:pt>
                <c:pt idx="160">
                  <c:v>30.2</c:v>
                </c:pt>
                <c:pt idx="161">
                  <c:v>30.2</c:v>
                </c:pt>
                <c:pt idx="162">
                  <c:v>30.2</c:v>
                </c:pt>
                <c:pt idx="163">
                  <c:v>30.2</c:v>
                </c:pt>
                <c:pt idx="164">
                  <c:v>30.4</c:v>
                </c:pt>
                <c:pt idx="165">
                  <c:v>30.8</c:v>
                </c:pt>
                <c:pt idx="166">
                  <c:v>31</c:v>
                </c:pt>
                <c:pt idx="167">
                  <c:v>31.4</c:v>
                </c:pt>
                <c:pt idx="168">
                  <c:v>31.6</c:v>
                </c:pt>
                <c:pt idx="169">
                  <c:v>31.8</c:v>
                </c:pt>
                <c:pt idx="170">
                  <c:v>31.8</c:v>
                </c:pt>
                <c:pt idx="171">
                  <c:v>31.8</c:v>
                </c:pt>
                <c:pt idx="172">
                  <c:v>32</c:v>
                </c:pt>
                <c:pt idx="173">
                  <c:v>32.200000000000003</c:v>
                </c:pt>
                <c:pt idx="174">
                  <c:v>32.799999999999997</c:v>
                </c:pt>
                <c:pt idx="175">
                  <c:v>32.799999999999997</c:v>
                </c:pt>
                <c:pt idx="176">
                  <c:v>33</c:v>
                </c:pt>
                <c:pt idx="177">
                  <c:v>33.200000000000003</c:v>
                </c:pt>
                <c:pt idx="178">
                  <c:v>33.799999999999997</c:v>
                </c:pt>
                <c:pt idx="179">
                  <c:v>34.4</c:v>
                </c:pt>
                <c:pt idx="180">
                  <c:v>34.4</c:v>
                </c:pt>
                <c:pt idx="181">
                  <c:v>34.6</c:v>
                </c:pt>
                <c:pt idx="182">
                  <c:v>35</c:v>
                </c:pt>
                <c:pt idx="183">
                  <c:v>35.200000000000003</c:v>
                </c:pt>
                <c:pt idx="184">
                  <c:v>35.4</c:v>
                </c:pt>
                <c:pt idx="185">
                  <c:v>35.6</c:v>
                </c:pt>
                <c:pt idx="186">
                  <c:v>35.799999999999997</c:v>
                </c:pt>
                <c:pt idx="187">
                  <c:v>35.799999999999997</c:v>
                </c:pt>
                <c:pt idx="188">
                  <c:v>36</c:v>
                </c:pt>
                <c:pt idx="189">
                  <c:v>36.200000000000003</c:v>
                </c:pt>
                <c:pt idx="190">
                  <c:v>36.799999999999997</c:v>
                </c:pt>
                <c:pt idx="191">
                  <c:v>36.799999999999997</c:v>
                </c:pt>
                <c:pt idx="192">
                  <c:v>36.799999999999997</c:v>
                </c:pt>
                <c:pt idx="193">
                  <c:v>37.200000000000003</c:v>
                </c:pt>
                <c:pt idx="194">
                  <c:v>37.200000000000003</c:v>
                </c:pt>
                <c:pt idx="195">
                  <c:v>37.200000000000003</c:v>
                </c:pt>
                <c:pt idx="196">
                  <c:v>37.200000000000003</c:v>
                </c:pt>
                <c:pt idx="197">
                  <c:v>37.200000000000003</c:v>
                </c:pt>
                <c:pt idx="198">
                  <c:v>37.6</c:v>
                </c:pt>
                <c:pt idx="199">
                  <c:v>37.6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E4-48A2-AA35-24335C2DF5C9}"/>
            </c:ext>
          </c:extLst>
        </c:ser>
        <c:ser>
          <c:idx val="3"/>
          <c:order val="3"/>
          <c:tx>
            <c:strRef>
              <c:f>save1!$EX$608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save1!$EX$609:$EX$808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0.6</c:v>
                </c:pt>
                <c:pt idx="5">
                  <c:v>0.8</c:v>
                </c:pt>
                <c:pt idx="6">
                  <c:v>1.2</c:v>
                </c:pt>
                <c:pt idx="7">
                  <c:v>1.6</c:v>
                </c:pt>
                <c:pt idx="8">
                  <c:v>1.6</c:v>
                </c:pt>
                <c:pt idx="9">
                  <c:v>1.6</c:v>
                </c:pt>
                <c:pt idx="10">
                  <c:v>1.6</c:v>
                </c:pt>
                <c:pt idx="11">
                  <c:v>1.6</c:v>
                </c:pt>
                <c:pt idx="12">
                  <c:v>2.4</c:v>
                </c:pt>
                <c:pt idx="13">
                  <c:v>2.4</c:v>
                </c:pt>
                <c:pt idx="14">
                  <c:v>2.8</c:v>
                </c:pt>
                <c:pt idx="15">
                  <c:v>3.2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5.2</c:v>
                </c:pt>
                <c:pt idx="24">
                  <c:v>5.8</c:v>
                </c:pt>
                <c:pt idx="25">
                  <c:v>6</c:v>
                </c:pt>
                <c:pt idx="26">
                  <c:v>6.4</c:v>
                </c:pt>
                <c:pt idx="27">
                  <c:v>7.2</c:v>
                </c:pt>
                <c:pt idx="28">
                  <c:v>7.4</c:v>
                </c:pt>
                <c:pt idx="29">
                  <c:v>7.8</c:v>
                </c:pt>
                <c:pt idx="30">
                  <c:v>7.8</c:v>
                </c:pt>
                <c:pt idx="31">
                  <c:v>8.1999999999999993</c:v>
                </c:pt>
                <c:pt idx="32">
                  <c:v>8.4</c:v>
                </c:pt>
                <c:pt idx="33">
                  <c:v>8.6</c:v>
                </c:pt>
                <c:pt idx="34">
                  <c:v>8.6</c:v>
                </c:pt>
                <c:pt idx="35">
                  <c:v>8.6</c:v>
                </c:pt>
                <c:pt idx="36">
                  <c:v>9.1999999999999993</c:v>
                </c:pt>
                <c:pt idx="37">
                  <c:v>9.4</c:v>
                </c:pt>
                <c:pt idx="38">
                  <c:v>10</c:v>
                </c:pt>
                <c:pt idx="39">
                  <c:v>10</c:v>
                </c:pt>
                <c:pt idx="40">
                  <c:v>10.199999999999999</c:v>
                </c:pt>
                <c:pt idx="41">
                  <c:v>10.199999999999999</c:v>
                </c:pt>
                <c:pt idx="42">
                  <c:v>10.4</c:v>
                </c:pt>
                <c:pt idx="43">
                  <c:v>10.4</c:v>
                </c:pt>
                <c:pt idx="44">
                  <c:v>10.4</c:v>
                </c:pt>
                <c:pt idx="45">
                  <c:v>10.8</c:v>
                </c:pt>
                <c:pt idx="46">
                  <c:v>11.2</c:v>
                </c:pt>
                <c:pt idx="47">
                  <c:v>11.4</c:v>
                </c:pt>
                <c:pt idx="48">
                  <c:v>12</c:v>
                </c:pt>
                <c:pt idx="49">
                  <c:v>12.2</c:v>
                </c:pt>
                <c:pt idx="50">
                  <c:v>12.8</c:v>
                </c:pt>
                <c:pt idx="51">
                  <c:v>13.4</c:v>
                </c:pt>
                <c:pt idx="52">
                  <c:v>13.8</c:v>
                </c:pt>
                <c:pt idx="53">
                  <c:v>14</c:v>
                </c:pt>
                <c:pt idx="54">
                  <c:v>14</c:v>
                </c:pt>
                <c:pt idx="55">
                  <c:v>14</c:v>
                </c:pt>
                <c:pt idx="56">
                  <c:v>14</c:v>
                </c:pt>
                <c:pt idx="57">
                  <c:v>14.8</c:v>
                </c:pt>
                <c:pt idx="58">
                  <c:v>14.8</c:v>
                </c:pt>
                <c:pt idx="59">
                  <c:v>15.2</c:v>
                </c:pt>
                <c:pt idx="60">
                  <c:v>15.6</c:v>
                </c:pt>
                <c:pt idx="61">
                  <c:v>16</c:v>
                </c:pt>
                <c:pt idx="62">
                  <c:v>16.399999999999999</c:v>
                </c:pt>
                <c:pt idx="63">
                  <c:v>16.600000000000001</c:v>
                </c:pt>
                <c:pt idx="64">
                  <c:v>17.2</c:v>
                </c:pt>
                <c:pt idx="65">
                  <c:v>17.2</c:v>
                </c:pt>
                <c:pt idx="66">
                  <c:v>17.399999999999999</c:v>
                </c:pt>
                <c:pt idx="67">
                  <c:v>17.399999999999999</c:v>
                </c:pt>
                <c:pt idx="68">
                  <c:v>17.399999999999999</c:v>
                </c:pt>
                <c:pt idx="69">
                  <c:v>17.600000000000001</c:v>
                </c:pt>
                <c:pt idx="70">
                  <c:v>17.600000000000001</c:v>
                </c:pt>
                <c:pt idx="71">
                  <c:v>18.2</c:v>
                </c:pt>
                <c:pt idx="72">
                  <c:v>18.8</c:v>
                </c:pt>
                <c:pt idx="73">
                  <c:v>19.600000000000001</c:v>
                </c:pt>
                <c:pt idx="74">
                  <c:v>20</c:v>
                </c:pt>
                <c:pt idx="75">
                  <c:v>20.399999999999999</c:v>
                </c:pt>
                <c:pt idx="76">
                  <c:v>20.399999999999999</c:v>
                </c:pt>
                <c:pt idx="77">
                  <c:v>20.8</c:v>
                </c:pt>
                <c:pt idx="78">
                  <c:v>21.4</c:v>
                </c:pt>
                <c:pt idx="79">
                  <c:v>22.6</c:v>
                </c:pt>
                <c:pt idx="80">
                  <c:v>23.4</c:v>
                </c:pt>
                <c:pt idx="81">
                  <c:v>24.2</c:v>
                </c:pt>
                <c:pt idx="82">
                  <c:v>24.4</c:v>
                </c:pt>
                <c:pt idx="83">
                  <c:v>24.6</c:v>
                </c:pt>
                <c:pt idx="84">
                  <c:v>25.2</c:v>
                </c:pt>
                <c:pt idx="85">
                  <c:v>25.2</c:v>
                </c:pt>
                <c:pt idx="86">
                  <c:v>25.6</c:v>
                </c:pt>
                <c:pt idx="87">
                  <c:v>25.8</c:v>
                </c:pt>
                <c:pt idx="88">
                  <c:v>25.8</c:v>
                </c:pt>
                <c:pt idx="89">
                  <c:v>26.2</c:v>
                </c:pt>
                <c:pt idx="90">
                  <c:v>26.4</c:v>
                </c:pt>
                <c:pt idx="91">
                  <c:v>26.4</c:v>
                </c:pt>
                <c:pt idx="92">
                  <c:v>27</c:v>
                </c:pt>
                <c:pt idx="93">
                  <c:v>27</c:v>
                </c:pt>
                <c:pt idx="94">
                  <c:v>27</c:v>
                </c:pt>
                <c:pt idx="95">
                  <c:v>27.8</c:v>
                </c:pt>
                <c:pt idx="96">
                  <c:v>27.8</c:v>
                </c:pt>
                <c:pt idx="97">
                  <c:v>28</c:v>
                </c:pt>
                <c:pt idx="98">
                  <c:v>28.6</c:v>
                </c:pt>
                <c:pt idx="99">
                  <c:v>28.8</c:v>
                </c:pt>
                <c:pt idx="100">
                  <c:v>29.2</c:v>
                </c:pt>
                <c:pt idx="101">
                  <c:v>29.6</c:v>
                </c:pt>
                <c:pt idx="102">
                  <c:v>29.8</c:v>
                </c:pt>
                <c:pt idx="103">
                  <c:v>30.2</c:v>
                </c:pt>
                <c:pt idx="104">
                  <c:v>30.4</c:v>
                </c:pt>
                <c:pt idx="105">
                  <c:v>30.4</c:v>
                </c:pt>
                <c:pt idx="106">
                  <c:v>30.6</c:v>
                </c:pt>
                <c:pt idx="107">
                  <c:v>30.8</c:v>
                </c:pt>
                <c:pt idx="108">
                  <c:v>31</c:v>
                </c:pt>
                <c:pt idx="109">
                  <c:v>31</c:v>
                </c:pt>
                <c:pt idx="110">
                  <c:v>31.2</c:v>
                </c:pt>
                <c:pt idx="111">
                  <c:v>31.6</c:v>
                </c:pt>
                <c:pt idx="112">
                  <c:v>31.8</c:v>
                </c:pt>
                <c:pt idx="113">
                  <c:v>32</c:v>
                </c:pt>
                <c:pt idx="114">
                  <c:v>32.200000000000003</c:v>
                </c:pt>
                <c:pt idx="115">
                  <c:v>32.200000000000003</c:v>
                </c:pt>
                <c:pt idx="116">
                  <c:v>33</c:v>
                </c:pt>
                <c:pt idx="117">
                  <c:v>33.200000000000003</c:v>
                </c:pt>
                <c:pt idx="118">
                  <c:v>33.6</c:v>
                </c:pt>
                <c:pt idx="119">
                  <c:v>33.799999999999997</c:v>
                </c:pt>
                <c:pt idx="120">
                  <c:v>34</c:v>
                </c:pt>
                <c:pt idx="121">
                  <c:v>34.799999999999997</c:v>
                </c:pt>
                <c:pt idx="122">
                  <c:v>35.200000000000003</c:v>
                </c:pt>
                <c:pt idx="123">
                  <c:v>35.4</c:v>
                </c:pt>
                <c:pt idx="124">
                  <c:v>35.4</c:v>
                </c:pt>
                <c:pt idx="125">
                  <c:v>35.4</c:v>
                </c:pt>
                <c:pt idx="126">
                  <c:v>36</c:v>
                </c:pt>
                <c:pt idx="127">
                  <c:v>36</c:v>
                </c:pt>
                <c:pt idx="128">
                  <c:v>36.799999999999997</c:v>
                </c:pt>
                <c:pt idx="129">
                  <c:v>37</c:v>
                </c:pt>
                <c:pt idx="130">
                  <c:v>37</c:v>
                </c:pt>
                <c:pt idx="131">
                  <c:v>37.200000000000003</c:v>
                </c:pt>
                <c:pt idx="132">
                  <c:v>37.4</c:v>
                </c:pt>
                <c:pt idx="133">
                  <c:v>37.4</c:v>
                </c:pt>
                <c:pt idx="134">
                  <c:v>38.4</c:v>
                </c:pt>
                <c:pt idx="135">
                  <c:v>38.799999999999997</c:v>
                </c:pt>
                <c:pt idx="136">
                  <c:v>38.799999999999997</c:v>
                </c:pt>
                <c:pt idx="137">
                  <c:v>39.6</c:v>
                </c:pt>
                <c:pt idx="138">
                  <c:v>39.799999999999997</c:v>
                </c:pt>
                <c:pt idx="139">
                  <c:v>40</c:v>
                </c:pt>
                <c:pt idx="140">
                  <c:v>40</c:v>
                </c:pt>
                <c:pt idx="141">
                  <c:v>40.6</c:v>
                </c:pt>
                <c:pt idx="142">
                  <c:v>40.799999999999997</c:v>
                </c:pt>
                <c:pt idx="143">
                  <c:v>40.799999999999997</c:v>
                </c:pt>
                <c:pt idx="144">
                  <c:v>40.799999999999997</c:v>
                </c:pt>
                <c:pt idx="145">
                  <c:v>40.799999999999997</c:v>
                </c:pt>
                <c:pt idx="146">
                  <c:v>40.799999999999997</c:v>
                </c:pt>
                <c:pt idx="147">
                  <c:v>41</c:v>
                </c:pt>
                <c:pt idx="148">
                  <c:v>41</c:v>
                </c:pt>
                <c:pt idx="149">
                  <c:v>41.2</c:v>
                </c:pt>
                <c:pt idx="150">
                  <c:v>41.8</c:v>
                </c:pt>
                <c:pt idx="151">
                  <c:v>41.8</c:v>
                </c:pt>
                <c:pt idx="152">
                  <c:v>41.8</c:v>
                </c:pt>
                <c:pt idx="153">
                  <c:v>41.8</c:v>
                </c:pt>
                <c:pt idx="154">
                  <c:v>41.8</c:v>
                </c:pt>
                <c:pt idx="155">
                  <c:v>41.8</c:v>
                </c:pt>
                <c:pt idx="156">
                  <c:v>42</c:v>
                </c:pt>
                <c:pt idx="157">
                  <c:v>42</c:v>
                </c:pt>
                <c:pt idx="158">
                  <c:v>42.2</c:v>
                </c:pt>
                <c:pt idx="159">
                  <c:v>42.2</c:v>
                </c:pt>
                <c:pt idx="160">
                  <c:v>42.2</c:v>
                </c:pt>
                <c:pt idx="161">
                  <c:v>42.4</c:v>
                </c:pt>
                <c:pt idx="162">
                  <c:v>42.4</c:v>
                </c:pt>
                <c:pt idx="163">
                  <c:v>42.6</c:v>
                </c:pt>
                <c:pt idx="164">
                  <c:v>42.8</c:v>
                </c:pt>
                <c:pt idx="165">
                  <c:v>42.8</c:v>
                </c:pt>
                <c:pt idx="166">
                  <c:v>43.4</c:v>
                </c:pt>
                <c:pt idx="167">
                  <c:v>43.4</c:v>
                </c:pt>
                <c:pt idx="168">
                  <c:v>43.6</c:v>
                </c:pt>
                <c:pt idx="169">
                  <c:v>43.6</c:v>
                </c:pt>
                <c:pt idx="170">
                  <c:v>43.6</c:v>
                </c:pt>
                <c:pt idx="171">
                  <c:v>43.8</c:v>
                </c:pt>
                <c:pt idx="172">
                  <c:v>44.4</c:v>
                </c:pt>
                <c:pt idx="173">
                  <c:v>45</c:v>
                </c:pt>
                <c:pt idx="174">
                  <c:v>45.4</c:v>
                </c:pt>
                <c:pt idx="175">
                  <c:v>45.4</c:v>
                </c:pt>
                <c:pt idx="176">
                  <c:v>45.6</c:v>
                </c:pt>
                <c:pt idx="177">
                  <c:v>45.6</c:v>
                </c:pt>
                <c:pt idx="178">
                  <c:v>45.8</c:v>
                </c:pt>
                <c:pt idx="179">
                  <c:v>46</c:v>
                </c:pt>
                <c:pt idx="180">
                  <c:v>46</c:v>
                </c:pt>
                <c:pt idx="181">
                  <c:v>46.4</c:v>
                </c:pt>
                <c:pt idx="182">
                  <c:v>46.4</c:v>
                </c:pt>
                <c:pt idx="183">
                  <c:v>46.6</c:v>
                </c:pt>
                <c:pt idx="184">
                  <c:v>46.8</c:v>
                </c:pt>
                <c:pt idx="185">
                  <c:v>47.2</c:v>
                </c:pt>
                <c:pt idx="186">
                  <c:v>47.6</c:v>
                </c:pt>
                <c:pt idx="187">
                  <c:v>47.8</c:v>
                </c:pt>
                <c:pt idx="188">
                  <c:v>48.4</c:v>
                </c:pt>
                <c:pt idx="189">
                  <c:v>49.4</c:v>
                </c:pt>
                <c:pt idx="190">
                  <c:v>50.4</c:v>
                </c:pt>
                <c:pt idx="191">
                  <c:v>50.6</c:v>
                </c:pt>
                <c:pt idx="192">
                  <c:v>50.8</c:v>
                </c:pt>
                <c:pt idx="193">
                  <c:v>51.4</c:v>
                </c:pt>
                <c:pt idx="194">
                  <c:v>51.4</c:v>
                </c:pt>
                <c:pt idx="195">
                  <c:v>51.4</c:v>
                </c:pt>
                <c:pt idx="196">
                  <c:v>51.6</c:v>
                </c:pt>
                <c:pt idx="197">
                  <c:v>52</c:v>
                </c:pt>
                <c:pt idx="198">
                  <c:v>52</c:v>
                </c:pt>
                <c:pt idx="199">
                  <c:v>52.2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8E4-48A2-AA35-24335C2DF5C9}"/>
            </c:ext>
          </c:extLst>
        </c:ser>
        <c:ser>
          <c:idx val="4"/>
          <c:order val="4"/>
          <c:tx>
            <c:strRef>
              <c:f>save1!$EY$608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save1!$EY$609:$EY$808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1.2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1.4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2.2000000000000002</c:v>
                </c:pt>
                <c:pt idx="37">
                  <c:v>2.2000000000000002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2.2000000000000002</c:v>
                </c:pt>
                <c:pt idx="42">
                  <c:v>2.2000000000000002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2.4</c:v>
                </c:pt>
                <c:pt idx="46">
                  <c:v>2.4</c:v>
                </c:pt>
                <c:pt idx="47">
                  <c:v>2.4</c:v>
                </c:pt>
                <c:pt idx="48">
                  <c:v>2.4</c:v>
                </c:pt>
                <c:pt idx="49">
                  <c:v>2.4</c:v>
                </c:pt>
                <c:pt idx="50">
                  <c:v>2.4</c:v>
                </c:pt>
                <c:pt idx="51">
                  <c:v>2.4</c:v>
                </c:pt>
                <c:pt idx="52">
                  <c:v>2.6</c:v>
                </c:pt>
                <c:pt idx="53">
                  <c:v>2.8</c:v>
                </c:pt>
                <c:pt idx="54">
                  <c:v>2.8</c:v>
                </c:pt>
                <c:pt idx="55">
                  <c:v>2.8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3.2</c:v>
                </c:pt>
                <c:pt idx="61">
                  <c:v>3.4</c:v>
                </c:pt>
                <c:pt idx="62">
                  <c:v>3.4</c:v>
                </c:pt>
                <c:pt idx="63">
                  <c:v>3.6</c:v>
                </c:pt>
                <c:pt idx="64">
                  <c:v>3.8</c:v>
                </c:pt>
                <c:pt idx="65">
                  <c:v>3.8</c:v>
                </c:pt>
                <c:pt idx="66">
                  <c:v>3.8</c:v>
                </c:pt>
                <c:pt idx="67">
                  <c:v>4</c:v>
                </c:pt>
                <c:pt idx="68">
                  <c:v>4</c:v>
                </c:pt>
                <c:pt idx="69">
                  <c:v>4</c:v>
                </c:pt>
                <c:pt idx="70">
                  <c:v>4</c:v>
                </c:pt>
                <c:pt idx="71">
                  <c:v>4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4.2</c:v>
                </c:pt>
                <c:pt idx="83">
                  <c:v>4.4000000000000004</c:v>
                </c:pt>
                <c:pt idx="84">
                  <c:v>4.4000000000000004</c:v>
                </c:pt>
                <c:pt idx="85">
                  <c:v>4.4000000000000004</c:v>
                </c:pt>
                <c:pt idx="86">
                  <c:v>4.4000000000000004</c:v>
                </c:pt>
                <c:pt idx="87">
                  <c:v>4.4000000000000004</c:v>
                </c:pt>
                <c:pt idx="88">
                  <c:v>4.4000000000000004</c:v>
                </c:pt>
                <c:pt idx="89">
                  <c:v>4.4000000000000004</c:v>
                </c:pt>
                <c:pt idx="90">
                  <c:v>4.4000000000000004</c:v>
                </c:pt>
                <c:pt idx="91">
                  <c:v>4.4000000000000004</c:v>
                </c:pt>
                <c:pt idx="92">
                  <c:v>4.5999999999999996</c:v>
                </c:pt>
                <c:pt idx="93">
                  <c:v>4.5999999999999996</c:v>
                </c:pt>
                <c:pt idx="94">
                  <c:v>4.5999999999999996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4.8</c:v>
                </c:pt>
                <c:pt idx="104">
                  <c:v>4.8</c:v>
                </c:pt>
                <c:pt idx="105">
                  <c:v>4.8</c:v>
                </c:pt>
                <c:pt idx="106">
                  <c:v>4.8</c:v>
                </c:pt>
                <c:pt idx="107">
                  <c:v>4.8</c:v>
                </c:pt>
                <c:pt idx="108">
                  <c:v>5</c:v>
                </c:pt>
                <c:pt idx="109">
                  <c:v>5</c:v>
                </c:pt>
                <c:pt idx="110">
                  <c:v>5.2</c:v>
                </c:pt>
                <c:pt idx="111">
                  <c:v>5.2</c:v>
                </c:pt>
                <c:pt idx="112">
                  <c:v>5.2</c:v>
                </c:pt>
                <c:pt idx="113">
                  <c:v>5.4</c:v>
                </c:pt>
                <c:pt idx="114">
                  <c:v>5.4</c:v>
                </c:pt>
                <c:pt idx="115">
                  <c:v>5.4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5.6</c:v>
                </c:pt>
                <c:pt idx="127">
                  <c:v>5.6</c:v>
                </c:pt>
                <c:pt idx="128">
                  <c:v>5.6</c:v>
                </c:pt>
                <c:pt idx="129">
                  <c:v>5.8</c:v>
                </c:pt>
                <c:pt idx="130">
                  <c:v>5.8</c:v>
                </c:pt>
                <c:pt idx="131">
                  <c:v>5.8</c:v>
                </c:pt>
                <c:pt idx="132">
                  <c:v>5.8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</c:v>
                </c:pt>
                <c:pt idx="137">
                  <c:v>6</c:v>
                </c:pt>
                <c:pt idx="138">
                  <c:v>6</c:v>
                </c:pt>
                <c:pt idx="139">
                  <c:v>6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6.2</c:v>
                </c:pt>
                <c:pt idx="146">
                  <c:v>6.2</c:v>
                </c:pt>
                <c:pt idx="147">
                  <c:v>6.2</c:v>
                </c:pt>
                <c:pt idx="148">
                  <c:v>6.2</c:v>
                </c:pt>
                <c:pt idx="149">
                  <c:v>6.2</c:v>
                </c:pt>
                <c:pt idx="150">
                  <c:v>6.2</c:v>
                </c:pt>
                <c:pt idx="151">
                  <c:v>6.2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6.4</c:v>
                </c:pt>
                <c:pt idx="156">
                  <c:v>6.4</c:v>
                </c:pt>
                <c:pt idx="157">
                  <c:v>6.6</c:v>
                </c:pt>
                <c:pt idx="158">
                  <c:v>6.6</c:v>
                </c:pt>
                <c:pt idx="159">
                  <c:v>6.6</c:v>
                </c:pt>
                <c:pt idx="160">
                  <c:v>6.6</c:v>
                </c:pt>
                <c:pt idx="161">
                  <c:v>6.6</c:v>
                </c:pt>
                <c:pt idx="162">
                  <c:v>6.6</c:v>
                </c:pt>
                <c:pt idx="163">
                  <c:v>6.6</c:v>
                </c:pt>
                <c:pt idx="164">
                  <c:v>7</c:v>
                </c:pt>
                <c:pt idx="165">
                  <c:v>7.2</c:v>
                </c:pt>
                <c:pt idx="166">
                  <c:v>7.2</c:v>
                </c:pt>
                <c:pt idx="167">
                  <c:v>7.2</c:v>
                </c:pt>
                <c:pt idx="168">
                  <c:v>7.2</c:v>
                </c:pt>
                <c:pt idx="169">
                  <c:v>7.4</c:v>
                </c:pt>
                <c:pt idx="170">
                  <c:v>7.6</c:v>
                </c:pt>
                <c:pt idx="171">
                  <c:v>7.8</c:v>
                </c:pt>
                <c:pt idx="172">
                  <c:v>7.8</c:v>
                </c:pt>
                <c:pt idx="173">
                  <c:v>7.8</c:v>
                </c:pt>
                <c:pt idx="174">
                  <c:v>7.8</c:v>
                </c:pt>
                <c:pt idx="175">
                  <c:v>8</c:v>
                </c:pt>
                <c:pt idx="176">
                  <c:v>8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8.1999999999999993</c:v>
                </c:pt>
                <c:pt idx="183">
                  <c:v>8.4</c:v>
                </c:pt>
                <c:pt idx="184">
                  <c:v>8.4</c:v>
                </c:pt>
                <c:pt idx="185">
                  <c:v>8.4</c:v>
                </c:pt>
                <c:pt idx="186">
                  <c:v>8.4</c:v>
                </c:pt>
                <c:pt idx="187">
                  <c:v>8.4</c:v>
                </c:pt>
                <c:pt idx="188">
                  <c:v>8.4</c:v>
                </c:pt>
                <c:pt idx="189">
                  <c:v>8.4</c:v>
                </c:pt>
                <c:pt idx="190">
                  <c:v>8.6</c:v>
                </c:pt>
                <c:pt idx="191">
                  <c:v>8.6</c:v>
                </c:pt>
                <c:pt idx="192">
                  <c:v>8.6</c:v>
                </c:pt>
                <c:pt idx="193">
                  <c:v>8.8000000000000007</c:v>
                </c:pt>
                <c:pt idx="194">
                  <c:v>8.8000000000000007</c:v>
                </c:pt>
                <c:pt idx="195">
                  <c:v>8.8000000000000007</c:v>
                </c:pt>
                <c:pt idx="196">
                  <c:v>8.8000000000000007</c:v>
                </c:pt>
                <c:pt idx="197">
                  <c:v>8.8000000000000007</c:v>
                </c:pt>
                <c:pt idx="198">
                  <c:v>8.8000000000000007</c:v>
                </c:pt>
                <c:pt idx="199">
                  <c:v>8.8000000000000007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8E4-48A2-AA35-24335C2DF5C9}"/>
            </c:ext>
          </c:extLst>
        </c:ser>
        <c:ser>
          <c:idx val="5"/>
          <c:order val="5"/>
          <c:tx>
            <c:strRef>
              <c:f>save1!$EZ$608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save1!$EZ$609:$EZ$808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1.2</c:v>
                </c:pt>
                <c:pt idx="3">
                  <c:v>1.4</c:v>
                </c:pt>
                <c:pt idx="4">
                  <c:v>1.8</c:v>
                </c:pt>
                <c:pt idx="5">
                  <c:v>1.8</c:v>
                </c:pt>
                <c:pt idx="6">
                  <c:v>2.2000000000000002</c:v>
                </c:pt>
                <c:pt idx="7">
                  <c:v>2.4</c:v>
                </c:pt>
                <c:pt idx="8">
                  <c:v>2.8</c:v>
                </c:pt>
                <c:pt idx="9">
                  <c:v>3.4</c:v>
                </c:pt>
                <c:pt idx="10">
                  <c:v>3.6</c:v>
                </c:pt>
                <c:pt idx="11">
                  <c:v>3.8</c:v>
                </c:pt>
                <c:pt idx="12">
                  <c:v>4.2</c:v>
                </c:pt>
                <c:pt idx="13">
                  <c:v>4.5999999999999996</c:v>
                </c:pt>
                <c:pt idx="14">
                  <c:v>4.8</c:v>
                </c:pt>
                <c:pt idx="15">
                  <c:v>5.2</c:v>
                </c:pt>
                <c:pt idx="16">
                  <c:v>5.4</c:v>
                </c:pt>
                <c:pt idx="17">
                  <c:v>5.8</c:v>
                </c:pt>
                <c:pt idx="18">
                  <c:v>6.6</c:v>
                </c:pt>
                <c:pt idx="19">
                  <c:v>7</c:v>
                </c:pt>
                <c:pt idx="20">
                  <c:v>7.4</c:v>
                </c:pt>
                <c:pt idx="21">
                  <c:v>7.6</c:v>
                </c:pt>
                <c:pt idx="22">
                  <c:v>7.8</c:v>
                </c:pt>
                <c:pt idx="23">
                  <c:v>8.1999999999999993</c:v>
                </c:pt>
                <c:pt idx="24">
                  <c:v>8.6</c:v>
                </c:pt>
                <c:pt idx="25">
                  <c:v>8.8000000000000007</c:v>
                </c:pt>
                <c:pt idx="26">
                  <c:v>9</c:v>
                </c:pt>
                <c:pt idx="27">
                  <c:v>9.6</c:v>
                </c:pt>
                <c:pt idx="28">
                  <c:v>9.8000000000000007</c:v>
                </c:pt>
                <c:pt idx="29">
                  <c:v>10.4</c:v>
                </c:pt>
                <c:pt idx="30">
                  <c:v>11</c:v>
                </c:pt>
                <c:pt idx="31">
                  <c:v>11.4</c:v>
                </c:pt>
                <c:pt idx="32">
                  <c:v>11.8</c:v>
                </c:pt>
                <c:pt idx="33">
                  <c:v>12</c:v>
                </c:pt>
                <c:pt idx="34">
                  <c:v>12.2</c:v>
                </c:pt>
                <c:pt idx="35">
                  <c:v>12.2</c:v>
                </c:pt>
                <c:pt idx="36">
                  <c:v>12.8</c:v>
                </c:pt>
                <c:pt idx="37">
                  <c:v>13</c:v>
                </c:pt>
                <c:pt idx="38">
                  <c:v>13.2</c:v>
                </c:pt>
                <c:pt idx="39">
                  <c:v>13.4</c:v>
                </c:pt>
                <c:pt idx="40">
                  <c:v>13.8</c:v>
                </c:pt>
                <c:pt idx="41">
                  <c:v>14</c:v>
                </c:pt>
                <c:pt idx="42">
                  <c:v>14.4</c:v>
                </c:pt>
                <c:pt idx="43">
                  <c:v>15</c:v>
                </c:pt>
                <c:pt idx="44">
                  <c:v>15.4</c:v>
                </c:pt>
                <c:pt idx="45">
                  <c:v>15.8</c:v>
                </c:pt>
                <c:pt idx="46">
                  <c:v>16</c:v>
                </c:pt>
                <c:pt idx="47">
                  <c:v>16</c:v>
                </c:pt>
                <c:pt idx="48">
                  <c:v>16.600000000000001</c:v>
                </c:pt>
                <c:pt idx="49">
                  <c:v>17</c:v>
                </c:pt>
                <c:pt idx="50">
                  <c:v>17.399999999999999</c:v>
                </c:pt>
                <c:pt idx="51">
                  <c:v>17.399999999999999</c:v>
                </c:pt>
                <c:pt idx="52">
                  <c:v>17.8</c:v>
                </c:pt>
                <c:pt idx="53">
                  <c:v>18</c:v>
                </c:pt>
                <c:pt idx="54">
                  <c:v>18.399999999999999</c:v>
                </c:pt>
                <c:pt idx="55">
                  <c:v>18.600000000000001</c:v>
                </c:pt>
                <c:pt idx="56">
                  <c:v>19.2</c:v>
                </c:pt>
                <c:pt idx="57">
                  <c:v>19.8</c:v>
                </c:pt>
                <c:pt idx="58">
                  <c:v>19.8</c:v>
                </c:pt>
                <c:pt idx="59">
                  <c:v>20.2</c:v>
                </c:pt>
                <c:pt idx="60">
                  <c:v>20.6</c:v>
                </c:pt>
                <c:pt idx="61">
                  <c:v>21.2</c:v>
                </c:pt>
                <c:pt idx="62">
                  <c:v>21.4</c:v>
                </c:pt>
                <c:pt idx="63">
                  <c:v>21.8</c:v>
                </c:pt>
                <c:pt idx="64">
                  <c:v>22</c:v>
                </c:pt>
                <c:pt idx="65">
                  <c:v>22</c:v>
                </c:pt>
                <c:pt idx="66">
                  <c:v>22.2</c:v>
                </c:pt>
                <c:pt idx="67">
                  <c:v>22.6</c:v>
                </c:pt>
                <c:pt idx="68">
                  <c:v>23</c:v>
                </c:pt>
                <c:pt idx="69">
                  <c:v>23.4</c:v>
                </c:pt>
                <c:pt idx="70">
                  <c:v>23.6</c:v>
                </c:pt>
                <c:pt idx="71">
                  <c:v>24.2</c:v>
                </c:pt>
                <c:pt idx="72">
                  <c:v>24.4</c:v>
                </c:pt>
                <c:pt idx="73">
                  <c:v>24.8</c:v>
                </c:pt>
                <c:pt idx="74">
                  <c:v>25</c:v>
                </c:pt>
                <c:pt idx="75">
                  <c:v>25.4</c:v>
                </c:pt>
                <c:pt idx="76">
                  <c:v>25.4</c:v>
                </c:pt>
                <c:pt idx="77">
                  <c:v>26.2</c:v>
                </c:pt>
                <c:pt idx="78">
                  <c:v>26.8</c:v>
                </c:pt>
                <c:pt idx="79">
                  <c:v>27.4</c:v>
                </c:pt>
                <c:pt idx="80">
                  <c:v>28.4</c:v>
                </c:pt>
                <c:pt idx="81">
                  <c:v>29</c:v>
                </c:pt>
                <c:pt idx="82">
                  <c:v>29.2</c:v>
                </c:pt>
                <c:pt idx="83">
                  <c:v>29.4</c:v>
                </c:pt>
                <c:pt idx="84">
                  <c:v>29.8</c:v>
                </c:pt>
                <c:pt idx="85">
                  <c:v>29.8</c:v>
                </c:pt>
                <c:pt idx="86">
                  <c:v>30</c:v>
                </c:pt>
                <c:pt idx="87">
                  <c:v>30.2</c:v>
                </c:pt>
                <c:pt idx="88">
                  <c:v>30.4</c:v>
                </c:pt>
                <c:pt idx="89">
                  <c:v>30.8</c:v>
                </c:pt>
                <c:pt idx="90">
                  <c:v>31</c:v>
                </c:pt>
                <c:pt idx="91">
                  <c:v>31</c:v>
                </c:pt>
                <c:pt idx="92">
                  <c:v>31.6</c:v>
                </c:pt>
                <c:pt idx="93">
                  <c:v>31.8</c:v>
                </c:pt>
                <c:pt idx="94">
                  <c:v>32.200000000000003</c:v>
                </c:pt>
                <c:pt idx="95">
                  <c:v>32.4</c:v>
                </c:pt>
                <c:pt idx="96">
                  <c:v>32.6</c:v>
                </c:pt>
                <c:pt idx="97">
                  <c:v>33</c:v>
                </c:pt>
                <c:pt idx="98">
                  <c:v>33.4</c:v>
                </c:pt>
                <c:pt idx="99">
                  <c:v>34</c:v>
                </c:pt>
                <c:pt idx="100">
                  <c:v>34.4</c:v>
                </c:pt>
                <c:pt idx="101">
                  <c:v>34.4</c:v>
                </c:pt>
                <c:pt idx="102">
                  <c:v>34.6</c:v>
                </c:pt>
                <c:pt idx="103">
                  <c:v>35.6</c:v>
                </c:pt>
                <c:pt idx="104">
                  <c:v>36</c:v>
                </c:pt>
                <c:pt idx="105">
                  <c:v>36.4</c:v>
                </c:pt>
                <c:pt idx="106">
                  <c:v>37</c:v>
                </c:pt>
                <c:pt idx="107">
                  <c:v>37.200000000000003</c:v>
                </c:pt>
                <c:pt idx="108">
                  <c:v>37.6</c:v>
                </c:pt>
                <c:pt idx="109">
                  <c:v>37.6</c:v>
                </c:pt>
                <c:pt idx="110">
                  <c:v>37.799999999999997</c:v>
                </c:pt>
                <c:pt idx="111">
                  <c:v>38.4</c:v>
                </c:pt>
                <c:pt idx="112">
                  <c:v>39</c:v>
                </c:pt>
                <c:pt idx="113">
                  <c:v>39.6</c:v>
                </c:pt>
                <c:pt idx="114">
                  <c:v>40.200000000000003</c:v>
                </c:pt>
                <c:pt idx="115">
                  <c:v>40.4</c:v>
                </c:pt>
                <c:pt idx="116">
                  <c:v>41.2</c:v>
                </c:pt>
                <c:pt idx="117">
                  <c:v>41.4</c:v>
                </c:pt>
                <c:pt idx="118">
                  <c:v>41.6</c:v>
                </c:pt>
                <c:pt idx="119">
                  <c:v>42</c:v>
                </c:pt>
                <c:pt idx="120">
                  <c:v>42.2</c:v>
                </c:pt>
                <c:pt idx="121">
                  <c:v>43</c:v>
                </c:pt>
                <c:pt idx="122">
                  <c:v>43.4</c:v>
                </c:pt>
                <c:pt idx="123">
                  <c:v>43.8</c:v>
                </c:pt>
                <c:pt idx="124">
                  <c:v>43.8</c:v>
                </c:pt>
                <c:pt idx="125">
                  <c:v>44</c:v>
                </c:pt>
                <c:pt idx="126">
                  <c:v>44.6</c:v>
                </c:pt>
                <c:pt idx="127">
                  <c:v>44.6</c:v>
                </c:pt>
                <c:pt idx="128">
                  <c:v>45</c:v>
                </c:pt>
                <c:pt idx="129">
                  <c:v>45.2</c:v>
                </c:pt>
                <c:pt idx="130">
                  <c:v>45.4</c:v>
                </c:pt>
                <c:pt idx="131">
                  <c:v>45.8</c:v>
                </c:pt>
                <c:pt idx="132">
                  <c:v>46</c:v>
                </c:pt>
                <c:pt idx="133">
                  <c:v>46.2</c:v>
                </c:pt>
                <c:pt idx="134">
                  <c:v>47</c:v>
                </c:pt>
                <c:pt idx="135">
                  <c:v>47.6</c:v>
                </c:pt>
                <c:pt idx="136">
                  <c:v>47.8</c:v>
                </c:pt>
                <c:pt idx="137">
                  <c:v>48.6</c:v>
                </c:pt>
                <c:pt idx="138">
                  <c:v>49.2</c:v>
                </c:pt>
                <c:pt idx="139">
                  <c:v>49.8</c:v>
                </c:pt>
                <c:pt idx="140">
                  <c:v>49.8</c:v>
                </c:pt>
                <c:pt idx="141">
                  <c:v>50</c:v>
                </c:pt>
                <c:pt idx="142">
                  <c:v>50.2</c:v>
                </c:pt>
                <c:pt idx="143">
                  <c:v>50.4</c:v>
                </c:pt>
                <c:pt idx="144">
                  <c:v>51</c:v>
                </c:pt>
                <c:pt idx="145">
                  <c:v>51.4</c:v>
                </c:pt>
                <c:pt idx="146">
                  <c:v>51.4</c:v>
                </c:pt>
                <c:pt idx="147">
                  <c:v>52</c:v>
                </c:pt>
                <c:pt idx="148">
                  <c:v>52</c:v>
                </c:pt>
                <c:pt idx="149">
                  <c:v>52.4</c:v>
                </c:pt>
                <c:pt idx="150">
                  <c:v>53</c:v>
                </c:pt>
                <c:pt idx="151">
                  <c:v>53.6</c:v>
                </c:pt>
                <c:pt idx="152">
                  <c:v>54</c:v>
                </c:pt>
                <c:pt idx="153">
                  <c:v>54.2</c:v>
                </c:pt>
                <c:pt idx="154">
                  <c:v>54.2</c:v>
                </c:pt>
                <c:pt idx="155">
                  <c:v>54.4</c:v>
                </c:pt>
                <c:pt idx="156">
                  <c:v>54.6</c:v>
                </c:pt>
                <c:pt idx="157">
                  <c:v>54.8</c:v>
                </c:pt>
                <c:pt idx="158">
                  <c:v>54.8</c:v>
                </c:pt>
                <c:pt idx="159">
                  <c:v>55.4</c:v>
                </c:pt>
                <c:pt idx="160">
                  <c:v>55.8</c:v>
                </c:pt>
                <c:pt idx="161">
                  <c:v>56</c:v>
                </c:pt>
                <c:pt idx="162">
                  <c:v>56.4</c:v>
                </c:pt>
                <c:pt idx="163">
                  <c:v>56.6</c:v>
                </c:pt>
                <c:pt idx="164">
                  <c:v>57.2</c:v>
                </c:pt>
                <c:pt idx="165">
                  <c:v>57.8</c:v>
                </c:pt>
                <c:pt idx="166">
                  <c:v>58.2</c:v>
                </c:pt>
                <c:pt idx="167">
                  <c:v>58.4</c:v>
                </c:pt>
                <c:pt idx="168">
                  <c:v>59.2</c:v>
                </c:pt>
                <c:pt idx="169">
                  <c:v>59.4</c:v>
                </c:pt>
                <c:pt idx="170">
                  <c:v>59.6</c:v>
                </c:pt>
                <c:pt idx="171">
                  <c:v>59.8</c:v>
                </c:pt>
                <c:pt idx="172">
                  <c:v>60.2</c:v>
                </c:pt>
                <c:pt idx="173">
                  <c:v>60.6</c:v>
                </c:pt>
                <c:pt idx="174">
                  <c:v>61.2</c:v>
                </c:pt>
                <c:pt idx="175">
                  <c:v>61.4</c:v>
                </c:pt>
                <c:pt idx="176">
                  <c:v>61.8</c:v>
                </c:pt>
                <c:pt idx="177">
                  <c:v>62.2</c:v>
                </c:pt>
                <c:pt idx="178">
                  <c:v>62.8</c:v>
                </c:pt>
                <c:pt idx="179">
                  <c:v>63.2</c:v>
                </c:pt>
                <c:pt idx="180">
                  <c:v>63.4</c:v>
                </c:pt>
                <c:pt idx="181">
                  <c:v>63.8</c:v>
                </c:pt>
                <c:pt idx="182">
                  <c:v>64.2</c:v>
                </c:pt>
                <c:pt idx="183">
                  <c:v>64.400000000000006</c:v>
                </c:pt>
                <c:pt idx="184">
                  <c:v>65</c:v>
                </c:pt>
                <c:pt idx="185">
                  <c:v>65.2</c:v>
                </c:pt>
                <c:pt idx="186">
                  <c:v>65.8</c:v>
                </c:pt>
                <c:pt idx="187">
                  <c:v>65.8</c:v>
                </c:pt>
                <c:pt idx="188">
                  <c:v>66.400000000000006</c:v>
                </c:pt>
                <c:pt idx="189">
                  <c:v>67.2</c:v>
                </c:pt>
                <c:pt idx="190">
                  <c:v>67.8</c:v>
                </c:pt>
                <c:pt idx="191">
                  <c:v>68</c:v>
                </c:pt>
                <c:pt idx="192">
                  <c:v>68</c:v>
                </c:pt>
                <c:pt idx="193">
                  <c:v>68.599999999999994</c:v>
                </c:pt>
                <c:pt idx="194">
                  <c:v>69</c:v>
                </c:pt>
                <c:pt idx="195">
                  <c:v>69.599999999999994</c:v>
                </c:pt>
                <c:pt idx="196">
                  <c:v>70.2</c:v>
                </c:pt>
                <c:pt idx="197">
                  <c:v>70.400000000000006</c:v>
                </c:pt>
                <c:pt idx="198">
                  <c:v>70.599999999999994</c:v>
                </c:pt>
                <c:pt idx="199">
                  <c:v>70.599999999999994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8E4-48A2-AA35-24335C2DF5C9}"/>
            </c:ext>
          </c:extLst>
        </c:ser>
        <c:ser>
          <c:idx val="6"/>
          <c:order val="6"/>
          <c:tx>
            <c:strRef>
              <c:f>save1!$FA$608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save1!$FA$609:$FA$808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0.2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0.8</c:v>
                </c:pt>
                <c:pt idx="53">
                  <c:v>0.8</c:v>
                </c:pt>
                <c:pt idx="54">
                  <c:v>0.8</c:v>
                </c:pt>
                <c:pt idx="55">
                  <c:v>0.8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1.2</c:v>
                </c:pt>
                <c:pt idx="71">
                  <c:v>1.2</c:v>
                </c:pt>
                <c:pt idx="72">
                  <c:v>1.2</c:v>
                </c:pt>
                <c:pt idx="73">
                  <c:v>1.2</c:v>
                </c:pt>
                <c:pt idx="74">
                  <c:v>1.2</c:v>
                </c:pt>
                <c:pt idx="75">
                  <c:v>1.2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1.4</c:v>
                </c:pt>
                <c:pt idx="81">
                  <c:v>1.6</c:v>
                </c:pt>
                <c:pt idx="82">
                  <c:v>1.6</c:v>
                </c:pt>
                <c:pt idx="83">
                  <c:v>1.6</c:v>
                </c:pt>
                <c:pt idx="84">
                  <c:v>1.6</c:v>
                </c:pt>
                <c:pt idx="85">
                  <c:v>1.6</c:v>
                </c:pt>
                <c:pt idx="86">
                  <c:v>1.6</c:v>
                </c:pt>
                <c:pt idx="87">
                  <c:v>1.6</c:v>
                </c:pt>
                <c:pt idx="88">
                  <c:v>1.6</c:v>
                </c:pt>
                <c:pt idx="89">
                  <c:v>1.6</c:v>
                </c:pt>
                <c:pt idx="90">
                  <c:v>1.6</c:v>
                </c:pt>
                <c:pt idx="91">
                  <c:v>1.6</c:v>
                </c:pt>
                <c:pt idx="92">
                  <c:v>1.6</c:v>
                </c:pt>
                <c:pt idx="93">
                  <c:v>1.6</c:v>
                </c:pt>
                <c:pt idx="94">
                  <c:v>1.6</c:v>
                </c:pt>
                <c:pt idx="95">
                  <c:v>1.6</c:v>
                </c:pt>
                <c:pt idx="96">
                  <c:v>1.6</c:v>
                </c:pt>
                <c:pt idx="97">
                  <c:v>1.6</c:v>
                </c:pt>
                <c:pt idx="98">
                  <c:v>1.6</c:v>
                </c:pt>
                <c:pt idx="99">
                  <c:v>1.6</c:v>
                </c:pt>
                <c:pt idx="100">
                  <c:v>1.6</c:v>
                </c:pt>
                <c:pt idx="101">
                  <c:v>1.6</c:v>
                </c:pt>
                <c:pt idx="102">
                  <c:v>1.6</c:v>
                </c:pt>
                <c:pt idx="103">
                  <c:v>1.6</c:v>
                </c:pt>
                <c:pt idx="104">
                  <c:v>1.6</c:v>
                </c:pt>
                <c:pt idx="105">
                  <c:v>1.6</c:v>
                </c:pt>
                <c:pt idx="106">
                  <c:v>1.6</c:v>
                </c:pt>
                <c:pt idx="107">
                  <c:v>1.6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2.4</c:v>
                </c:pt>
                <c:pt idx="139">
                  <c:v>2.4</c:v>
                </c:pt>
                <c:pt idx="140">
                  <c:v>2.4</c:v>
                </c:pt>
                <c:pt idx="141">
                  <c:v>2.4</c:v>
                </c:pt>
                <c:pt idx="142">
                  <c:v>2.6</c:v>
                </c:pt>
                <c:pt idx="143">
                  <c:v>2.8</c:v>
                </c:pt>
                <c:pt idx="144">
                  <c:v>2.8</c:v>
                </c:pt>
                <c:pt idx="145">
                  <c:v>2.8</c:v>
                </c:pt>
                <c:pt idx="146">
                  <c:v>2.8</c:v>
                </c:pt>
                <c:pt idx="147">
                  <c:v>2.8</c:v>
                </c:pt>
                <c:pt idx="148">
                  <c:v>2.8</c:v>
                </c:pt>
                <c:pt idx="149">
                  <c:v>2.8</c:v>
                </c:pt>
                <c:pt idx="150">
                  <c:v>2.8</c:v>
                </c:pt>
                <c:pt idx="151">
                  <c:v>2.8</c:v>
                </c:pt>
                <c:pt idx="152">
                  <c:v>2.8</c:v>
                </c:pt>
                <c:pt idx="153">
                  <c:v>2.8</c:v>
                </c:pt>
                <c:pt idx="154">
                  <c:v>2.8</c:v>
                </c:pt>
                <c:pt idx="155">
                  <c:v>2.8</c:v>
                </c:pt>
                <c:pt idx="156">
                  <c:v>2.8</c:v>
                </c:pt>
                <c:pt idx="157">
                  <c:v>3</c:v>
                </c:pt>
                <c:pt idx="158">
                  <c:v>3</c:v>
                </c:pt>
                <c:pt idx="159">
                  <c:v>3.4</c:v>
                </c:pt>
                <c:pt idx="160">
                  <c:v>3.4</c:v>
                </c:pt>
                <c:pt idx="161">
                  <c:v>3.4</c:v>
                </c:pt>
                <c:pt idx="162">
                  <c:v>4</c:v>
                </c:pt>
                <c:pt idx="163">
                  <c:v>4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4</c:v>
                </c:pt>
                <c:pt idx="168">
                  <c:v>4</c:v>
                </c:pt>
                <c:pt idx="169">
                  <c:v>4</c:v>
                </c:pt>
                <c:pt idx="170">
                  <c:v>4.2</c:v>
                </c:pt>
                <c:pt idx="171">
                  <c:v>4.2</c:v>
                </c:pt>
                <c:pt idx="172">
                  <c:v>4.2</c:v>
                </c:pt>
                <c:pt idx="173">
                  <c:v>4.2</c:v>
                </c:pt>
                <c:pt idx="174">
                  <c:v>4.2</c:v>
                </c:pt>
                <c:pt idx="175">
                  <c:v>4.2</c:v>
                </c:pt>
                <c:pt idx="176">
                  <c:v>4.4000000000000004</c:v>
                </c:pt>
                <c:pt idx="177">
                  <c:v>4.4000000000000004</c:v>
                </c:pt>
                <c:pt idx="178">
                  <c:v>4.5999999999999996</c:v>
                </c:pt>
                <c:pt idx="179">
                  <c:v>4.5999999999999996</c:v>
                </c:pt>
                <c:pt idx="180">
                  <c:v>4.5999999999999996</c:v>
                </c:pt>
                <c:pt idx="181">
                  <c:v>4.5999999999999996</c:v>
                </c:pt>
                <c:pt idx="182">
                  <c:v>4.5999999999999996</c:v>
                </c:pt>
                <c:pt idx="183">
                  <c:v>4.5999999999999996</c:v>
                </c:pt>
                <c:pt idx="184">
                  <c:v>4.5999999999999996</c:v>
                </c:pt>
                <c:pt idx="185">
                  <c:v>4.5999999999999996</c:v>
                </c:pt>
                <c:pt idx="186">
                  <c:v>4.5999999999999996</c:v>
                </c:pt>
                <c:pt idx="187">
                  <c:v>4.5999999999999996</c:v>
                </c:pt>
                <c:pt idx="188">
                  <c:v>4.5999999999999996</c:v>
                </c:pt>
                <c:pt idx="189">
                  <c:v>4.5999999999999996</c:v>
                </c:pt>
                <c:pt idx="190">
                  <c:v>4.5999999999999996</c:v>
                </c:pt>
                <c:pt idx="191">
                  <c:v>4.5999999999999996</c:v>
                </c:pt>
                <c:pt idx="192">
                  <c:v>4.5999999999999996</c:v>
                </c:pt>
                <c:pt idx="193">
                  <c:v>4.5999999999999996</c:v>
                </c:pt>
                <c:pt idx="194">
                  <c:v>4.5999999999999996</c:v>
                </c:pt>
                <c:pt idx="195">
                  <c:v>4.5999999999999996</c:v>
                </c:pt>
                <c:pt idx="196">
                  <c:v>4.5999999999999996</c:v>
                </c:pt>
                <c:pt idx="197">
                  <c:v>4.5999999999999996</c:v>
                </c:pt>
                <c:pt idx="198">
                  <c:v>4.5999999999999996</c:v>
                </c:pt>
                <c:pt idx="199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8E4-48A2-AA35-24335C2DF5C9}"/>
            </c:ext>
          </c:extLst>
        </c:ser>
        <c:ser>
          <c:idx val="7"/>
          <c:order val="7"/>
          <c:tx>
            <c:strRef>
              <c:f>save1!$FB$608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save1!$FB$609:$FB$808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0.4</c:v>
                </c:pt>
                <c:pt idx="91">
                  <c:v>0.4</c:v>
                </c:pt>
                <c:pt idx="92">
                  <c:v>0.4</c:v>
                </c:pt>
                <c:pt idx="93">
                  <c:v>0.4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0.6</c:v>
                </c:pt>
                <c:pt idx="105">
                  <c:v>0.6</c:v>
                </c:pt>
                <c:pt idx="106">
                  <c:v>0.6</c:v>
                </c:pt>
                <c:pt idx="107">
                  <c:v>0.6</c:v>
                </c:pt>
                <c:pt idx="108">
                  <c:v>0.6</c:v>
                </c:pt>
                <c:pt idx="109">
                  <c:v>0.6</c:v>
                </c:pt>
                <c:pt idx="110">
                  <c:v>0.6</c:v>
                </c:pt>
                <c:pt idx="111">
                  <c:v>0.6</c:v>
                </c:pt>
                <c:pt idx="112">
                  <c:v>0.6</c:v>
                </c:pt>
                <c:pt idx="113">
                  <c:v>0.6</c:v>
                </c:pt>
                <c:pt idx="114">
                  <c:v>0.6</c:v>
                </c:pt>
                <c:pt idx="115">
                  <c:v>0.6</c:v>
                </c:pt>
                <c:pt idx="116">
                  <c:v>0.6</c:v>
                </c:pt>
                <c:pt idx="117">
                  <c:v>0.6</c:v>
                </c:pt>
                <c:pt idx="118">
                  <c:v>0.6</c:v>
                </c:pt>
                <c:pt idx="119">
                  <c:v>0.6</c:v>
                </c:pt>
                <c:pt idx="120">
                  <c:v>0.6</c:v>
                </c:pt>
                <c:pt idx="121">
                  <c:v>0.6</c:v>
                </c:pt>
                <c:pt idx="122">
                  <c:v>0.6</c:v>
                </c:pt>
                <c:pt idx="123">
                  <c:v>0.6</c:v>
                </c:pt>
                <c:pt idx="124">
                  <c:v>0.6</c:v>
                </c:pt>
                <c:pt idx="125">
                  <c:v>0.6</c:v>
                </c:pt>
                <c:pt idx="126">
                  <c:v>0.6</c:v>
                </c:pt>
                <c:pt idx="127">
                  <c:v>0.6</c:v>
                </c:pt>
                <c:pt idx="128">
                  <c:v>0.6</c:v>
                </c:pt>
                <c:pt idx="129">
                  <c:v>0.6</c:v>
                </c:pt>
                <c:pt idx="130">
                  <c:v>0.6</c:v>
                </c:pt>
                <c:pt idx="131">
                  <c:v>0.6</c:v>
                </c:pt>
                <c:pt idx="132">
                  <c:v>0.6</c:v>
                </c:pt>
                <c:pt idx="133">
                  <c:v>0.6</c:v>
                </c:pt>
                <c:pt idx="134">
                  <c:v>0.6</c:v>
                </c:pt>
                <c:pt idx="135">
                  <c:v>0.6</c:v>
                </c:pt>
                <c:pt idx="136">
                  <c:v>0.6</c:v>
                </c:pt>
                <c:pt idx="137">
                  <c:v>0.6</c:v>
                </c:pt>
                <c:pt idx="138">
                  <c:v>0.6</c:v>
                </c:pt>
                <c:pt idx="139">
                  <c:v>0.6</c:v>
                </c:pt>
                <c:pt idx="140">
                  <c:v>0.6</c:v>
                </c:pt>
                <c:pt idx="141">
                  <c:v>0.6</c:v>
                </c:pt>
                <c:pt idx="142">
                  <c:v>0.8</c:v>
                </c:pt>
                <c:pt idx="143">
                  <c:v>0.8</c:v>
                </c:pt>
                <c:pt idx="144">
                  <c:v>0.8</c:v>
                </c:pt>
                <c:pt idx="145">
                  <c:v>0.8</c:v>
                </c:pt>
                <c:pt idx="146">
                  <c:v>0.8</c:v>
                </c:pt>
                <c:pt idx="147">
                  <c:v>0.8</c:v>
                </c:pt>
                <c:pt idx="148">
                  <c:v>0.8</c:v>
                </c:pt>
                <c:pt idx="149">
                  <c:v>0.8</c:v>
                </c:pt>
                <c:pt idx="150">
                  <c:v>0.8</c:v>
                </c:pt>
                <c:pt idx="151">
                  <c:v>0.8</c:v>
                </c:pt>
                <c:pt idx="152">
                  <c:v>0.8</c:v>
                </c:pt>
                <c:pt idx="153">
                  <c:v>0.8</c:v>
                </c:pt>
                <c:pt idx="154">
                  <c:v>0.8</c:v>
                </c:pt>
                <c:pt idx="155">
                  <c:v>0.8</c:v>
                </c:pt>
                <c:pt idx="156">
                  <c:v>0.8</c:v>
                </c:pt>
                <c:pt idx="157">
                  <c:v>0.8</c:v>
                </c:pt>
                <c:pt idx="158">
                  <c:v>0.8</c:v>
                </c:pt>
                <c:pt idx="159">
                  <c:v>0.8</c:v>
                </c:pt>
                <c:pt idx="160">
                  <c:v>0.8</c:v>
                </c:pt>
                <c:pt idx="161">
                  <c:v>0.8</c:v>
                </c:pt>
                <c:pt idx="162">
                  <c:v>0.8</c:v>
                </c:pt>
                <c:pt idx="163">
                  <c:v>0.8</c:v>
                </c:pt>
                <c:pt idx="164">
                  <c:v>0.8</c:v>
                </c:pt>
                <c:pt idx="165">
                  <c:v>0.8</c:v>
                </c:pt>
                <c:pt idx="166">
                  <c:v>0.8</c:v>
                </c:pt>
                <c:pt idx="167">
                  <c:v>0.8</c:v>
                </c:pt>
                <c:pt idx="168">
                  <c:v>0.8</c:v>
                </c:pt>
                <c:pt idx="169">
                  <c:v>0.8</c:v>
                </c:pt>
                <c:pt idx="170">
                  <c:v>0.8</c:v>
                </c:pt>
                <c:pt idx="171">
                  <c:v>0.8</c:v>
                </c:pt>
                <c:pt idx="172">
                  <c:v>0.8</c:v>
                </c:pt>
                <c:pt idx="173">
                  <c:v>0.8</c:v>
                </c:pt>
                <c:pt idx="174">
                  <c:v>0.8</c:v>
                </c:pt>
                <c:pt idx="175">
                  <c:v>0.8</c:v>
                </c:pt>
                <c:pt idx="176">
                  <c:v>0.8</c:v>
                </c:pt>
                <c:pt idx="177">
                  <c:v>0.8</c:v>
                </c:pt>
                <c:pt idx="178">
                  <c:v>0.8</c:v>
                </c:pt>
                <c:pt idx="179">
                  <c:v>0.8</c:v>
                </c:pt>
                <c:pt idx="180">
                  <c:v>0.8</c:v>
                </c:pt>
                <c:pt idx="181">
                  <c:v>0.8</c:v>
                </c:pt>
                <c:pt idx="182">
                  <c:v>0.8</c:v>
                </c:pt>
                <c:pt idx="183">
                  <c:v>0.8</c:v>
                </c:pt>
                <c:pt idx="184">
                  <c:v>0.8</c:v>
                </c:pt>
                <c:pt idx="185">
                  <c:v>0.8</c:v>
                </c:pt>
                <c:pt idx="186">
                  <c:v>0.8</c:v>
                </c:pt>
                <c:pt idx="187">
                  <c:v>0.8</c:v>
                </c:pt>
                <c:pt idx="188">
                  <c:v>0.8</c:v>
                </c:pt>
                <c:pt idx="189">
                  <c:v>0.8</c:v>
                </c:pt>
                <c:pt idx="190">
                  <c:v>0.8</c:v>
                </c:pt>
                <c:pt idx="191">
                  <c:v>0.8</c:v>
                </c:pt>
                <c:pt idx="192">
                  <c:v>0.8</c:v>
                </c:pt>
                <c:pt idx="193">
                  <c:v>0.8</c:v>
                </c:pt>
                <c:pt idx="194">
                  <c:v>0.8</c:v>
                </c:pt>
                <c:pt idx="195">
                  <c:v>0.8</c:v>
                </c:pt>
                <c:pt idx="196">
                  <c:v>0.8</c:v>
                </c:pt>
                <c:pt idx="197">
                  <c:v>0.8</c:v>
                </c:pt>
                <c:pt idx="198">
                  <c:v>0.8</c:v>
                </c:pt>
                <c:pt idx="199">
                  <c:v>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8E4-48A2-AA35-24335C2DF5C9}"/>
            </c:ext>
          </c:extLst>
        </c:ser>
        <c:ser>
          <c:idx val="8"/>
          <c:order val="8"/>
          <c:tx>
            <c:strRef>
              <c:f>save1!$FC$608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save1!$FC$609:$FC$808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8E4-48A2-AA35-24335C2DF5C9}"/>
            </c:ext>
          </c:extLst>
        </c:ser>
        <c:ser>
          <c:idx val="9"/>
          <c:order val="9"/>
          <c:tx>
            <c:strRef>
              <c:f>save1!$FD$608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save1!$FD$609:$FD$808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0.4</c:v>
                </c:pt>
                <c:pt idx="11">
                  <c:v>0.6</c:v>
                </c:pt>
                <c:pt idx="12">
                  <c:v>0.6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1</c:v>
                </c:pt>
                <c:pt idx="28">
                  <c:v>1.2</c:v>
                </c:pt>
                <c:pt idx="29">
                  <c:v>1.4</c:v>
                </c:pt>
                <c:pt idx="30">
                  <c:v>1.4</c:v>
                </c:pt>
                <c:pt idx="31">
                  <c:v>1.4</c:v>
                </c:pt>
                <c:pt idx="32">
                  <c:v>1.4</c:v>
                </c:pt>
                <c:pt idx="33">
                  <c:v>1.4</c:v>
                </c:pt>
                <c:pt idx="34">
                  <c:v>1.4</c:v>
                </c:pt>
                <c:pt idx="35">
                  <c:v>1.4</c:v>
                </c:pt>
                <c:pt idx="36">
                  <c:v>1.4</c:v>
                </c:pt>
                <c:pt idx="37">
                  <c:v>1.4</c:v>
                </c:pt>
                <c:pt idx="38">
                  <c:v>1.4</c:v>
                </c:pt>
                <c:pt idx="39">
                  <c:v>1.4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1.6</c:v>
                </c:pt>
                <c:pt idx="69">
                  <c:v>1.8</c:v>
                </c:pt>
                <c:pt idx="70">
                  <c:v>1.8</c:v>
                </c:pt>
                <c:pt idx="71">
                  <c:v>1.8</c:v>
                </c:pt>
                <c:pt idx="72">
                  <c:v>1.8</c:v>
                </c:pt>
                <c:pt idx="73">
                  <c:v>1.8</c:v>
                </c:pt>
                <c:pt idx="74">
                  <c:v>1.8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2.2000000000000002</c:v>
                </c:pt>
                <c:pt idx="81">
                  <c:v>2.2000000000000002</c:v>
                </c:pt>
                <c:pt idx="82">
                  <c:v>2.2000000000000002</c:v>
                </c:pt>
                <c:pt idx="83">
                  <c:v>2.4</c:v>
                </c:pt>
                <c:pt idx="84">
                  <c:v>2.4</c:v>
                </c:pt>
                <c:pt idx="85">
                  <c:v>2.4</c:v>
                </c:pt>
                <c:pt idx="86">
                  <c:v>2.4</c:v>
                </c:pt>
                <c:pt idx="87">
                  <c:v>2.4</c:v>
                </c:pt>
                <c:pt idx="88">
                  <c:v>2.4</c:v>
                </c:pt>
                <c:pt idx="89">
                  <c:v>2.6</c:v>
                </c:pt>
                <c:pt idx="90">
                  <c:v>2.6</c:v>
                </c:pt>
                <c:pt idx="91">
                  <c:v>2.6</c:v>
                </c:pt>
                <c:pt idx="92">
                  <c:v>2.6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3</c:v>
                </c:pt>
                <c:pt idx="98">
                  <c:v>3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3.4</c:v>
                </c:pt>
                <c:pt idx="110">
                  <c:v>3.4</c:v>
                </c:pt>
                <c:pt idx="111">
                  <c:v>3.4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3.8</c:v>
                </c:pt>
                <c:pt idx="116">
                  <c:v>3.8</c:v>
                </c:pt>
                <c:pt idx="117">
                  <c:v>3.8</c:v>
                </c:pt>
                <c:pt idx="118">
                  <c:v>3.8</c:v>
                </c:pt>
                <c:pt idx="119">
                  <c:v>3.8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</c:v>
                </c:pt>
                <c:pt idx="124">
                  <c:v>4</c:v>
                </c:pt>
                <c:pt idx="125">
                  <c:v>4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4.4000000000000004</c:v>
                </c:pt>
                <c:pt idx="135">
                  <c:v>4.4000000000000004</c:v>
                </c:pt>
                <c:pt idx="136">
                  <c:v>4.4000000000000004</c:v>
                </c:pt>
                <c:pt idx="137">
                  <c:v>4.4000000000000004</c:v>
                </c:pt>
                <c:pt idx="138">
                  <c:v>4.4000000000000004</c:v>
                </c:pt>
                <c:pt idx="139">
                  <c:v>4.4000000000000004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4.5999999999999996</c:v>
                </c:pt>
                <c:pt idx="146">
                  <c:v>4.5999999999999996</c:v>
                </c:pt>
                <c:pt idx="147">
                  <c:v>4.8</c:v>
                </c:pt>
                <c:pt idx="148">
                  <c:v>4.8</c:v>
                </c:pt>
                <c:pt idx="149">
                  <c:v>4.8</c:v>
                </c:pt>
                <c:pt idx="150">
                  <c:v>5</c:v>
                </c:pt>
                <c:pt idx="151">
                  <c:v>5.2</c:v>
                </c:pt>
                <c:pt idx="152">
                  <c:v>5.4</c:v>
                </c:pt>
                <c:pt idx="153">
                  <c:v>5.4</c:v>
                </c:pt>
                <c:pt idx="154">
                  <c:v>5.4</c:v>
                </c:pt>
                <c:pt idx="155">
                  <c:v>5.4</c:v>
                </c:pt>
                <c:pt idx="156">
                  <c:v>5.4</c:v>
                </c:pt>
                <c:pt idx="157">
                  <c:v>5.4</c:v>
                </c:pt>
                <c:pt idx="158">
                  <c:v>5.4</c:v>
                </c:pt>
                <c:pt idx="159">
                  <c:v>5.6</c:v>
                </c:pt>
                <c:pt idx="160">
                  <c:v>5.8</c:v>
                </c:pt>
                <c:pt idx="161">
                  <c:v>5.8</c:v>
                </c:pt>
                <c:pt idx="162">
                  <c:v>5.8</c:v>
                </c:pt>
                <c:pt idx="163">
                  <c:v>5.8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6.2</c:v>
                </c:pt>
                <c:pt idx="174">
                  <c:v>6.2</c:v>
                </c:pt>
                <c:pt idx="175">
                  <c:v>6.2</c:v>
                </c:pt>
                <c:pt idx="176">
                  <c:v>6.2</c:v>
                </c:pt>
                <c:pt idx="177">
                  <c:v>6.2</c:v>
                </c:pt>
                <c:pt idx="178">
                  <c:v>6.2</c:v>
                </c:pt>
                <c:pt idx="179">
                  <c:v>6.4</c:v>
                </c:pt>
                <c:pt idx="180">
                  <c:v>6.4</c:v>
                </c:pt>
                <c:pt idx="181">
                  <c:v>6.6</c:v>
                </c:pt>
                <c:pt idx="182">
                  <c:v>6.6</c:v>
                </c:pt>
                <c:pt idx="183">
                  <c:v>6.6</c:v>
                </c:pt>
                <c:pt idx="184">
                  <c:v>6.6</c:v>
                </c:pt>
                <c:pt idx="185">
                  <c:v>6.6</c:v>
                </c:pt>
                <c:pt idx="186">
                  <c:v>6.6</c:v>
                </c:pt>
                <c:pt idx="187">
                  <c:v>6.6</c:v>
                </c:pt>
                <c:pt idx="188">
                  <c:v>6.8</c:v>
                </c:pt>
                <c:pt idx="189">
                  <c:v>7</c:v>
                </c:pt>
                <c:pt idx="190">
                  <c:v>7</c:v>
                </c:pt>
                <c:pt idx="191">
                  <c:v>7</c:v>
                </c:pt>
                <c:pt idx="192">
                  <c:v>7</c:v>
                </c:pt>
                <c:pt idx="193">
                  <c:v>7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8E4-48A2-AA35-24335C2DF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Daemon’s Tail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save1!$EU$810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save1!$EU$811:$EU$1010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0.8</c:v>
                </c:pt>
                <c:pt idx="5">
                  <c:v>0.8</c:v>
                </c:pt>
                <c:pt idx="6">
                  <c:v>1.8</c:v>
                </c:pt>
                <c:pt idx="7">
                  <c:v>3</c:v>
                </c:pt>
                <c:pt idx="8">
                  <c:v>3.8</c:v>
                </c:pt>
                <c:pt idx="9">
                  <c:v>4.2</c:v>
                </c:pt>
                <c:pt idx="10">
                  <c:v>5.2</c:v>
                </c:pt>
                <c:pt idx="11">
                  <c:v>6.2</c:v>
                </c:pt>
                <c:pt idx="12">
                  <c:v>6.6</c:v>
                </c:pt>
                <c:pt idx="13">
                  <c:v>6.6</c:v>
                </c:pt>
                <c:pt idx="14">
                  <c:v>6.6</c:v>
                </c:pt>
                <c:pt idx="15">
                  <c:v>7.8</c:v>
                </c:pt>
                <c:pt idx="16">
                  <c:v>7.8</c:v>
                </c:pt>
                <c:pt idx="17">
                  <c:v>8.6</c:v>
                </c:pt>
                <c:pt idx="18">
                  <c:v>10.199999999999999</c:v>
                </c:pt>
                <c:pt idx="19">
                  <c:v>10.6</c:v>
                </c:pt>
                <c:pt idx="20">
                  <c:v>11.2</c:v>
                </c:pt>
                <c:pt idx="21">
                  <c:v>13.8</c:v>
                </c:pt>
                <c:pt idx="22">
                  <c:v>14.4</c:v>
                </c:pt>
                <c:pt idx="23">
                  <c:v>14.4</c:v>
                </c:pt>
                <c:pt idx="24">
                  <c:v>14.4</c:v>
                </c:pt>
                <c:pt idx="25">
                  <c:v>14.8</c:v>
                </c:pt>
                <c:pt idx="26">
                  <c:v>16.399999999999999</c:v>
                </c:pt>
                <c:pt idx="27">
                  <c:v>16.600000000000001</c:v>
                </c:pt>
                <c:pt idx="28">
                  <c:v>16.600000000000001</c:v>
                </c:pt>
                <c:pt idx="29">
                  <c:v>18.8</c:v>
                </c:pt>
                <c:pt idx="30">
                  <c:v>18.8</c:v>
                </c:pt>
                <c:pt idx="31">
                  <c:v>19.600000000000001</c:v>
                </c:pt>
                <c:pt idx="32">
                  <c:v>21.4</c:v>
                </c:pt>
                <c:pt idx="33">
                  <c:v>23.4</c:v>
                </c:pt>
                <c:pt idx="34">
                  <c:v>24</c:v>
                </c:pt>
                <c:pt idx="35">
                  <c:v>24</c:v>
                </c:pt>
                <c:pt idx="36">
                  <c:v>24</c:v>
                </c:pt>
                <c:pt idx="37">
                  <c:v>24.2</c:v>
                </c:pt>
                <c:pt idx="38">
                  <c:v>24.6</c:v>
                </c:pt>
                <c:pt idx="39">
                  <c:v>24.6</c:v>
                </c:pt>
                <c:pt idx="40">
                  <c:v>25.6</c:v>
                </c:pt>
                <c:pt idx="41">
                  <c:v>26.8</c:v>
                </c:pt>
                <c:pt idx="42">
                  <c:v>27.2</c:v>
                </c:pt>
                <c:pt idx="43">
                  <c:v>28.2</c:v>
                </c:pt>
                <c:pt idx="44">
                  <c:v>28.2</c:v>
                </c:pt>
                <c:pt idx="45">
                  <c:v>28.8</c:v>
                </c:pt>
                <c:pt idx="46">
                  <c:v>28.8</c:v>
                </c:pt>
                <c:pt idx="47">
                  <c:v>29.2</c:v>
                </c:pt>
                <c:pt idx="48">
                  <c:v>29.4</c:v>
                </c:pt>
                <c:pt idx="49">
                  <c:v>29.4</c:v>
                </c:pt>
                <c:pt idx="50">
                  <c:v>29.6</c:v>
                </c:pt>
                <c:pt idx="51">
                  <c:v>31</c:v>
                </c:pt>
                <c:pt idx="52">
                  <c:v>31.2</c:v>
                </c:pt>
                <c:pt idx="53">
                  <c:v>31.4</c:v>
                </c:pt>
                <c:pt idx="54">
                  <c:v>31.8</c:v>
                </c:pt>
                <c:pt idx="55">
                  <c:v>32.200000000000003</c:v>
                </c:pt>
                <c:pt idx="56">
                  <c:v>34</c:v>
                </c:pt>
                <c:pt idx="57">
                  <c:v>34.799999999999997</c:v>
                </c:pt>
                <c:pt idx="58">
                  <c:v>35.200000000000003</c:v>
                </c:pt>
                <c:pt idx="59">
                  <c:v>36.200000000000003</c:v>
                </c:pt>
                <c:pt idx="60">
                  <c:v>36.200000000000003</c:v>
                </c:pt>
                <c:pt idx="61">
                  <c:v>38.200000000000003</c:v>
                </c:pt>
                <c:pt idx="62">
                  <c:v>38.4</c:v>
                </c:pt>
                <c:pt idx="63">
                  <c:v>39</c:v>
                </c:pt>
                <c:pt idx="64">
                  <c:v>40</c:v>
                </c:pt>
                <c:pt idx="65">
                  <c:v>40.200000000000003</c:v>
                </c:pt>
                <c:pt idx="66">
                  <c:v>41</c:v>
                </c:pt>
                <c:pt idx="67">
                  <c:v>42</c:v>
                </c:pt>
                <c:pt idx="68">
                  <c:v>43.2</c:v>
                </c:pt>
                <c:pt idx="69">
                  <c:v>43.6</c:v>
                </c:pt>
                <c:pt idx="70">
                  <c:v>43.6</c:v>
                </c:pt>
                <c:pt idx="71">
                  <c:v>44.6</c:v>
                </c:pt>
                <c:pt idx="72">
                  <c:v>46.2</c:v>
                </c:pt>
                <c:pt idx="73">
                  <c:v>46.2</c:v>
                </c:pt>
                <c:pt idx="74">
                  <c:v>46.4</c:v>
                </c:pt>
                <c:pt idx="75">
                  <c:v>46.8</c:v>
                </c:pt>
                <c:pt idx="76">
                  <c:v>46.8</c:v>
                </c:pt>
                <c:pt idx="77">
                  <c:v>46.8</c:v>
                </c:pt>
                <c:pt idx="78">
                  <c:v>47</c:v>
                </c:pt>
                <c:pt idx="79">
                  <c:v>47.2</c:v>
                </c:pt>
                <c:pt idx="80">
                  <c:v>47.4</c:v>
                </c:pt>
                <c:pt idx="81">
                  <c:v>48.6</c:v>
                </c:pt>
                <c:pt idx="82">
                  <c:v>49.8</c:v>
                </c:pt>
                <c:pt idx="83">
                  <c:v>50.4</c:v>
                </c:pt>
                <c:pt idx="84">
                  <c:v>50.8</c:v>
                </c:pt>
                <c:pt idx="85">
                  <c:v>51.4</c:v>
                </c:pt>
                <c:pt idx="86">
                  <c:v>53.4</c:v>
                </c:pt>
                <c:pt idx="87">
                  <c:v>54</c:v>
                </c:pt>
                <c:pt idx="88">
                  <c:v>55.6</c:v>
                </c:pt>
                <c:pt idx="89">
                  <c:v>55.8</c:v>
                </c:pt>
                <c:pt idx="90">
                  <c:v>58.8</c:v>
                </c:pt>
                <c:pt idx="91">
                  <c:v>58.8</c:v>
                </c:pt>
                <c:pt idx="92">
                  <c:v>59.8</c:v>
                </c:pt>
                <c:pt idx="93">
                  <c:v>60.6</c:v>
                </c:pt>
                <c:pt idx="94">
                  <c:v>61.2</c:v>
                </c:pt>
                <c:pt idx="95">
                  <c:v>61.6</c:v>
                </c:pt>
                <c:pt idx="96">
                  <c:v>61.6</c:v>
                </c:pt>
                <c:pt idx="97">
                  <c:v>61.6</c:v>
                </c:pt>
                <c:pt idx="98">
                  <c:v>62</c:v>
                </c:pt>
                <c:pt idx="99">
                  <c:v>62.8</c:v>
                </c:pt>
                <c:pt idx="100">
                  <c:v>62.8</c:v>
                </c:pt>
                <c:pt idx="101">
                  <c:v>63.6</c:v>
                </c:pt>
                <c:pt idx="102">
                  <c:v>64.400000000000006</c:v>
                </c:pt>
                <c:pt idx="103">
                  <c:v>64.400000000000006</c:v>
                </c:pt>
                <c:pt idx="104">
                  <c:v>66</c:v>
                </c:pt>
                <c:pt idx="105">
                  <c:v>66.2</c:v>
                </c:pt>
                <c:pt idx="106">
                  <c:v>66.2</c:v>
                </c:pt>
                <c:pt idx="107">
                  <c:v>67</c:v>
                </c:pt>
                <c:pt idx="108">
                  <c:v>67.400000000000006</c:v>
                </c:pt>
                <c:pt idx="109">
                  <c:v>68.2</c:v>
                </c:pt>
                <c:pt idx="110">
                  <c:v>68.2</c:v>
                </c:pt>
                <c:pt idx="111">
                  <c:v>69.8</c:v>
                </c:pt>
                <c:pt idx="112">
                  <c:v>71.8</c:v>
                </c:pt>
                <c:pt idx="113">
                  <c:v>72.400000000000006</c:v>
                </c:pt>
                <c:pt idx="114">
                  <c:v>72.599999999999994</c:v>
                </c:pt>
                <c:pt idx="115">
                  <c:v>73</c:v>
                </c:pt>
                <c:pt idx="116">
                  <c:v>73.2</c:v>
                </c:pt>
                <c:pt idx="117">
                  <c:v>74</c:v>
                </c:pt>
                <c:pt idx="118">
                  <c:v>74.2</c:v>
                </c:pt>
                <c:pt idx="119">
                  <c:v>74.400000000000006</c:v>
                </c:pt>
                <c:pt idx="120">
                  <c:v>75</c:v>
                </c:pt>
                <c:pt idx="121">
                  <c:v>76.8</c:v>
                </c:pt>
                <c:pt idx="122">
                  <c:v>77.8</c:v>
                </c:pt>
                <c:pt idx="123">
                  <c:v>78.400000000000006</c:v>
                </c:pt>
                <c:pt idx="124">
                  <c:v>79</c:v>
                </c:pt>
                <c:pt idx="125">
                  <c:v>80.400000000000006</c:v>
                </c:pt>
                <c:pt idx="126">
                  <c:v>81</c:v>
                </c:pt>
                <c:pt idx="127">
                  <c:v>82.8</c:v>
                </c:pt>
                <c:pt idx="128">
                  <c:v>83.6</c:v>
                </c:pt>
                <c:pt idx="129">
                  <c:v>83.6</c:v>
                </c:pt>
                <c:pt idx="130">
                  <c:v>83.6</c:v>
                </c:pt>
                <c:pt idx="131">
                  <c:v>84.2</c:v>
                </c:pt>
                <c:pt idx="132">
                  <c:v>84.6</c:v>
                </c:pt>
                <c:pt idx="133">
                  <c:v>85.4</c:v>
                </c:pt>
                <c:pt idx="134">
                  <c:v>85.8</c:v>
                </c:pt>
                <c:pt idx="135">
                  <c:v>86</c:v>
                </c:pt>
                <c:pt idx="136">
                  <c:v>88.2</c:v>
                </c:pt>
                <c:pt idx="137">
                  <c:v>88.4</c:v>
                </c:pt>
                <c:pt idx="138">
                  <c:v>88.8</c:v>
                </c:pt>
                <c:pt idx="139">
                  <c:v>89.6</c:v>
                </c:pt>
                <c:pt idx="140">
                  <c:v>90.8</c:v>
                </c:pt>
                <c:pt idx="141">
                  <c:v>92.2</c:v>
                </c:pt>
                <c:pt idx="142">
                  <c:v>93.4</c:v>
                </c:pt>
                <c:pt idx="143">
                  <c:v>93.8</c:v>
                </c:pt>
                <c:pt idx="144">
                  <c:v>93.8</c:v>
                </c:pt>
                <c:pt idx="145">
                  <c:v>93.8</c:v>
                </c:pt>
                <c:pt idx="146">
                  <c:v>95</c:v>
                </c:pt>
                <c:pt idx="147">
                  <c:v>95</c:v>
                </c:pt>
                <c:pt idx="148">
                  <c:v>95</c:v>
                </c:pt>
                <c:pt idx="149">
                  <c:v>95.4</c:v>
                </c:pt>
                <c:pt idx="150">
                  <c:v>95.6</c:v>
                </c:pt>
                <c:pt idx="151">
                  <c:v>95.8</c:v>
                </c:pt>
                <c:pt idx="152">
                  <c:v>95.8</c:v>
                </c:pt>
                <c:pt idx="153">
                  <c:v>97.4</c:v>
                </c:pt>
                <c:pt idx="154">
                  <c:v>97.8</c:v>
                </c:pt>
                <c:pt idx="155">
                  <c:v>98.2</c:v>
                </c:pt>
                <c:pt idx="156">
                  <c:v>98.8</c:v>
                </c:pt>
                <c:pt idx="157">
                  <c:v>98.8</c:v>
                </c:pt>
                <c:pt idx="158">
                  <c:v>98.8</c:v>
                </c:pt>
                <c:pt idx="159">
                  <c:v>98.8</c:v>
                </c:pt>
                <c:pt idx="160">
                  <c:v>99.4</c:v>
                </c:pt>
                <c:pt idx="161">
                  <c:v>100.2</c:v>
                </c:pt>
                <c:pt idx="162">
                  <c:v>100.8</c:v>
                </c:pt>
                <c:pt idx="163">
                  <c:v>101.4</c:v>
                </c:pt>
                <c:pt idx="164">
                  <c:v>102.6</c:v>
                </c:pt>
                <c:pt idx="165">
                  <c:v>103.2</c:v>
                </c:pt>
                <c:pt idx="166">
                  <c:v>103.4</c:v>
                </c:pt>
                <c:pt idx="167">
                  <c:v>103.4</c:v>
                </c:pt>
                <c:pt idx="168">
                  <c:v>103.4</c:v>
                </c:pt>
                <c:pt idx="169">
                  <c:v>103.6</c:v>
                </c:pt>
                <c:pt idx="170">
                  <c:v>104.2</c:v>
                </c:pt>
                <c:pt idx="171">
                  <c:v>104.4</c:v>
                </c:pt>
                <c:pt idx="172">
                  <c:v>104.4</c:v>
                </c:pt>
                <c:pt idx="173">
                  <c:v>105.6</c:v>
                </c:pt>
                <c:pt idx="174">
                  <c:v>107</c:v>
                </c:pt>
                <c:pt idx="175">
                  <c:v>107.6</c:v>
                </c:pt>
                <c:pt idx="176">
                  <c:v>110.4</c:v>
                </c:pt>
                <c:pt idx="177">
                  <c:v>111.8</c:v>
                </c:pt>
                <c:pt idx="178">
                  <c:v>112</c:v>
                </c:pt>
                <c:pt idx="179">
                  <c:v>112</c:v>
                </c:pt>
                <c:pt idx="180">
                  <c:v>113.2</c:v>
                </c:pt>
                <c:pt idx="181">
                  <c:v>114</c:v>
                </c:pt>
                <c:pt idx="182">
                  <c:v>114</c:v>
                </c:pt>
                <c:pt idx="183">
                  <c:v>115</c:v>
                </c:pt>
                <c:pt idx="184">
                  <c:v>115</c:v>
                </c:pt>
                <c:pt idx="185">
                  <c:v>115</c:v>
                </c:pt>
                <c:pt idx="186">
                  <c:v>115.6</c:v>
                </c:pt>
                <c:pt idx="187">
                  <c:v>115.8</c:v>
                </c:pt>
                <c:pt idx="188">
                  <c:v>116.2</c:v>
                </c:pt>
                <c:pt idx="189">
                  <c:v>117</c:v>
                </c:pt>
                <c:pt idx="190">
                  <c:v>117</c:v>
                </c:pt>
                <c:pt idx="191">
                  <c:v>118.2</c:v>
                </c:pt>
                <c:pt idx="192">
                  <c:v>118.2</c:v>
                </c:pt>
                <c:pt idx="193">
                  <c:v>119.2</c:v>
                </c:pt>
                <c:pt idx="194">
                  <c:v>119.4</c:v>
                </c:pt>
                <c:pt idx="195">
                  <c:v>120</c:v>
                </c:pt>
                <c:pt idx="196">
                  <c:v>120</c:v>
                </c:pt>
                <c:pt idx="197">
                  <c:v>121.2</c:v>
                </c:pt>
                <c:pt idx="198">
                  <c:v>121.8</c:v>
                </c:pt>
                <c:pt idx="199">
                  <c:v>121.8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29-44EC-8ABB-B2297F1DE57E}"/>
            </c:ext>
          </c:extLst>
        </c:ser>
        <c:ser>
          <c:idx val="1"/>
          <c:order val="1"/>
          <c:tx>
            <c:strRef>
              <c:f>save1!$EV$810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save1!$EV$811:$EV$1010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0.8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1.6</c:v>
                </c:pt>
                <c:pt idx="30">
                  <c:v>1.8</c:v>
                </c:pt>
                <c:pt idx="31">
                  <c:v>2.2000000000000002</c:v>
                </c:pt>
                <c:pt idx="32">
                  <c:v>2.4</c:v>
                </c:pt>
                <c:pt idx="33">
                  <c:v>2.4</c:v>
                </c:pt>
                <c:pt idx="34">
                  <c:v>2.4</c:v>
                </c:pt>
                <c:pt idx="35">
                  <c:v>2.4</c:v>
                </c:pt>
                <c:pt idx="36">
                  <c:v>2.6</c:v>
                </c:pt>
                <c:pt idx="37">
                  <c:v>2.6</c:v>
                </c:pt>
                <c:pt idx="38">
                  <c:v>2.8</c:v>
                </c:pt>
                <c:pt idx="39">
                  <c:v>2.8</c:v>
                </c:pt>
                <c:pt idx="40">
                  <c:v>2.8</c:v>
                </c:pt>
                <c:pt idx="41">
                  <c:v>2.8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3.2</c:v>
                </c:pt>
                <c:pt idx="58">
                  <c:v>3.2</c:v>
                </c:pt>
                <c:pt idx="59">
                  <c:v>3.4</c:v>
                </c:pt>
                <c:pt idx="60">
                  <c:v>3.4</c:v>
                </c:pt>
                <c:pt idx="61">
                  <c:v>3.6</c:v>
                </c:pt>
                <c:pt idx="62">
                  <c:v>3.6</c:v>
                </c:pt>
                <c:pt idx="63">
                  <c:v>3.6</c:v>
                </c:pt>
                <c:pt idx="64">
                  <c:v>3.6</c:v>
                </c:pt>
                <c:pt idx="65">
                  <c:v>3.6</c:v>
                </c:pt>
                <c:pt idx="66">
                  <c:v>3.6</c:v>
                </c:pt>
                <c:pt idx="67">
                  <c:v>3.6</c:v>
                </c:pt>
                <c:pt idx="68">
                  <c:v>3.6</c:v>
                </c:pt>
                <c:pt idx="69">
                  <c:v>3.6</c:v>
                </c:pt>
                <c:pt idx="70">
                  <c:v>3.6</c:v>
                </c:pt>
                <c:pt idx="71">
                  <c:v>3.6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3.6</c:v>
                </c:pt>
                <c:pt idx="76">
                  <c:v>3.6</c:v>
                </c:pt>
                <c:pt idx="77">
                  <c:v>3.8</c:v>
                </c:pt>
                <c:pt idx="78">
                  <c:v>3.8</c:v>
                </c:pt>
                <c:pt idx="79">
                  <c:v>3.8</c:v>
                </c:pt>
                <c:pt idx="80">
                  <c:v>3.8</c:v>
                </c:pt>
                <c:pt idx="81">
                  <c:v>3.8</c:v>
                </c:pt>
                <c:pt idx="82">
                  <c:v>3.8</c:v>
                </c:pt>
                <c:pt idx="83">
                  <c:v>4.2</c:v>
                </c:pt>
                <c:pt idx="84">
                  <c:v>4.2</c:v>
                </c:pt>
                <c:pt idx="85">
                  <c:v>4.4000000000000004</c:v>
                </c:pt>
                <c:pt idx="86">
                  <c:v>4.5999999999999996</c:v>
                </c:pt>
                <c:pt idx="87">
                  <c:v>4.8</c:v>
                </c:pt>
                <c:pt idx="88">
                  <c:v>4.8</c:v>
                </c:pt>
                <c:pt idx="89">
                  <c:v>4.8</c:v>
                </c:pt>
                <c:pt idx="90">
                  <c:v>4.8</c:v>
                </c:pt>
                <c:pt idx="91">
                  <c:v>4.8</c:v>
                </c:pt>
                <c:pt idx="92">
                  <c:v>4.8</c:v>
                </c:pt>
                <c:pt idx="93">
                  <c:v>4.8</c:v>
                </c:pt>
                <c:pt idx="94">
                  <c:v>4.8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5.2</c:v>
                </c:pt>
                <c:pt idx="109">
                  <c:v>5.2</c:v>
                </c:pt>
                <c:pt idx="110">
                  <c:v>5.2</c:v>
                </c:pt>
                <c:pt idx="111">
                  <c:v>5.2</c:v>
                </c:pt>
                <c:pt idx="112">
                  <c:v>5.2</c:v>
                </c:pt>
                <c:pt idx="113">
                  <c:v>5.2</c:v>
                </c:pt>
                <c:pt idx="114">
                  <c:v>5.2</c:v>
                </c:pt>
                <c:pt idx="115">
                  <c:v>5.2</c:v>
                </c:pt>
                <c:pt idx="116">
                  <c:v>5.2</c:v>
                </c:pt>
                <c:pt idx="117">
                  <c:v>5.2</c:v>
                </c:pt>
                <c:pt idx="118">
                  <c:v>5.2</c:v>
                </c:pt>
                <c:pt idx="119">
                  <c:v>5.2</c:v>
                </c:pt>
                <c:pt idx="120">
                  <c:v>5.2</c:v>
                </c:pt>
                <c:pt idx="121">
                  <c:v>5.2</c:v>
                </c:pt>
                <c:pt idx="122">
                  <c:v>5.2</c:v>
                </c:pt>
                <c:pt idx="123">
                  <c:v>5.2</c:v>
                </c:pt>
                <c:pt idx="124">
                  <c:v>5.2</c:v>
                </c:pt>
                <c:pt idx="125">
                  <c:v>5.2</c:v>
                </c:pt>
                <c:pt idx="126">
                  <c:v>5.4</c:v>
                </c:pt>
                <c:pt idx="127">
                  <c:v>5.4</c:v>
                </c:pt>
                <c:pt idx="128">
                  <c:v>5.4</c:v>
                </c:pt>
                <c:pt idx="129">
                  <c:v>5.4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5.6</c:v>
                </c:pt>
                <c:pt idx="134">
                  <c:v>5.6</c:v>
                </c:pt>
                <c:pt idx="135">
                  <c:v>5.6</c:v>
                </c:pt>
                <c:pt idx="136">
                  <c:v>5.8</c:v>
                </c:pt>
                <c:pt idx="137">
                  <c:v>5.8</c:v>
                </c:pt>
                <c:pt idx="138">
                  <c:v>6</c:v>
                </c:pt>
                <c:pt idx="139">
                  <c:v>6.2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6.4</c:v>
                </c:pt>
                <c:pt idx="146">
                  <c:v>6.4</c:v>
                </c:pt>
                <c:pt idx="147">
                  <c:v>6.4</c:v>
                </c:pt>
                <c:pt idx="148">
                  <c:v>6.4</c:v>
                </c:pt>
                <c:pt idx="149">
                  <c:v>6.4</c:v>
                </c:pt>
                <c:pt idx="150">
                  <c:v>6.4</c:v>
                </c:pt>
                <c:pt idx="151">
                  <c:v>6.4</c:v>
                </c:pt>
                <c:pt idx="152">
                  <c:v>6.4</c:v>
                </c:pt>
                <c:pt idx="153">
                  <c:v>6.4</c:v>
                </c:pt>
                <c:pt idx="154">
                  <c:v>6.4</c:v>
                </c:pt>
                <c:pt idx="155">
                  <c:v>6.4</c:v>
                </c:pt>
                <c:pt idx="156">
                  <c:v>6.4</c:v>
                </c:pt>
                <c:pt idx="157">
                  <c:v>6.6</c:v>
                </c:pt>
                <c:pt idx="158">
                  <c:v>6.8</c:v>
                </c:pt>
                <c:pt idx="159">
                  <c:v>6.8</c:v>
                </c:pt>
                <c:pt idx="160">
                  <c:v>6.8</c:v>
                </c:pt>
                <c:pt idx="161">
                  <c:v>6.8</c:v>
                </c:pt>
                <c:pt idx="162">
                  <c:v>6.8</c:v>
                </c:pt>
                <c:pt idx="163">
                  <c:v>6.8</c:v>
                </c:pt>
                <c:pt idx="164">
                  <c:v>6.8</c:v>
                </c:pt>
                <c:pt idx="165">
                  <c:v>6.8</c:v>
                </c:pt>
                <c:pt idx="166">
                  <c:v>6.8</c:v>
                </c:pt>
                <c:pt idx="167">
                  <c:v>6.8</c:v>
                </c:pt>
                <c:pt idx="168">
                  <c:v>6.8</c:v>
                </c:pt>
                <c:pt idx="169">
                  <c:v>6.8</c:v>
                </c:pt>
                <c:pt idx="170">
                  <c:v>6.8</c:v>
                </c:pt>
                <c:pt idx="171">
                  <c:v>6.8</c:v>
                </c:pt>
                <c:pt idx="172">
                  <c:v>6.8</c:v>
                </c:pt>
                <c:pt idx="173">
                  <c:v>7</c:v>
                </c:pt>
                <c:pt idx="174">
                  <c:v>7.2</c:v>
                </c:pt>
                <c:pt idx="175">
                  <c:v>7.4</c:v>
                </c:pt>
                <c:pt idx="176">
                  <c:v>7.6</c:v>
                </c:pt>
                <c:pt idx="177">
                  <c:v>7.6</c:v>
                </c:pt>
                <c:pt idx="178">
                  <c:v>7.6</c:v>
                </c:pt>
                <c:pt idx="179">
                  <c:v>7.6</c:v>
                </c:pt>
                <c:pt idx="180">
                  <c:v>7.6</c:v>
                </c:pt>
                <c:pt idx="181">
                  <c:v>7.6</c:v>
                </c:pt>
                <c:pt idx="182">
                  <c:v>7.6</c:v>
                </c:pt>
                <c:pt idx="183">
                  <c:v>7.6</c:v>
                </c:pt>
                <c:pt idx="184">
                  <c:v>7.6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7.6</c:v>
                </c:pt>
                <c:pt idx="193">
                  <c:v>8</c:v>
                </c:pt>
                <c:pt idx="194">
                  <c:v>8</c:v>
                </c:pt>
                <c:pt idx="195">
                  <c:v>8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29-44EC-8ABB-B2297F1DE57E}"/>
            </c:ext>
          </c:extLst>
        </c:ser>
        <c:ser>
          <c:idx val="2"/>
          <c:order val="2"/>
          <c:tx>
            <c:strRef>
              <c:f>save1!$EW$810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save1!$EW$811:$EW$1010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1</c:v>
                </c:pt>
                <c:pt idx="12">
                  <c:v>1.2</c:v>
                </c:pt>
                <c:pt idx="13">
                  <c:v>1.6</c:v>
                </c:pt>
                <c:pt idx="14">
                  <c:v>1.8</c:v>
                </c:pt>
                <c:pt idx="15">
                  <c:v>2</c:v>
                </c:pt>
                <c:pt idx="16">
                  <c:v>1.8</c:v>
                </c:pt>
                <c:pt idx="17">
                  <c:v>2.2000000000000002</c:v>
                </c:pt>
                <c:pt idx="18">
                  <c:v>2</c:v>
                </c:pt>
                <c:pt idx="19">
                  <c:v>2</c:v>
                </c:pt>
                <c:pt idx="20">
                  <c:v>2.2000000000000002</c:v>
                </c:pt>
                <c:pt idx="21">
                  <c:v>2</c:v>
                </c:pt>
                <c:pt idx="22">
                  <c:v>2</c:v>
                </c:pt>
                <c:pt idx="23">
                  <c:v>2.4</c:v>
                </c:pt>
                <c:pt idx="24">
                  <c:v>2.4</c:v>
                </c:pt>
                <c:pt idx="25">
                  <c:v>2.4</c:v>
                </c:pt>
                <c:pt idx="26">
                  <c:v>2.4</c:v>
                </c:pt>
                <c:pt idx="27">
                  <c:v>2.4</c:v>
                </c:pt>
                <c:pt idx="28">
                  <c:v>2.6</c:v>
                </c:pt>
                <c:pt idx="29">
                  <c:v>2.6</c:v>
                </c:pt>
                <c:pt idx="30">
                  <c:v>2.8</c:v>
                </c:pt>
                <c:pt idx="31">
                  <c:v>2.8</c:v>
                </c:pt>
                <c:pt idx="32">
                  <c:v>2.6</c:v>
                </c:pt>
                <c:pt idx="33">
                  <c:v>2.6</c:v>
                </c:pt>
                <c:pt idx="34">
                  <c:v>2.8</c:v>
                </c:pt>
                <c:pt idx="35">
                  <c:v>2.6</c:v>
                </c:pt>
                <c:pt idx="36">
                  <c:v>2.6</c:v>
                </c:pt>
                <c:pt idx="37">
                  <c:v>2.6</c:v>
                </c:pt>
                <c:pt idx="38">
                  <c:v>2.8</c:v>
                </c:pt>
                <c:pt idx="39">
                  <c:v>3</c:v>
                </c:pt>
                <c:pt idx="40">
                  <c:v>3.4</c:v>
                </c:pt>
                <c:pt idx="41">
                  <c:v>3.6</c:v>
                </c:pt>
                <c:pt idx="42">
                  <c:v>3.4</c:v>
                </c:pt>
                <c:pt idx="43">
                  <c:v>3.2</c:v>
                </c:pt>
                <c:pt idx="44">
                  <c:v>3.2</c:v>
                </c:pt>
                <c:pt idx="45">
                  <c:v>3.2</c:v>
                </c:pt>
                <c:pt idx="46">
                  <c:v>3.4</c:v>
                </c:pt>
                <c:pt idx="47">
                  <c:v>3.6</c:v>
                </c:pt>
                <c:pt idx="48">
                  <c:v>3.4</c:v>
                </c:pt>
                <c:pt idx="49">
                  <c:v>3.4</c:v>
                </c:pt>
                <c:pt idx="50">
                  <c:v>3.4</c:v>
                </c:pt>
                <c:pt idx="51">
                  <c:v>3.6</c:v>
                </c:pt>
                <c:pt idx="52">
                  <c:v>3.4</c:v>
                </c:pt>
                <c:pt idx="53">
                  <c:v>3.4</c:v>
                </c:pt>
                <c:pt idx="54">
                  <c:v>3.8</c:v>
                </c:pt>
                <c:pt idx="55">
                  <c:v>3.6</c:v>
                </c:pt>
                <c:pt idx="56">
                  <c:v>4</c:v>
                </c:pt>
                <c:pt idx="57">
                  <c:v>3.8</c:v>
                </c:pt>
                <c:pt idx="58">
                  <c:v>3.8</c:v>
                </c:pt>
                <c:pt idx="59">
                  <c:v>3.8</c:v>
                </c:pt>
                <c:pt idx="60">
                  <c:v>3.4</c:v>
                </c:pt>
                <c:pt idx="61">
                  <c:v>3.6</c:v>
                </c:pt>
                <c:pt idx="62">
                  <c:v>3.8</c:v>
                </c:pt>
                <c:pt idx="63">
                  <c:v>3.8</c:v>
                </c:pt>
                <c:pt idx="64">
                  <c:v>3.6</c:v>
                </c:pt>
                <c:pt idx="65">
                  <c:v>3.8</c:v>
                </c:pt>
                <c:pt idx="66">
                  <c:v>4</c:v>
                </c:pt>
                <c:pt idx="67">
                  <c:v>4.4000000000000004</c:v>
                </c:pt>
                <c:pt idx="68">
                  <c:v>4.4000000000000004</c:v>
                </c:pt>
                <c:pt idx="69">
                  <c:v>4.4000000000000004</c:v>
                </c:pt>
                <c:pt idx="70">
                  <c:v>4.4000000000000004</c:v>
                </c:pt>
                <c:pt idx="71">
                  <c:v>4.4000000000000004</c:v>
                </c:pt>
                <c:pt idx="72">
                  <c:v>4.4000000000000004</c:v>
                </c:pt>
                <c:pt idx="73">
                  <c:v>4.4000000000000004</c:v>
                </c:pt>
                <c:pt idx="74">
                  <c:v>4.8</c:v>
                </c:pt>
                <c:pt idx="75">
                  <c:v>4.4000000000000004</c:v>
                </c:pt>
                <c:pt idx="76">
                  <c:v>4.2</c:v>
                </c:pt>
                <c:pt idx="77">
                  <c:v>4</c:v>
                </c:pt>
                <c:pt idx="78">
                  <c:v>4.2</c:v>
                </c:pt>
                <c:pt idx="79">
                  <c:v>5.2</c:v>
                </c:pt>
                <c:pt idx="80">
                  <c:v>5.6</c:v>
                </c:pt>
                <c:pt idx="81">
                  <c:v>5.4</c:v>
                </c:pt>
                <c:pt idx="82">
                  <c:v>5.2</c:v>
                </c:pt>
                <c:pt idx="83">
                  <c:v>5.2</c:v>
                </c:pt>
                <c:pt idx="84">
                  <c:v>5.2</c:v>
                </c:pt>
                <c:pt idx="85">
                  <c:v>5.2</c:v>
                </c:pt>
                <c:pt idx="86">
                  <c:v>5.4</c:v>
                </c:pt>
                <c:pt idx="87">
                  <c:v>5.2</c:v>
                </c:pt>
                <c:pt idx="88">
                  <c:v>5.2</c:v>
                </c:pt>
                <c:pt idx="89">
                  <c:v>5.2</c:v>
                </c:pt>
                <c:pt idx="90">
                  <c:v>5.2</c:v>
                </c:pt>
                <c:pt idx="91">
                  <c:v>5.2</c:v>
                </c:pt>
                <c:pt idx="92">
                  <c:v>5.2</c:v>
                </c:pt>
                <c:pt idx="93">
                  <c:v>5.2</c:v>
                </c:pt>
                <c:pt idx="94">
                  <c:v>5.4</c:v>
                </c:pt>
                <c:pt idx="95">
                  <c:v>5.6</c:v>
                </c:pt>
                <c:pt idx="96">
                  <c:v>6</c:v>
                </c:pt>
                <c:pt idx="97">
                  <c:v>5.8</c:v>
                </c:pt>
                <c:pt idx="98">
                  <c:v>5.6</c:v>
                </c:pt>
                <c:pt idx="99">
                  <c:v>5.6</c:v>
                </c:pt>
                <c:pt idx="100">
                  <c:v>5.8</c:v>
                </c:pt>
                <c:pt idx="101">
                  <c:v>5.8</c:v>
                </c:pt>
                <c:pt idx="102">
                  <c:v>6</c:v>
                </c:pt>
                <c:pt idx="103">
                  <c:v>6.4</c:v>
                </c:pt>
                <c:pt idx="104">
                  <c:v>6.4</c:v>
                </c:pt>
                <c:pt idx="105">
                  <c:v>6.8</c:v>
                </c:pt>
                <c:pt idx="106">
                  <c:v>6.6</c:v>
                </c:pt>
                <c:pt idx="107">
                  <c:v>6.6</c:v>
                </c:pt>
                <c:pt idx="108">
                  <c:v>6.6</c:v>
                </c:pt>
                <c:pt idx="109">
                  <c:v>6.2</c:v>
                </c:pt>
                <c:pt idx="110">
                  <c:v>6.2</c:v>
                </c:pt>
                <c:pt idx="111">
                  <c:v>6</c:v>
                </c:pt>
                <c:pt idx="112">
                  <c:v>6</c:v>
                </c:pt>
                <c:pt idx="113">
                  <c:v>6.2</c:v>
                </c:pt>
                <c:pt idx="114">
                  <c:v>6.4</c:v>
                </c:pt>
                <c:pt idx="115">
                  <c:v>6.6</c:v>
                </c:pt>
                <c:pt idx="116">
                  <c:v>7</c:v>
                </c:pt>
                <c:pt idx="117">
                  <c:v>7</c:v>
                </c:pt>
                <c:pt idx="118">
                  <c:v>7</c:v>
                </c:pt>
                <c:pt idx="119">
                  <c:v>7.4</c:v>
                </c:pt>
                <c:pt idx="120">
                  <c:v>7.8</c:v>
                </c:pt>
                <c:pt idx="121">
                  <c:v>7.2</c:v>
                </c:pt>
                <c:pt idx="122">
                  <c:v>7.2</c:v>
                </c:pt>
                <c:pt idx="123">
                  <c:v>7.4</c:v>
                </c:pt>
                <c:pt idx="124">
                  <c:v>7.8</c:v>
                </c:pt>
                <c:pt idx="125">
                  <c:v>8</c:v>
                </c:pt>
                <c:pt idx="126">
                  <c:v>8</c:v>
                </c:pt>
                <c:pt idx="127">
                  <c:v>8.1999999999999993</c:v>
                </c:pt>
                <c:pt idx="128">
                  <c:v>8.1999999999999993</c:v>
                </c:pt>
                <c:pt idx="129">
                  <c:v>8.1999999999999993</c:v>
                </c:pt>
                <c:pt idx="130">
                  <c:v>8.1999999999999993</c:v>
                </c:pt>
                <c:pt idx="131">
                  <c:v>8.4</c:v>
                </c:pt>
                <c:pt idx="132">
                  <c:v>8.6</c:v>
                </c:pt>
                <c:pt idx="133">
                  <c:v>8.6</c:v>
                </c:pt>
                <c:pt idx="134">
                  <c:v>9</c:v>
                </c:pt>
                <c:pt idx="135">
                  <c:v>9.4</c:v>
                </c:pt>
                <c:pt idx="136">
                  <c:v>9.8000000000000007</c:v>
                </c:pt>
                <c:pt idx="137">
                  <c:v>10.4</c:v>
                </c:pt>
                <c:pt idx="138">
                  <c:v>10.8</c:v>
                </c:pt>
                <c:pt idx="139">
                  <c:v>10.6</c:v>
                </c:pt>
                <c:pt idx="140">
                  <c:v>10.6</c:v>
                </c:pt>
                <c:pt idx="141">
                  <c:v>10.199999999999999</c:v>
                </c:pt>
                <c:pt idx="142">
                  <c:v>10</c:v>
                </c:pt>
                <c:pt idx="143">
                  <c:v>10</c:v>
                </c:pt>
                <c:pt idx="144">
                  <c:v>10.199999999999999</c:v>
                </c:pt>
                <c:pt idx="145">
                  <c:v>10.4</c:v>
                </c:pt>
                <c:pt idx="146">
                  <c:v>11</c:v>
                </c:pt>
                <c:pt idx="147">
                  <c:v>11</c:v>
                </c:pt>
                <c:pt idx="148">
                  <c:v>11.4</c:v>
                </c:pt>
                <c:pt idx="149">
                  <c:v>11.4</c:v>
                </c:pt>
                <c:pt idx="150">
                  <c:v>11.8</c:v>
                </c:pt>
                <c:pt idx="151">
                  <c:v>12.2</c:v>
                </c:pt>
                <c:pt idx="152">
                  <c:v>12.6</c:v>
                </c:pt>
                <c:pt idx="153">
                  <c:v>12.6</c:v>
                </c:pt>
                <c:pt idx="154">
                  <c:v>12.6</c:v>
                </c:pt>
                <c:pt idx="155">
                  <c:v>13</c:v>
                </c:pt>
                <c:pt idx="156">
                  <c:v>13.4</c:v>
                </c:pt>
                <c:pt idx="157">
                  <c:v>13.4</c:v>
                </c:pt>
                <c:pt idx="158">
                  <c:v>13.8</c:v>
                </c:pt>
                <c:pt idx="159">
                  <c:v>13.6</c:v>
                </c:pt>
                <c:pt idx="160">
                  <c:v>13.6</c:v>
                </c:pt>
                <c:pt idx="161">
                  <c:v>13.6</c:v>
                </c:pt>
                <c:pt idx="162">
                  <c:v>13.8</c:v>
                </c:pt>
                <c:pt idx="163">
                  <c:v>13.8</c:v>
                </c:pt>
                <c:pt idx="164">
                  <c:v>13.4</c:v>
                </c:pt>
                <c:pt idx="165">
                  <c:v>13.2</c:v>
                </c:pt>
                <c:pt idx="166">
                  <c:v>12.8</c:v>
                </c:pt>
                <c:pt idx="167">
                  <c:v>13</c:v>
                </c:pt>
                <c:pt idx="168">
                  <c:v>13.2</c:v>
                </c:pt>
                <c:pt idx="169">
                  <c:v>13.8</c:v>
                </c:pt>
                <c:pt idx="170">
                  <c:v>14</c:v>
                </c:pt>
                <c:pt idx="171">
                  <c:v>13.8</c:v>
                </c:pt>
                <c:pt idx="172">
                  <c:v>14</c:v>
                </c:pt>
                <c:pt idx="173">
                  <c:v>14.2</c:v>
                </c:pt>
                <c:pt idx="174">
                  <c:v>14.2</c:v>
                </c:pt>
                <c:pt idx="175">
                  <c:v>14.8</c:v>
                </c:pt>
                <c:pt idx="176">
                  <c:v>15</c:v>
                </c:pt>
                <c:pt idx="177">
                  <c:v>15.4</c:v>
                </c:pt>
                <c:pt idx="178">
                  <c:v>15.4</c:v>
                </c:pt>
                <c:pt idx="179">
                  <c:v>15.4</c:v>
                </c:pt>
                <c:pt idx="180">
                  <c:v>15.6</c:v>
                </c:pt>
                <c:pt idx="181">
                  <c:v>16</c:v>
                </c:pt>
                <c:pt idx="182">
                  <c:v>16.2</c:v>
                </c:pt>
                <c:pt idx="183">
                  <c:v>16.399999999999999</c:v>
                </c:pt>
                <c:pt idx="184">
                  <c:v>16.399999999999999</c:v>
                </c:pt>
                <c:pt idx="185">
                  <c:v>16.8</c:v>
                </c:pt>
                <c:pt idx="186">
                  <c:v>17</c:v>
                </c:pt>
                <c:pt idx="187">
                  <c:v>17.399999999999999</c:v>
                </c:pt>
                <c:pt idx="188">
                  <c:v>17.399999999999999</c:v>
                </c:pt>
                <c:pt idx="189">
                  <c:v>17.399999999999999</c:v>
                </c:pt>
                <c:pt idx="190">
                  <c:v>17.600000000000001</c:v>
                </c:pt>
                <c:pt idx="191">
                  <c:v>17.2</c:v>
                </c:pt>
                <c:pt idx="192">
                  <c:v>17.399999999999999</c:v>
                </c:pt>
                <c:pt idx="193">
                  <c:v>17.399999999999999</c:v>
                </c:pt>
                <c:pt idx="194">
                  <c:v>17.8</c:v>
                </c:pt>
                <c:pt idx="195">
                  <c:v>17.600000000000001</c:v>
                </c:pt>
                <c:pt idx="196">
                  <c:v>17.600000000000001</c:v>
                </c:pt>
                <c:pt idx="197">
                  <c:v>17.600000000000001</c:v>
                </c:pt>
                <c:pt idx="198">
                  <c:v>18</c:v>
                </c:pt>
                <c:pt idx="199">
                  <c:v>18.399999999999999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29-44EC-8ABB-B2297F1DE57E}"/>
            </c:ext>
          </c:extLst>
        </c:ser>
        <c:ser>
          <c:idx val="3"/>
          <c:order val="3"/>
          <c:tx>
            <c:strRef>
              <c:f>save1!$EX$810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save1!$EX$811:$EX$1010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0.8</c:v>
                </c:pt>
                <c:pt idx="6">
                  <c:v>1</c:v>
                </c:pt>
                <c:pt idx="7">
                  <c:v>1.6</c:v>
                </c:pt>
                <c:pt idx="8">
                  <c:v>1.8</c:v>
                </c:pt>
                <c:pt idx="9">
                  <c:v>2.4</c:v>
                </c:pt>
                <c:pt idx="10">
                  <c:v>2.4</c:v>
                </c:pt>
                <c:pt idx="11">
                  <c:v>3</c:v>
                </c:pt>
                <c:pt idx="12">
                  <c:v>3.2</c:v>
                </c:pt>
                <c:pt idx="13">
                  <c:v>3.4</c:v>
                </c:pt>
                <c:pt idx="14">
                  <c:v>3.4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4.2</c:v>
                </c:pt>
                <c:pt idx="19">
                  <c:v>4.4000000000000004</c:v>
                </c:pt>
                <c:pt idx="20">
                  <c:v>4.8</c:v>
                </c:pt>
                <c:pt idx="21">
                  <c:v>5.4</c:v>
                </c:pt>
                <c:pt idx="22">
                  <c:v>5.6</c:v>
                </c:pt>
                <c:pt idx="23">
                  <c:v>5.8</c:v>
                </c:pt>
                <c:pt idx="24">
                  <c:v>6</c:v>
                </c:pt>
                <c:pt idx="25">
                  <c:v>6.2</c:v>
                </c:pt>
                <c:pt idx="26">
                  <c:v>6.4</c:v>
                </c:pt>
                <c:pt idx="27">
                  <c:v>6.6</c:v>
                </c:pt>
                <c:pt idx="28">
                  <c:v>7</c:v>
                </c:pt>
                <c:pt idx="29">
                  <c:v>7.6</c:v>
                </c:pt>
                <c:pt idx="30">
                  <c:v>7.6</c:v>
                </c:pt>
                <c:pt idx="31">
                  <c:v>7.6</c:v>
                </c:pt>
                <c:pt idx="32">
                  <c:v>8.8000000000000007</c:v>
                </c:pt>
                <c:pt idx="33">
                  <c:v>9.4</c:v>
                </c:pt>
                <c:pt idx="34">
                  <c:v>9.6</c:v>
                </c:pt>
                <c:pt idx="35">
                  <c:v>10.199999999999999</c:v>
                </c:pt>
                <c:pt idx="36">
                  <c:v>10.8</c:v>
                </c:pt>
                <c:pt idx="37">
                  <c:v>11</c:v>
                </c:pt>
                <c:pt idx="38">
                  <c:v>11.8</c:v>
                </c:pt>
                <c:pt idx="39">
                  <c:v>11.8</c:v>
                </c:pt>
                <c:pt idx="40">
                  <c:v>12.2</c:v>
                </c:pt>
                <c:pt idx="41">
                  <c:v>12.4</c:v>
                </c:pt>
                <c:pt idx="42">
                  <c:v>12.8</c:v>
                </c:pt>
                <c:pt idx="43">
                  <c:v>12.8</c:v>
                </c:pt>
                <c:pt idx="44">
                  <c:v>13.2</c:v>
                </c:pt>
                <c:pt idx="45">
                  <c:v>14</c:v>
                </c:pt>
                <c:pt idx="46">
                  <c:v>14</c:v>
                </c:pt>
                <c:pt idx="47">
                  <c:v>14.2</c:v>
                </c:pt>
                <c:pt idx="48">
                  <c:v>14.6</c:v>
                </c:pt>
                <c:pt idx="49">
                  <c:v>14.8</c:v>
                </c:pt>
                <c:pt idx="50">
                  <c:v>14.8</c:v>
                </c:pt>
                <c:pt idx="51">
                  <c:v>14.8</c:v>
                </c:pt>
                <c:pt idx="52">
                  <c:v>15.2</c:v>
                </c:pt>
                <c:pt idx="53">
                  <c:v>15.4</c:v>
                </c:pt>
                <c:pt idx="54">
                  <c:v>15.8</c:v>
                </c:pt>
                <c:pt idx="55">
                  <c:v>17.399999999999999</c:v>
                </c:pt>
                <c:pt idx="56">
                  <c:v>18</c:v>
                </c:pt>
                <c:pt idx="57">
                  <c:v>18.399999999999999</c:v>
                </c:pt>
                <c:pt idx="58">
                  <c:v>18.600000000000001</c:v>
                </c:pt>
                <c:pt idx="59">
                  <c:v>19</c:v>
                </c:pt>
                <c:pt idx="60">
                  <c:v>19</c:v>
                </c:pt>
                <c:pt idx="61">
                  <c:v>19</c:v>
                </c:pt>
                <c:pt idx="62">
                  <c:v>19</c:v>
                </c:pt>
                <c:pt idx="63">
                  <c:v>19.399999999999999</c:v>
                </c:pt>
                <c:pt idx="64">
                  <c:v>19.600000000000001</c:v>
                </c:pt>
                <c:pt idx="65">
                  <c:v>19.8</c:v>
                </c:pt>
                <c:pt idx="66">
                  <c:v>20</c:v>
                </c:pt>
                <c:pt idx="67">
                  <c:v>21</c:v>
                </c:pt>
                <c:pt idx="68">
                  <c:v>21.2</c:v>
                </c:pt>
                <c:pt idx="69">
                  <c:v>21.2</c:v>
                </c:pt>
                <c:pt idx="70">
                  <c:v>21.2</c:v>
                </c:pt>
                <c:pt idx="71">
                  <c:v>21.4</c:v>
                </c:pt>
                <c:pt idx="72">
                  <c:v>21.8</c:v>
                </c:pt>
                <c:pt idx="73">
                  <c:v>22.4</c:v>
                </c:pt>
                <c:pt idx="74">
                  <c:v>22.6</c:v>
                </c:pt>
                <c:pt idx="75">
                  <c:v>23.2</c:v>
                </c:pt>
                <c:pt idx="76">
                  <c:v>23.6</c:v>
                </c:pt>
                <c:pt idx="77">
                  <c:v>23.6</c:v>
                </c:pt>
                <c:pt idx="78">
                  <c:v>23.6</c:v>
                </c:pt>
                <c:pt idx="79">
                  <c:v>23.6</c:v>
                </c:pt>
                <c:pt idx="80">
                  <c:v>23.6</c:v>
                </c:pt>
                <c:pt idx="81">
                  <c:v>24</c:v>
                </c:pt>
                <c:pt idx="82">
                  <c:v>24.8</c:v>
                </c:pt>
                <c:pt idx="83">
                  <c:v>24.8</c:v>
                </c:pt>
                <c:pt idx="84">
                  <c:v>25</c:v>
                </c:pt>
                <c:pt idx="85">
                  <c:v>25.2</c:v>
                </c:pt>
                <c:pt idx="86">
                  <c:v>25.8</c:v>
                </c:pt>
                <c:pt idx="87">
                  <c:v>26</c:v>
                </c:pt>
                <c:pt idx="88">
                  <c:v>26.4</c:v>
                </c:pt>
                <c:pt idx="89">
                  <c:v>26.6</c:v>
                </c:pt>
                <c:pt idx="90">
                  <c:v>27</c:v>
                </c:pt>
                <c:pt idx="91">
                  <c:v>27</c:v>
                </c:pt>
                <c:pt idx="92">
                  <c:v>27.2</c:v>
                </c:pt>
                <c:pt idx="93">
                  <c:v>27.8</c:v>
                </c:pt>
                <c:pt idx="94">
                  <c:v>28</c:v>
                </c:pt>
                <c:pt idx="95">
                  <c:v>28</c:v>
                </c:pt>
                <c:pt idx="96">
                  <c:v>28.2</c:v>
                </c:pt>
                <c:pt idx="97">
                  <c:v>28.4</c:v>
                </c:pt>
                <c:pt idx="98">
                  <c:v>28.4</c:v>
                </c:pt>
                <c:pt idx="99">
                  <c:v>28.4</c:v>
                </c:pt>
                <c:pt idx="100">
                  <c:v>28.6</c:v>
                </c:pt>
                <c:pt idx="101">
                  <c:v>28.8</c:v>
                </c:pt>
                <c:pt idx="102">
                  <c:v>28.8</c:v>
                </c:pt>
                <c:pt idx="103">
                  <c:v>28.8</c:v>
                </c:pt>
                <c:pt idx="104">
                  <c:v>29.4</c:v>
                </c:pt>
                <c:pt idx="105">
                  <c:v>30</c:v>
                </c:pt>
                <c:pt idx="106">
                  <c:v>30</c:v>
                </c:pt>
                <c:pt idx="107">
                  <c:v>31.2</c:v>
                </c:pt>
                <c:pt idx="108">
                  <c:v>31.6</c:v>
                </c:pt>
                <c:pt idx="109">
                  <c:v>31.8</c:v>
                </c:pt>
                <c:pt idx="110">
                  <c:v>31.8</c:v>
                </c:pt>
                <c:pt idx="111">
                  <c:v>32.4</c:v>
                </c:pt>
                <c:pt idx="112">
                  <c:v>33.200000000000003</c:v>
                </c:pt>
                <c:pt idx="113">
                  <c:v>33.6</c:v>
                </c:pt>
                <c:pt idx="114">
                  <c:v>33.6</c:v>
                </c:pt>
                <c:pt idx="115">
                  <c:v>34.200000000000003</c:v>
                </c:pt>
                <c:pt idx="116">
                  <c:v>34.200000000000003</c:v>
                </c:pt>
                <c:pt idx="117">
                  <c:v>34.6</c:v>
                </c:pt>
                <c:pt idx="118">
                  <c:v>34.799999999999997</c:v>
                </c:pt>
                <c:pt idx="119">
                  <c:v>34.799999999999997</c:v>
                </c:pt>
                <c:pt idx="120">
                  <c:v>34.799999999999997</c:v>
                </c:pt>
                <c:pt idx="121">
                  <c:v>35</c:v>
                </c:pt>
                <c:pt idx="122">
                  <c:v>35.4</c:v>
                </c:pt>
                <c:pt idx="123">
                  <c:v>35.799999999999997</c:v>
                </c:pt>
                <c:pt idx="124">
                  <c:v>36</c:v>
                </c:pt>
                <c:pt idx="125">
                  <c:v>36.4</c:v>
                </c:pt>
                <c:pt idx="126">
                  <c:v>37</c:v>
                </c:pt>
                <c:pt idx="127">
                  <c:v>37.799999999999997</c:v>
                </c:pt>
                <c:pt idx="128">
                  <c:v>38</c:v>
                </c:pt>
                <c:pt idx="129">
                  <c:v>38.200000000000003</c:v>
                </c:pt>
                <c:pt idx="130">
                  <c:v>38.200000000000003</c:v>
                </c:pt>
                <c:pt idx="131">
                  <c:v>38.4</c:v>
                </c:pt>
                <c:pt idx="132">
                  <c:v>38.6</c:v>
                </c:pt>
                <c:pt idx="133">
                  <c:v>38.799999999999997</c:v>
                </c:pt>
                <c:pt idx="134">
                  <c:v>38.799999999999997</c:v>
                </c:pt>
                <c:pt idx="135">
                  <c:v>38.799999999999997</c:v>
                </c:pt>
                <c:pt idx="136">
                  <c:v>39.6</c:v>
                </c:pt>
                <c:pt idx="137">
                  <c:v>39.799999999999997</c:v>
                </c:pt>
                <c:pt idx="138">
                  <c:v>40.200000000000003</c:v>
                </c:pt>
                <c:pt idx="139">
                  <c:v>41</c:v>
                </c:pt>
                <c:pt idx="140">
                  <c:v>41.4</c:v>
                </c:pt>
                <c:pt idx="141">
                  <c:v>41.4</c:v>
                </c:pt>
                <c:pt idx="142">
                  <c:v>42.2</c:v>
                </c:pt>
                <c:pt idx="143">
                  <c:v>42.4</c:v>
                </c:pt>
                <c:pt idx="144">
                  <c:v>42.6</c:v>
                </c:pt>
                <c:pt idx="145">
                  <c:v>43</c:v>
                </c:pt>
                <c:pt idx="146">
                  <c:v>43.2</c:v>
                </c:pt>
                <c:pt idx="147">
                  <c:v>43.2</c:v>
                </c:pt>
                <c:pt idx="148">
                  <c:v>43.4</c:v>
                </c:pt>
                <c:pt idx="149">
                  <c:v>43.6</c:v>
                </c:pt>
                <c:pt idx="150">
                  <c:v>44</c:v>
                </c:pt>
                <c:pt idx="151">
                  <c:v>44.6</c:v>
                </c:pt>
                <c:pt idx="152">
                  <c:v>44.6</c:v>
                </c:pt>
                <c:pt idx="153">
                  <c:v>44.6</c:v>
                </c:pt>
                <c:pt idx="154">
                  <c:v>45.2</c:v>
                </c:pt>
                <c:pt idx="155">
                  <c:v>45.6</c:v>
                </c:pt>
                <c:pt idx="156">
                  <c:v>45.6</c:v>
                </c:pt>
                <c:pt idx="157">
                  <c:v>46.4</c:v>
                </c:pt>
                <c:pt idx="158">
                  <c:v>46.4</c:v>
                </c:pt>
                <c:pt idx="159">
                  <c:v>47</c:v>
                </c:pt>
                <c:pt idx="160">
                  <c:v>47.4</c:v>
                </c:pt>
                <c:pt idx="161">
                  <c:v>47.6</c:v>
                </c:pt>
                <c:pt idx="162">
                  <c:v>48</c:v>
                </c:pt>
                <c:pt idx="163">
                  <c:v>48.2</c:v>
                </c:pt>
                <c:pt idx="164">
                  <c:v>48.4</c:v>
                </c:pt>
                <c:pt idx="165">
                  <c:v>49.4</c:v>
                </c:pt>
                <c:pt idx="166">
                  <c:v>49.4</c:v>
                </c:pt>
                <c:pt idx="167">
                  <c:v>49.6</c:v>
                </c:pt>
                <c:pt idx="168">
                  <c:v>49.6</c:v>
                </c:pt>
                <c:pt idx="169">
                  <c:v>49.8</c:v>
                </c:pt>
                <c:pt idx="170">
                  <c:v>50.2</c:v>
                </c:pt>
                <c:pt idx="171">
                  <c:v>50.4</c:v>
                </c:pt>
                <c:pt idx="172">
                  <c:v>50.4</c:v>
                </c:pt>
                <c:pt idx="173">
                  <c:v>51</c:v>
                </c:pt>
                <c:pt idx="174">
                  <c:v>52.4</c:v>
                </c:pt>
                <c:pt idx="175">
                  <c:v>52.6</c:v>
                </c:pt>
                <c:pt idx="176">
                  <c:v>53</c:v>
                </c:pt>
                <c:pt idx="177">
                  <c:v>53.2</c:v>
                </c:pt>
                <c:pt idx="178">
                  <c:v>53.2</c:v>
                </c:pt>
                <c:pt idx="179">
                  <c:v>53.6</c:v>
                </c:pt>
                <c:pt idx="180">
                  <c:v>53.6</c:v>
                </c:pt>
                <c:pt idx="181">
                  <c:v>53.6</c:v>
                </c:pt>
                <c:pt idx="182">
                  <c:v>53.8</c:v>
                </c:pt>
                <c:pt idx="183">
                  <c:v>54.4</c:v>
                </c:pt>
                <c:pt idx="184">
                  <c:v>54.6</c:v>
                </c:pt>
                <c:pt idx="185">
                  <c:v>54.8</c:v>
                </c:pt>
                <c:pt idx="186">
                  <c:v>55.4</c:v>
                </c:pt>
                <c:pt idx="187">
                  <c:v>55.8</c:v>
                </c:pt>
                <c:pt idx="188">
                  <c:v>55.8</c:v>
                </c:pt>
                <c:pt idx="189">
                  <c:v>56.2</c:v>
                </c:pt>
                <c:pt idx="190">
                  <c:v>56.2</c:v>
                </c:pt>
                <c:pt idx="191">
                  <c:v>57.8</c:v>
                </c:pt>
                <c:pt idx="192">
                  <c:v>58.2</c:v>
                </c:pt>
                <c:pt idx="193">
                  <c:v>58.4</c:v>
                </c:pt>
                <c:pt idx="194">
                  <c:v>58.4</c:v>
                </c:pt>
                <c:pt idx="195">
                  <c:v>58.8</c:v>
                </c:pt>
                <c:pt idx="196">
                  <c:v>59</c:v>
                </c:pt>
                <c:pt idx="197">
                  <c:v>59</c:v>
                </c:pt>
                <c:pt idx="198">
                  <c:v>59.4</c:v>
                </c:pt>
                <c:pt idx="199">
                  <c:v>59.6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29-44EC-8ABB-B2297F1DE57E}"/>
            </c:ext>
          </c:extLst>
        </c:ser>
        <c:ser>
          <c:idx val="4"/>
          <c:order val="4"/>
          <c:tx>
            <c:strRef>
              <c:f>save1!$EY$810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save1!$EY$811:$EY$1010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1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1.4</c:v>
                </c:pt>
                <c:pt idx="46">
                  <c:v>1.4</c:v>
                </c:pt>
                <c:pt idx="47">
                  <c:v>1.4</c:v>
                </c:pt>
                <c:pt idx="48">
                  <c:v>1.6</c:v>
                </c:pt>
                <c:pt idx="49">
                  <c:v>1.8</c:v>
                </c:pt>
                <c:pt idx="50">
                  <c:v>1.8</c:v>
                </c:pt>
                <c:pt idx="51">
                  <c:v>2</c:v>
                </c:pt>
                <c:pt idx="52">
                  <c:v>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2.4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2.8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2.8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3.2</c:v>
                </c:pt>
                <c:pt idx="73">
                  <c:v>3.4</c:v>
                </c:pt>
                <c:pt idx="74">
                  <c:v>3.4</c:v>
                </c:pt>
                <c:pt idx="75">
                  <c:v>3.4</c:v>
                </c:pt>
                <c:pt idx="76">
                  <c:v>3.4</c:v>
                </c:pt>
                <c:pt idx="77">
                  <c:v>3.6</c:v>
                </c:pt>
                <c:pt idx="78">
                  <c:v>3.8</c:v>
                </c:pt>
                <c:pt idx="79">
                  <c:v>3.8</c:v>
                </c:pt>
                <c:pt idx="80">
                  <c:v>3.8</c:v>
                </c:pt>
                <c:pt idx="81">
                  <c:v>4</c:v>
                </c:pt>
                <c:pt idx="82">
                  <c:v>4</c:v>
                </c:pt>
                <c:pt idx="83">
                  <c:v>4.2</c:v>
                </c:pt>
                <c:pt idx="84">
                  <c:v>4.2</c:v>
                </c:pt>
                <c:pt idx="85">
                  <c:v>4.2</c:v>
                </c:pt>
                <c:pt idx="86">
                  <c:v>4.2</c:v>
                </c:pt>
                <c:pt idx="87">
                  <c:v>4.2</c:v>
                </c:pt>
                <c:pt idx="88">
                  <c:v>4.2</c:v>
                </c:pt>
                <c:pt idx="89">
                  <c:v>4.4000000000000004</c:v>
                </c:pt>
                <c:pt idx="90">
                  <c:v>4.4000000000000004</c:v>
                </c:pt>
                <c:pt idx="91">
                  <c:v>4.4000000000000004</c:v>
                </c:pt>
                <c:pt idx="92">
                  <c:v>4.4000000000000004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4.8</c:v>
                </c:pt>
                <c:pt idx="99">
                  <c:v>4.8</c:v>
                </c:pt>
                <c:pt idx="100">
                  <c:v>4.8</c:v>
                </c:pt>
                <c:pt idx="101">
                  <c:v>4.8</c:v>
                </c:pt>
                <c:pt idx="102">
                  <c:v>4.8</c:v>
                </c:pt>
                <c:pt idx="103">
                  <c:v>4.8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5.2</c:v>
                </c:pt>
                <c:pt idx="115">
                  <c:v>5.2</c:v>
                </c:pt>
                <c:pt idx="116">
                  <c:v>5.4</c:v>
                </c:pt>
                <c:pt idx="117">
                  <c:v>5.4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5.4</c:v>
                </c:pt>
                <c:pt idx="125">
                  <c:v>5.4</c:v>
                </c:pt>
                <c:pt idx="126">
                  <c:v>5.4</c:v>
                </c:pt>
                <c:pt idx="127">
                  <c:v>5.4</c:v>
                </c:pt>
                <c:pt idx="128">
                  <c:v>5.4</c:v>
                </c:pt>
                <c:pt idx="129">
                  <c:v>5.4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5.4</c:v>
                </c:pt>
                <c:pt idx="134">
                  <c:v>5.4</c:v>
                </c:pt>
                <c:pt idx="135">
                  <c:v>5.4</c:v>
                </c:pt>
                <c:pt idx="136">
                  <c:v>5.4</c:v>
                </c:pt>
                <c:pt idx="137">
                  <c:v>5.4</c:v>
                </c:pt>
                <c:pt idx="138">
                  <c:v>5.4</c:v>
                </c:pt>
                <c:pt idx="139">
                  <c:v>5.4</c:v>
                </c:pt>
                <c:pt idx="140">
                  <c:v>5.4</c:v>
                </c:pt>
                <c:pt idx="141">
                  <c:v>5.6</c:v>
                </c:pt>
                <c:pt idx="142">
                  <c:v>5.6</c:v>
                </c:pt>
                <c:pt idx="143">
                  <c:v>5.8</c:v>
                </c:pt>
                <c:pt idx="144">
                  <c:v>5.8</c:v>
                </c:pt>
                <c:pt idx="145">
                  <c:v>5.8</c:v>
                </c:pt>
                <c:pt idx="146">
                  <c:v>5.8</c:v>
                </c:pt>
                <c:pt idx="147">
                  <c:v>6</c:v>
                </c:pt>
                <c:pt idx="148">
                  <c:v>6</c:v>
                </c:pt>
                <c:pt idx="149">
                  <c:v>6</c:v>
                </c:pt>
                <c:pt idx="150">
                  <c:v>6</c:v>
                </c:pt>
                <c:pt idx="151">
                  <c:v>6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6.2</c:v>
                </c:pt>
                <c:pt idx="156">
                  <c:v>6.2</c:v>
                </c:pt>
                <c:pt idx="157">
                  <c:v>6.2</c:v>
                </c:pt>
                <c:pt idx="158">
                  <c:v>6.2</c:v>
                </c:pt>
                <c:pt idx="159">
                  <c:v>6.4</c:v>
                </c:pt>
                <c:pt idx="160">
                  <c:v>6.4</c:v>
                </c:pt>
                <c:pt idx="161">
                  <c:v>6.4</c:v>
                </c:pt>
                <c:pt idx="162">
                  <c:v>6.4</c:v>
                </c:pt>
                <c:pt idx="163">
                  <c:v>6.4</c:v>
                </c:pt>
                <c:pt idx="164">
                  <c:v>6.4</c:v>
                </c:pt>
                <c:pt idx="165">
                  <c:v>6.4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6.8</c:v>
                </c:pt>
                <c:pt idx="173">
                  <c:v>6.8</c:v>
                </c:pt>
                <c:pt idx="174">
                  <c:v>6.8</c:v>
                </c:pt>
                <c:pt idx="175">
                  <c:v>6.8</c:v>
                </c:pt>
                <c:pt idx="176">
                  <c:v>6.8</c:v>
                </c:pt>
                <c:pt idx="177">
                  <c:v>7</c:v>
                </c:pt>
                <c:pt idx="178">
                  <c:v>7.2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7.6</c:v>
                </c:pt>
                <c:pt idx="183">
                  <c:v>7.6</c:v>
                </c:pt>
                <c:pt idx="184">
                  <c:v>7.6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7.8</c:v>
                </c:pt>
                <c:pt idx="189">
                  <c:v>7.8</c:v>
                </c:pt>
                <c:pt idx="190">
                  <c:v>7.8</c:v>
                </c:pt>
                <c:pt idx="191">
                  <c:v>8</c:v>
                </c:pt>
                <c:pt idx="192">
                  <c:v>8</c:v>
                </c:pt>
                <c:pt idx="193">
                  <c:v>8</c:v>
                </c:pt>
                <c:pt idx="194">
                  <c:v>8.1999999999999993</c:v>
                </c:pt>
                <c:pt idx="195">
                  <c:v>8.1999999999999993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429-44EC-8ABB-B2297F1DE57E}"/>
            </c:ext>
          </c:extLst>
        </c:ser>
        <c:ser>
          <c:idx val="5"/>
          <c:order val="5"/>
          <c:tx>
            <c:strRef>
              <c:f>save1!$EZ$810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save1!$EZ$811:$EZ$1010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0.6</c:v>
                </c:pt>
                <c:pt idx="3">
                  <c:v>0.8</c:v>
                </c:pt>
                <c:pt idx="4">
                  <c:v>1.2</c:v>
                </c:pt>
                <c:pt idx="5">
                  <c:v>1.8</c:v>
                </c:pt>
                <c:pt idx="6">
                  <c:v>2.4</c:v>
                </c:pt>
                <c:pt idx="7">
                  <c:v>2.8</c:v>
                </c:pt>
                <c:pt idx="8">
                  <c:v>3</c:v>
                </c:pt>
                <c:pt idx="9">
                  <c:v>3.6</c:v>
                </c:pt>
                <c:pt idx="10">
                  <c:v>4</c:v>
                </c:pt>
                <c:pt idx="11">
                  <c:v>4.4000000000000004</c:v>
                </c:pt>
                <c:pt idx="12">
                  <c:v>4.5999999999999996</c:v>
                </c:pt>
                <c:pt idx="13">
                  <c:v>4.8</c:v>
                </c:pt>
                <c:pt idx="14">
                  <c:v>5</c:v>
                </c:pt>
                <c:pt idx="15">
                  <c:v>5.4</c:v>
                </c:pt>
                <c:pt idx="16">
                  <c:v>6</c:v>
                </c:pt>
                <c:pt idx="17">
                  <c:v>6.2</c:v>
                </c:pt>
                <c:pt idx="18">
                  <c:v>6.8</c:v>
                </c:pt>
                <c:pt idx="19">
                  <c:v>7</c:v>
                </c:pt>
                <c:pt idx="20">
                  <c:v>7.6</c:v>
                </c:pt>
                <c:pt idx="21">
                  <c:v>8.4</c:v>
                </c:pt>
                <c:pt idx="22">
                  <c:v>9</c:v>
                </c:pt>
                <c:pt idx="23">
                  <c:v>9.4</c:v>
                </c:pt>
                <c:pt idx="24">
                  <c:v>9.8000000000000007</c:v>
                </c:pt>
                <c:pt idx="25">
                  <c:v>10.199999999999999</c:v>
                </c:pt>
                <c:pt idx="26">
                  <c:v>10.8</c:v>
                </c:pt>
                <c:pt idx="27">
                  <c:v>11</c:v>
                </c:pt>
                <c:pt idx="28">
                  <c:v>11.2</c:v>
                </c:pt>
                <c:pt idx="29">
                  <c:v>11.4</c:v>
                </c:pt>
                <c:pt idx="30">
                  <c:v>11.6</c:v>
                </c:pt>
                <c:pt idx="31">
                  <c:v>11.6</c:v>
                </c:pt>
                <c:pt idx="32">
                  <c:v>12.4</c:v>
                </c:pt>
                <c:pt idx="33">
                  <c:v>13</c:v>
                </c:pt>
                <c:pt idx="34">
                  <c:v>13.4</c:v>
                </c:pt>
                <c:pt idx="35">
                  <c:v>13.8</c:v>
                </c:pt>
                <c:pt idx="36">
                  <c:v>14.2</c:v>
                </c:pt>
                <c:pt idx="37">
                  <c:v>14.6</c:v>
                </c:pt>
                <c:pt idx="38">
                  <c:v>14.8</c:v>
                </c:pt>
                <c:pt idx="39">
                  <c:v>15.2</c:v>
                </c:pt>
                <c:pt idx="40">
                  <c:v>15.4</c:v>
                </c:pt>
                <c:pt idx="41">
                  <c:v>15.8</c:v>
                </c:pt>
                <c:pt idx="42">
                  <c:v>16</c:v>
                </c:pt>
                <c:pt idx="43">
                  <c:v>16.2</c:v>
                </c:pt>
                <c:pt idx="44">
                  <c:v>16.399999999999999</c:v>
                </c:pt>
                <c:pt idx="45">
                  <c:v>17.2</c:v>
                </c:pt>
                <c:pt idx="46">
                  <c:v>17.2</c:v>
                </c:pt>
                <c:pt idx="47">
                  <c:v>17.399999999999999</c:v>
                </c:pt>
                <c:pt idx="48">
                  <c:v>17.8</c:v>
                </c:pt>
                <c:pt idx="49">
                  <c:v>17.8</c:v>
                </c:pt>
                <c:pt idx="50">
                  <c:v>17.8</c:v>
                </c:pt>
                <c:pt idx="51">
                  <c:v>18.2</c:v>
                </c:pt>
                <c:pt idx="52">
                  <c:v>18.399999999999999</c:v>
                </c:pt>
                <c:pt idx="53">
                  <c:v>18.600000000000001</c:v>
                </c:pt>
                <c:pt idx="54">
                  <c:v>19.2</c:v>
                </c:pt>
                <c:pt idx="55">
                  <c:v>19.8</c:v>
                </c:pt>
                <c:pt idx="56">
                  <c:v>20.2</c:v>
                </c:pt>
                <c:pt idx="57">
                  <c:v>21</c:v>
                </c:pt>
                <c:pt idx="58">
                  <c:v>21.4</c:v>
                </c:pt>
                <c:pt idx="59">
                  <c:v>21.8</c:v>
                </c:pt>
                <c:pt idx="60">
                  <c:v>22.2</c:v>
                </c:pt>
                <c:pt idx="61">
                  <c:v>22.6</c:v>
                </c:pt>
                <c:pt idx="62">
                  <c:v>22.6</c:v>
                </c:pt>
                <c:pt idx="63">
                  <c:v>23.2</c:v>
                </c:pt>
                <c:pt idx="64">
                  <c:v>23.6</c:v>
                </c:pt>
                <c:pt idx="65">
                  <c:v>23.6</c:v>
                </c:pt>
                <c:pt idx="66">
                  <c:v>23.8</c:v>
                </c:pt>
                <c:pt idx="67">
                  <c:v>24</c:v>
                </c:pt>
                <c:pt idx="68">
                  <c:v>24.2</c:v>
                </c:pt>
                <c:pt idx="69">
                  <c:v>24.2</c:v>
                </c:pt>
                <c:pt idx="70">
                  <c:v>24.2</c:v>
                </c:pt>
                <c:pt idx="71">
                  <c:v>24.6</c:v>
                </c:pt>
                <c:pt idx="72">
                  <c:v>25</c:v>
                </c:pt>
                <c:pt idx="73">
                  <c:v>25.4</c:v>
                </c:pt>
                <c:pt idx="74">
                  <c:v>25.6</c:v>
                </c:pt>
                <c:pt idx="75">
                  <c:v>26</c:v>
                </c:pt>
                <c:pt idx="76">
                  <c:v>26.4</c:v>
                </c:pt>
                <c:pt idx="77">
                  <c:v>26.8</c:v>
                </c:pt>
                <c:pt idx="78">
                  <c:v>27</c:v>
                </c:pt>
                <c:pt idx="79">
                  <c:v>27.4</c:v>
                </c:pt>
                <c:pt idx="80">
                  <c:v>27.4</c:v>
                </c:pt>
                <c:pt idx="81">
                  <c:v>27.8</c:v>
                </c:pt>
                <c:pt idx="82">
                  <c:v>28.4</c:v>
                </c:pt>
                <c:pt idx="83">
                  <c:v>29</c:v>
                </c:pt>
                <c:pt idx="84">
                  <c:v>29</c:v>
                </c:pt>
                <c:pt idx="85">
                  <c:v>29.6</c:v>
                </c:pt>
                <c:pt idx="86">
                  <c:v>30</c:v>
                </c:pt>
                <c:pt idx="87">
                  <c:v>30.2</c:v>
                </c:pt>
                <c:pt idx="88">
                  <c:v>30.4</c:v>
                </c:pt>
                <c:pt idx="89">
                  <c:v>30.4</c:v>
                </c:pt>
                <c:pt idx="90">
                  <c:v>31.2</c:v>
                </c:pt>
                <c:pt idx="91">
                  <c:v>31.6</c:v>
                </c:pt>
                <c:pt idx="92">
                  <c:v>32</c:v>
                </c:pt>
                <c:pt idx="93">
                  <c:v>32.4</c:v>
                </c:pt>
                <c:pt idx="94">
                  <c:v>32.799999999999997</c:v>
                </c:pt>
                <c:pt idx="95">
                  <c:v>33</c:v>
                </c:pt>
                <c:pt idx="96">
                  <c:v>33</c:v>
                </c:pt>
                <c:pt idx="97">
                  <c:v>33.200000000000003</c:v>
                </c:pt>
                <c:pt idx="98">
                  <c:v>33.4</c:v>
                </c:pt>
                <c:pt idx="99">
                  <c:v>33.799999999999997</c:v>
                </c:pt>
                <c:pt idx="100">
                  <c:v>34</c:v>
                </c:pt>
                <c:pt idx="101">
                  <c:v>34.200000000000003</c:v>
                </c:pt>
                <c:pt idx="102">
                  <c:v>34.4</c:v>
                </c:pt>
                <c:pt idx="103">
                  <c:v>34.799999999999997</c:v>
                </c:pt>
                <c:pt idx="104">
                  <c:v>35</c:v>
                </c:pt>
                <c:pt idx="105">
                  <c:v>35.200000000000003</c:v>
                </c:pt>
                <c:pt idx="106">
                  <c:v>35.6</c:v>
                </c:pt>
                <c:pt idx="107">
                  <c:v>36.200000000000003</c:v>
                </c:pt>
                <c:pt idx="108">
                  <c:v>36.4</c:v>
                </c:pt>
                <c:pt idx="109">
                  <c:v>36.799999999999997</c:v>
                </c:pt>
                <c:pt idx="110">
                  <c:v>37</c:v>
                </c:pt>
                <c:pt idx="111">
                  <c:v>37.799999999999997</c:v>
                </c:pt>
                <c:pt idx="112">
                  <c:v>38.6</c:v>
                </c:pt>
                <c:pt idx="113">
                  <c:v>38.799999999999997</c:v>
                </c:pt>
                <c:pt idx="114">
                  <c:v>39</c:v>
                </c:pt>
                <c:pt idx="115">
                  <c:v>39.4</c:v>
                </c:pt>
                <c:pt idx="116">
                  <c:v>39.4</c:v>
                </c:pt>
                <c:pt idx="117">
                  <c:v>39.799999999999997</c:v>
                </c:pt>
                <c:pt idx="118">
                  <c:v>39.799999999999997</c:v>
                </c:pt>
                <c:pt idx="119">
                  <c:v>40</c:v>
                </c:pt>
                <c:pt idx="120">
                  <c:v>40.4</c:v>
                </c:pt>
                <c:pt idx="121">
                  <c:v>41.2</c:v>
                </c:pt>
                <c:pt idx="122">
                  <c:v>41.4</c:v>
                </c:pt>
                <c:pt idx="123">
                  <c:v>41.8</c:v>
                </c:pt>
                <c:pt idx="124">
                  <c:v>41.8</c:v>
                </c:pt>
                <c:pt idx="125">
                  <c:v>42.2</c:v>
                </c:pt>
                <c:pt idx="126">
                  <c:v>42.4</c:v>
                </c:pt>
                <c:pt idx="127">
                  <c:v>42.8</c:v>
                </c:pt>
                <c:pt idx="128">
                  <c:v>43.2</c:v>
                </c:pt>
                <c:pt idx="129">
                  <c:v>43.4</c:v>
                </c:pt>
                <c:pt idx="130">
                  <c:v>43.6</c:v>
                </c:pt>
                <c:pt idx="131">
                  <c:v>43.8</c:v>
                </c:pt>
                <c:pt idx="132">
                  <c:v>44</c:v>
                </c:pt>
                <c:pt idx="133">
                  <c:v>44.4</c:v>
                </c:pt>
                <c:pt idx="134">
                  <c:v>44.6</c:v>
                </c:pt>
                <c:pt idx="135">
                  <c:v>44.6</c:v>
                </c:pt>
                <c:pt idx="136">
                  <c:v>45.2</c:v>
                </c:pt>
                <c:pt idx="137">
                  <c:v>45.6</c:v>
                </c:pt>
                <c:pt idx="138">
                  <c:v>46</c:v>
                </c:pt>
                <c:pt idx="139">
                  <c:v>46.2</c:v>
                </c:pt>
                <c:pt idx="140">
                  <c:v>46.4</c:v>
                </c:pt>
                <c:pt idx="141">
                  <c:v>47</c:v>
                </c:pt>
                <c:pt idx="142">
                  <c:v>47.8</c:v>
                </c:pt>
                <c:pt idx="143">
                  <c:v>48.2</c:v>
                </c:pt>
                <c:pt idx="144">
                  <c:v>48.2</c:v>
                </c:pt>
                <c:pt idx="145">
                  <c:v>48.4</c:v>
                </c:pt>
                <c:pt idx="146">
                  <c:v>49</c:v>
                </c:pt>
                <c:pt idx="147">
                  <c:v>49.2</c:v>
                </c:pt>
                <c:pt idx="148">
                  <c:v>49.4</c:v>
                </c:pt>
                <c:pt idx="149">
                  <c:v>49.4</c:v>
                </c:pt>
                <c:pt idx="150">
                  <c:v>49.6</c:v>
                </c:pt>
                <c:pt idx="151">
                  <c:v>49.8</c:v>
                </c:pt>
                <c:pt idx="152">
                  <c:v>49.8</c:v>
                </c:pt>
                <c:pt idx="153">
                  <c:v>50.4</c:v>
                </c:pt>
                <c:pt idx="154">
                  <c:v>50.8</c:v>
                </c:pt>
                <c:pt idx="155">
                  <c:v>51.2</c:v>
                </c:pt>
                <c:pt idx="156">
                  <c:v>51.6</c:v>
                </c:pt>
                <c:pt idx="157">
                  <c:v>52</c:v>
                </c:pt>
                <c:pt idx="158">
                  <c:v>52.2</c:v>
                </c:pt>
                <c:pt idx="159">
                  <c:v>52.8</c:v>
                </c:pt>
                <c:pt idx="160">
                  <c:v>53.2</c:v>
                </c:pt>
                <c:pt idx="161">
                  <c:v>53.4</c:v>
                </c:pt>
                <c:pt idx="162">
                  <c:v>53.8</c:v>
                </c:pt>
                <c:pt idx="163">
                  <c:v>54</c:v>
                </c:pt>
                <c:pt idx="164">
                  <c:v>54.6</c:v>
                </c:pt>
                <c:pt idx="165">
                  <c:v>55.4</c:v>
                </c:pt>
                <c:pt idx="166">
                  <c:v>55.8</c:v>
                </c:pt>
                <c:pt idx="167">
                  <c:v>55.8</c:v>
                </c:pt>
                <c:pt idx="168">
                  <c:v>55.8</c:v>
                </c:pt>
                <c:pt idx="169">
                  <c:v>56.4</c:v>
                </c:pt>
                <c:pt idx="170">
                  <c:v>56.8</c:v>
                </c:pt>
                <c:pt idx="171">
                  <c:v>57.2</c:v>
                </c:pt>
                <c:pt idx="172">
                  <c:v>57.4</c:v>
                </c:pt>
                <c:pt idx="173">
                  <c:v>57.8</c:v>
                </c:pt>
                <c:pt idx="174">
                  <c:v>58.4</c:v>
                </c:pt>
                <c:pt idx="175">
                  <c:v>58.8</c:v>
                </c:pt>
                <c:pt idx="176">
                  <c:v>59.4</c:v>
                </c:pt>
                <c:pt idx="177">
                  <c:v>60.2</c:v>
                </c:pt>
                <c:pt idx="178">
                  <c:v>60.2</c:v>
                </c:pt>
                <c:pt idx="179">
                  <c:v>60.6</c:v>
                </c:pt>
                <c:pt idx="180">
                  <c:v>60.8</c:v>
                </c:pt>
                <c:pt idx="181">
                  <c:v>61</c:v>
                </c:pt>
                <c:pt idx="182">
                  <c:v>61.2</c:v>
                </c:pt>
                <c:pt idx="183">
                  <c:v>61.4</c:v>
                </c:pt>
                <c:pt idx="184">
                  <c:v>61.6</c:v>
                </c:pt>
                <c:pt idx="185">
                  <c:v>61.6</c:v>
                </c:pt>
                <c:pt idx="186">
                  <c:v>62</c:v>
                </c:pt>
                <c:pt idx="187">
                  <c:v>62.2</c:v>
                </c:pt>
                <c:pt idx="188">
                  <c:v>62.6</c:v>
                </c:pt>
                <c:pt idx="189">
                  <c:v>63</c:v>
                </c:pt>
                <c:pt idx="190">
                  <c:v>63</c:v>
                </c:pt>
                <c:pt idx="191">
                  <c:v>63.8</c:v>
                </c:pt>
                <c:pt idx="192">
                  <c:v>64.2</c:v>
                </c:pt>
                <c:pt idx="193">
                  <c:v>64.400000000000006</c:v>
                </c:pt>
                <c:pt idx="194">
                  <c:v>64.8</c:v>
                </c:pt>
                <c:pt idx="195">
                  <c:v>65</c:v>
                </c:pt>
                <c:pt idx="196">
                  <c:v>65.400000000000006</c:v>
                </c:pt>
                <c:pt idx="197">
                  <c:v>65.599999999999994</c:v>
                </c:pt>
                <c:pt idx="198">
                  <c:v>66.2</c:v>
                </c:pt>
                <c:pt idx="199">
                  <c:v>66.2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429-44EC-8ABB-B2297F1DE57E}"/>
            </c:ext>
          </c:extLst>
        </c:ser>
        <c:ser>
          <c:idx val="6"/>
          <c:order val="6"/>
          <c:tx>
            <c:strRef>
              <c:f>save1!$FA$810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save1!$FA$811:$FA$1010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0.6</c:v>
                </c:pt>
                <c:pt idx="13">
                  <c:v>0.6</c:v>
                </c:pt>
                <c:pt idx="14">
                  <c:v>0.6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0.8</c:v>
                </c:pt>
                <c:pt idx="20">
                  <c:v>0.8</c:v>
                </c:pt>
                <c:pt idx="21">
                  <c:v>0.8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1.2</c:v>
                </c:pt>
                <c:pt idx="27">
                  <c:v>1.2</c:v>
                </c:pt>
                <c:pt idx="28">
                  <c:v>1.2</c:v>
                </c:pt>
                <c:pt idx="29">
                  <c:v>1.2</c:v>
                </c:pt>
                <c:pt idx="30">
                  <c:v>1.2</c:v>
                </c:pt>
                <c:pt idx="31">
                  <c:v>1.2</c:v>
                </c:pt>
                <c:pt idx="32">
                  <c:v>1.2</c:v>
                </c:pt>
                <c:pt idx="33">
                  <c:v>1.2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1.4</c:v>
                </c:pt>
                <c:pt idx="38">
                  <c:v>1.4</c:v>
                </c:pt>
                <c:pt idx="39">
                  <c:v>1.6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1.8</c:v>
                </c:pt>
                <c:pt idx="46">
                  <c:v>1.8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2.2000000000000002</c:v>
                </c:pt>
                <c:pt idx="54">
                  <c:v>2.2000000000000002</c:v>
                </c:pt>
                <c:pt idx="55">
                  <c:v>2.2000000000000002</c:v>
                </c:pt>
                <c:pt idx="56">
                  <c:v>2.2000000000000002</c:v>
                </c:pt>
                <c:pt idx="57">
                  <c:v>2.2000000000000002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2.4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3.2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3.2</c:v>
                </c:pt>
                <c:pt idx="100">
                  <c:v>3.2</c:v>
                </c:pt>
                <c:pt idx="101">
                  <c:v>3.2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3.2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3.8</c:v>
                </c:pt>
                <c:pt idx="122">
                  <c:v>3.8</c:v>
                </c:pt>
                <c:pt idx="123">
                  <c:v>3.8</c:v>
                </c:pt>
                <c:pt idx="124">
                  <c:v>3.8</c:v>
                </c:pt>
                <c:pt idx="125">
                  <c:v>3.8</c:v>
                </c:pt>
                <c:pt idx="126">
                  <c:v>3.8</c:v>
                </c:pt>
                <c:pt idx="127">
                  <c:v>3.8</c:v>
                </c:pt>
                <c:pt idx="128">
                  <c:v>3.8</c:v>
                </c:pt>
                <c:pt idx="129">
                  <c:v>3.8</c:v>
                </c:pt>
                <c:pt idx="130">
                  <c:v>3.8</c:v>
                </c:pt>
                <c:pt idx="131">
                  <c:v>3.8</c:v>
                </c:pt>
                <c:pt idx="132">
                  <c:v>3.8</c:v>
                </c:pt>
                <c:pt idx="133">
                  <c:v>3.8</c:v>
                </c:pt>
                <c:pt idx="134">
                  <c:v>4</c:v>
                </c:pt>
                <c:pt idx="135">
                  <c:v>4</c:v>
                </c:pt>
                <c:pt idx="136">
                  <c:v>4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4.2</c:v>
                </c:pt>
                <c:pt idx="141">
                  <c:v>4.2</c:v>
                </c:pt>
                <c:pt idx="142">
                  <c:v>4.2</c:v>
                </c:pt>
                <c:pt idx="143">
                  <c:v>4.2</c:v>
                </c:pt>
                <c:pt idx="144">
                  <c:v>4.2</c:v>
                </c:pt>
                <c:pt idx="145">
                  <c:v>4.2</c:v>
                </c:pt>
                <c:pt idx="146">
                  <c:v>4.2</c:v>
                </c:pt>
                <c:pt idx="147">
                  <c:v>4.2</c:v>
                </c:pt>
                <c:pt idx="148">
                  <c:v>4.2</c:v>
                </c:pt>
                <c:pt idx="149">
                  <c:v>4.2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4.5999999999999996</c:v>
                </c:pt>
                <c:pt idx="157">
                  <c:v>4.5999999999999996</c:v>
                </c:pt>
                <c:pt idx="158">
                  <c:v>4.5999999999999996</c:v>
                </c:pt>
                <c:pt idx="159">
                  <c:v>4.5999999999999996</c:v>
                </c:pt>
                <c:pt idx="160">
                  <c:v>4.5999999999999996</c:v>
                </c:pt>
                <c:pt idx="161">
                  <c:v>4.5999999999999996</c:v>
                </c:pt>
                <c:pt idx="162">
                  <c:v>4.5999999999999996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4.8</c:v>
                </c:pt>
                <c:pt idx="166">
                  <c:v>4.8</c:v>
                </c:pt>
                <c:pt idx="167">
                  <c:v>4.8</c:v>
                </c:pt>
                <c:pt idx="168">
                  <c:v>4.8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4.8</c:v>
                </c:pt>
                <c:pt idx="178">
                  <c:v>4.8</c:v>
                </c:pt>
                <c:pt idx="179">
                  <c:v>4.8</c:v>
                </c:pt>
                <c:pt idx="180">
                  <c:v>4.8</c:v>
                </c:pt>
                <c:pt idx="181">
                  <c:v>4.8</c:v>
                </c:pt>
                <c:pt idx="182">
                  <c:v>4.8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4.8</c:v>
                </c:pt>
                <c:pt idx="191">
                  <c:v>4.8</c:v>
                </c:pt>
                <c:pt idx="192">
                  <c:v>4.8</c:v>
                </c:pt>
                <c:pt idx="193">
                  <c:v>4.8</c:v>
                </c:pt>
                <c:pt idx="194">
                  <c:v>4.8</c:v>
                </c:pt>
                <c:pt idx="195">
                  <c:v>4.8</c:v>
                </c:pt>
                <c:pt idx="196">
                  <c:v>5</c:v>
                </c:pt>
                <c:pt idx="197">
                  <c:v>5</c:v>
                </c:pt>
                <c:pt idx="198">
                  <c:v>5.2</c:v>
                </c:pt>
                <c:pt idx="199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429-44EC-8ABB-B2297F1DE57E}"/>
            </c:ext>
          </c:extLst>
        </c:ser>
        <c:ser>
          <c:idx val="7"/>
          <c:order val="7"/>
          <c:tx>
            <c:strRef>
              <c:f>save1!$FB$810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save1!$FB$811:$FB$1010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0.8</c:v>
                </c:pt>
                <c:pt idx="57">
                  <c:v>0.8</c:v>
                </c:pt>
                <c:pt idx="58">
                  <c:v>0.8</c:v>
                </c:pt>
                <c:pt idx="59">
                  <c:v>0.8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1.2</c:v>
                </c:pt>
                <c:pt idx="93">
                  <c:v>1.4</c:v>
                </c:pt>
                <c:pt idx="94">
                  <c:v>1.4</c:v>
                </c:pt>
                <c:pt idx="95">
                  <c:v>1.4</c:v>
                </c:pt>
                <c:pt idx="96">
                  <c:v>1.4</c:v>
                </c:pt>
                <c:pt idx="97">
                  <c:v>1.4</c:v>
                </c:pt>
                <c:pt idx="98">
                  <c:v>1.4</c:v>
                </c:pt>
                <c:pt idx="99">
                  <c:v>1.4</c:v>
                </c:pt>
                <c:pt idx="100">
                  <c:v>1.4</c:v>
                </c:pt>
                <c:pt idx="101">
                  <c:v>1.4</c:v>
                </c:pt>
                <c:pt idx="102">
                  <c:v>1.4</c:v>
                </c:pt>
                <c:pt idx="103">
                  <c:v>1.4</c:v>
                </c:pt>
                <c:pt idx="104">
                  <c:v>1.4</c:v>
                </c:pt>
                <c:pt idx="105">
                  <c:v>1.4</c:v>
                </c:pt>
                <c:pt idx="106">
                  <c:v>1.4</c:v>
                </c:pt>
                <c:pt idx="107">
                  <c:v>1.4</c:v>
                </c:pt>
                <c:pt idx="108">
                  <c:v>1.4</c:v>
                </c:pt>
                <c:pt idx="109">
                  <c:v>1.4</c:v>
                </c:pt>
                <c:pt idx="110">
                  <c:v>1.4</c:v>
                </c:pt>
                <c:pt idx="111">
                  <c:v>1.4</c:v>
                </c:pt>
                <c:pt idx="112">
                  <c:v>1.4</c:v>
                </c:pt>
                <c:pt idx="113">
                  <c:v>1.4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1.6</c:v>
                </c:pt>
                <c:pt idx="125">
                  <c:v>1.6</c:v>
                </c:pt>
                <c:pt idx="126">
                  <c:v>1.6</c:v>
                </c:pt>
                <c:pt idx="127">
                  <c:v>1.6</c:v>
                </c:pt>
                <c:pt idx="128">
                  <c:v>1.6</c:v>
                </c:pt>
                <c:pt idx="129">
                  <c:v>1.6</c:v>
                </c:pt>
                <c:pt idx="130">
                  <c:v>1.6</c:v>
                </c:pt>
                <c:pt idx="131">
                  <c:v>1.6</c:v>
                </c:pt>
                <c:pt idx="132">
                  <c:v>1.6</c:v>
                </c:pt>
                <c:pt idx="133">
                  <c:v>1.6</c:v>
                </c:pt>
                <c:pt idx="134">
                  <c:v>1.6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1.6</c:v>
                </c:pt>
                <c:pt idx="140">
                  <c:v>1.6</c:v>
                </c:pt>
                <c:pt idx="141">
                  <c:v>1.6</c:v>
                </c:pt>
                <c:pt idx="142">
                  <c:v>1.6</c:v>
                </c:pt>
                <c:pt idx="143">
                  <c:v>1.6</c:v>
                </c:pt>
                <c:pt idx="144">
                  <c:v>1.6</c:v>
                </c:pt>
                <c:pt idx="145">
                  <c:v>1.6</c:v>
                </c:pt>
                <c:pt idx="146">
                  <c:v>1.6</c:v>
                </c:pt>
                <c:pt idx="147">
                  <c:v>1.6</c:v>
                </c:pt>
                <c:pt idx="148">
                  <c:v>1.6</c:v>
                </c:pt>
                <c:pt idx="149">
                  <c:v>1.6</c:v>
                </c:pt>
                <c:pt idx="150">
                  <c:v>1.6</c:v>
                </c:pt>
                <c:pt idx="151">
                  <c:v>1.6</c:v>
                </c:pt>
                <c:pt idx="152">
                  <c:v>1.6</c:v>
                </c:pt>
                <c:pt idx="153">
                  <c:v>1.6</c:v>
                </c:pt>
                <c:pt idx="154">
                  <c:v>1.6</c:v>
                </c:pt>
                <c:pt idx="155">
                  <c:v>1.6</c:v>
                </c:pt>
                <c:pt idx="156">
                  <c:v>1.6</c:v>
                </c:pt>
                <c:pt idx="157">
                  <c:v>1.6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1.6</c:v>
                </c:pt>
                <c:pt idx="177">
                  <c:v>1.6</c:v>
                </c:pt>
                <c:pt idx="178">
                  <c:v>1.6</c:v>
                </c:pt>
                <c:pt idx="179">
                  <c:v>1.6</c:v>
                </c:pt>
                <c:pt idx="180">
                  <c:v>1.6</c:v>
                </c:pt>
                <c:pt idx="181">
                  <c:v>1.6</c:v>
                </c:pt>
                <c:pt idx="182">
                  <c:v>1.6</c:v>
                </c:pt>
                <c:pt idx="183">
                  <c:v>1.6</c:v>
                </c:pt>
                <c:pt idx="184">
                  <c:v>1.6</c:v>
                </c:pt>
                <c:pt idx="185">
                  <c:v>1.6</c:v>
                </c:pt>
                <c:pt idx="186">
                  <c:v>1.6</c:v>
                </c:pt>
                <c:pt idx="187">
                  <c:v>1.6</c:v>
                </c:pt>
                <c:pt idx="188">
                  <c:v>1.6</c:v>
                </c:pt>
                <c:pt idx="189">
                  <c:v>1.6</c:v>
                </c:pt>
                <c:pt idx="190">
                  <c:v>1.6</c:v>
                </c:pt>
                <c:pt idx="191">
                  <c:v>1.6</c:v>
                </c:pt>
                <c:pt idx="192">
                  <c:v>1.6</c:v>
                </c:pt>
                <c:pt idx="193">
                  <c:v>1.6</c:v>
                </c:pt>
                <c:pt idx="194">
                  <c:v>1.6</c:v>
                </c:pt>
                <c:pt idx="195">
                  <c:v>1.6</c:v>
                </c:pt>
                <c:pt idx="196">
                  <c:v>1.6</c:v>
                </c:pt>
                <c:pt idx="197">
                  <c:v>1.6</c:v>
                </c:pt>
                <c:pt idx="198">
                  <c:v>1.6</c:v>
                </c:pt>
                <c:pt idx="199">
                  <c:v>1.6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4429-44EC-8ABB-B2297F1DE57E}"/>
            </c:ext>
          </c:extLst>
        </c:ser>
        <c:ser>
          <c:idx val="8"/>
          <c:order val="8"/>
          <c:tx>
            <c:strRef>
              <c:f>save1!$FC$810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save1!$FC$811:$FC$1010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0.2</c:v>
                </c:pt>
                <c:pt idx="177">
                  <c:v>0.2</c:v>
                </c:pt>
                <c:pt idx="178">
                  <c:v>0.2</c:v>
                </c:pt>
                <c:pt idx="179">
                  <c:v>0.2</c:v>
                </c:pt>
                <c:pt idx="180">
                  <c:v>0.2</c:v>
                </c:pt>
                <c:pt idx="181">
                  <c:v>0.2</c:v>
                </c:pt>
                <c:pt idx="182">
                  <c:v>0.2</c:v>
                </c:pt>
                <c:pt idx="183">
                  <c:v>0.2</c:v>
                </c:pt>
                <c:pt idx="184">
                  <c:v>0.2</c:v>
                </c:pt>
                <c:pt idx="185">
                  <c:v>0.2</c:v>
                </c:pt>
                <c:pt idx="186">
                  <c:v>0.2</c:v>
                </c:pt>
                <c:pt idx="187">
                  <c:v>0.2</c:v>
                </c:pt>
                <c:pt idx="188">
                  <c:v>0.2</c:v>
                </c:pt>
                <c:pt idx="189">
                  <c:v>0.2</c:v>
                </c:pt>
                <c:pt idx="190">
                  <c:v>0.2</c:v>
                </c:pt>
                <c:pt idx="191">
                  <c:v>0.2</c:v>
                </c:pt>
                <c:pt idx="192">
                  <c:v>0.2</c:v>
                </c:pt>
                <c:pt idx="193">
                  <c:v>0.2</c:v>
                </c:pt>
                <c:pt idx="194">
                  <c:v>0.2</c:v>
                </c:pt>
                <c:pt idx="195">
                  <c:v>0.2</c:v>
                </c:pt>
                <c:pt idx="196">
                  <c:v>0.2</c:v>
                </c:pt>
                <c:pt idx="197">
                  <c:v>0.2</c:v>
                </c:pt>
                <c:pt idx="198">
                  <c:v>0.2</c:v>
                </c:pt>
                <c:pt idx="199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429-44EC-8ABB-B2297F1DE57E}"/>
            </c:ext>
          </c:extLst>
        </c:ser>
        <c:ser>
          <c:idx val="9"/>
          <c:order val="9"/>
          <c:tx>
            <c:strRef>
              <c:f>save1!$FD$810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save1!$FD$811:$FD$1010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1</c:v>
                </c:pt>
                <c:pt idx="33">
                  <c:v>1</c:v>
                </c:pt>
                <c:pt idx="34">
                  <c:v>1.2</c:v>
                </c:pt>
                <c:pt idx="35">
                  <c:v>1.2</c:v>
                </c:pt>
                <c:pt idx="36">
                  <c:v>1.2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1.2</c:v>
                </c:pt>
                <c:pt idx="41">
                  <c:v>1.2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1.6</c:v>
                </c:pt>
                <c:pt idx="60">
                  <c:v>1.8</c:v>
                </c:pt>
                <c:pt idx="61">
                  <c:v>1.8</c:v>
                </c:pt>
                <c:pt idx="62">
                  <c:v>1.8</c:v>
                </c:pt>
                <c:pt idx="63">
                  <c:v>1.8</c:v>
                </c:pt>
                <c:pt idx="64">
                  <c:v>1.8</c:v>
                </c:pt>
                <c:pt idx="65">
                  <c:v>1.8</c:v>
                </c:pt>
                <c:pt idx="66">
                  <c:v>1.8</c:v>
                </c:pt>
                <c:pt idx="67">
                  <c:v>1.8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2.4</c:v>
                </c:pt>
                <c:pt idx="76">
                  <c:v>2.4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2.6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3.2</c:v>
                </c:pt>
                <c:pt idx="92">
                  <c:v>3.2</c:v>
                </c:pt>
                <c:pt idx="93">
                  <c:v>3.4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3.8</c:v>
                </c:pt>
                <c:pt idx="98">
                  <c:v>3.8</c:v>
                </c:pt>
                <c:pt idx="99">
                  <c:v>3.8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4.4000000000000004</c:v>
                </c:pt>
                <c:pt idx="110">
                  <c:v>4.5999999999999996</c:v>
                </c:pt>
                <c:pt idx="111">
                  <c:v>4.5999999999999996</c:v>
                </c:pt>
                <c:pt idx="112">
                  <c:v>4.8</c:v>
                </c:pt>
                <c:pt idx="113">
                  <c:v>4.8</c:v>
                </c:pt>
                <c:pt idx="114">
                  <c:v>4.8</c:v>
                </c:pt>
                <c:pt idx="115">
                  <c:v>4.8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5.2</c:v>
                </c:pt>
                <c:pt idx="122">
                  <c:v>5.2</c:v>
                </c:pt>
                <c:pt idx="123">
                  <c:v>5.2</c:v>
                </c:pt>
                <c:pt idx="124">
                  <c:v>5.2</c:v>
                </c:pt>
                <c:pt idx="125">
                  <c:v>5.2</c:v>
                </c:pt>
                <c:pt idx="126">
                  <c:v>5.2</c:v>
                </c:pt>
                <c:pt idx="127">
                  <c:v>5.2</c:v>
                </c:pt>
                <c:pt idx="128">
                  <c:v>5.2</c:v>
                </c:pt>
                <c:pt idx="129">
                  <c:v>5.2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5.6</c:v>
                </c:pt>
                <c:pt idx="134">
                  <c:v>5.6</c:v>
                </c:pt>
                <c:pt idx="135">
                  <c:v>5.6</c:v>
                </c:pt>
                <c:pt idx="136">
                  <c:v>5.6</c:v>
                </c:pt>
                <c:pt idx="137">
                  <c:v>5.6</c:v>
                </c:pt>
                <c:pt idx="138">
                  <c:v>6</c:v>
                </c:pt>
                <c:pt idx="139">
                  <c:v>6</c:v>
                </c:pt>
                <c:pt idx="140">
                  <c:v>6</c:v>
                </c:pt>
                <c:pt idx="141">
                  <c:v>6</c:v>
                </c:pt>
                <c:pt idx="142">
                  <c:v>6.2</c:v>
                </c:pt>
                <c:pt idx="143">
                  <c:v>6.2</c:v>
                </c:pt>
                <c:pt idx="144">
                  <c:v>6.2</c:v>
                </c:pt>
                <c:pt idx="145">
                  <c:v>6.2</c:v>
                </c:pt>
                <c:pt idx="146">
                  <c:v>6.2</c:v>
                </c:pt>
                <c:pt idx="147">
                  <c:v>6.2</c:v>
                </c:pt>
                <c:pt idx="148">
                  <c:v>6.2</c:v>
                </c:pt>
                <c:pt idx="149">
                  <c:v>6.2</c:v>
                </c:pt>
                <c:pt idx="150">
                  <c:v>6.2</c:v>
                </c:pt>
                <c:pt idx="151">
                  <c:v>6.2</c:v>
                </c:pt>
                <c:pt idx="152">
                  <c:v>6.2</c:v>
                </c:pt>
                <c:pt idx="153">
                  <c:v>6.2</c:v>
                </c:pt>
                <c:pt idx="154">
                  <c:v>6.2</c:v>
                </c:pt>
                <c:pt idx="155">
                  <c:v>6.2</c:v>
                </c:pt>
                <c:pt idx="156">
                  <c:v>6.2</c:v>
                </c:pt>
                <c:pt idx="157">
                  <c:v>6.2</c:v>
                </c:pt>
                <c:pt idx="158">
                  <c:v>6.2</c:v>
                </c:pt>
                <c:pt idx="159">
                  <c:v>6.2</c:v>
                </c:pt>
                <c:pt idx="160">
                  <c:v>6.2</c:v>
                </c:pt>
                <c:pt idx="161">
                  <c:v>6.2</c:v>
                </c:pt>
                <c:pt idx="162">
                  <c:v>6.2</c:v>
                </c:pt>
                <c:pt idx="163">
                  <c:v>6.2</c:v>
                </c:pt>
                <c:pt idx="164">
                  <c:v>6.2</c:v>
                </c:pt>
                <c:pt idx="165">
                  <c:v>6.4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6.6</c:v>
                </c:pt>
                <c:pt idx="173">
                  <c:v>6.6</c:v>
                </c:pt>
                <c:pt idx="174">
                  <c:v>6.6</c:v>
                </c:pt>
                <c:pt idx="175">
                  <c:v>6.6</c:v>
                </c:pt>
                <c:pt idx="176">
                  <c:v>6.6</c:v>
                </c:pt>
                <c:pt idx="177">
                  <c:v>6.6</c:v>
                </c:pt>
                <c:pt idx="178">
                  <c:v>6.6</c:v>
                </c:pt>
                <c:pt idx="179">
                  <c:v>6.6</c:v>
                </c:pt>
                <c:pt idx="180">
                  <c:v>6.6</c:v>
                </c:pt>
                <c:pt idx="181">
                  <c:v>6.6</c:v>
                </c:pt>
                <c:pt idx="182">
                  <c:v>6.6</c:v>
                </c:pt>
                <c:pt idx="183">
                  <c:v>6.6</c:v>
                </c:pt>
                <c:pt idx="184">
                  <c:v>6.8</c:v>
                </c:pt>
                <c:pt idx="185">
                  <c:v>6.8</c:v>
                </c:pt>
                <c:pt idx="186">
                  <c:v>6.8</c:v>
                </c:pt>
                <c:pt idx="187">
                  <c:v>6.8</c:v>
                </c:pt>
                <c:pt idx="188">
                  <c:v>6.8</c:v>
                </c:pt>
                <c:pt idx="189">
                  <c:v>6.8</c:v>
                </c:pt>
                <c:pt idx="190">
                  <c:v>6.8</c:v>
                </c:pt>
                <c:pt idx="191">
                  <c:v>6.8</c:v>
                </c:pt>
                <c:pt idx="192">
                  <c:v>7</c:v>
                </c:pt>
                <c:pt idx="193">
                  <c:v>7</c:v>
                </c:pt>
                <c:pt idx="194">
                  <c:v>7</c:v>
                </c:pt>
                <c:pt idx="195">
                  <c:v>7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4429-44EC-8ABB-B2297F1DE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Contract from Below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save1!$EU$1012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save1!$EU$1013:$EU$1212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2</c:v>
                </c:pt>
                <c:pt idx="8">
                  <c:v>4.2</c:v>
                </c:pt>
                <c:pt idx="9">
                  <c:v>4.5999999999999996</c:v>
                </c:pt>
                <c:pt idx="10">
                  <c:v>6</c:v>
                </c:pt>
                <c:pt idx="11">
                  <c:v>6.6</c:v>
                </c:pt>
                <c:pt idx="12">
                  <c:v>7</c:v>
                </c:pt>
                <c:pt idx="13">
                  <c:v>9</c:v>
                </c:pt>
                <c:pt idx="14">
                  <c:v>9</c:v>
                </c:pt>
                <c:pt idx="15">
                  <c:v>9</c:v>
                </c:pt>
                <c:pt idx="16">
                  <c:v>9.8000000000000007</c:v>
                </c:pt>
                <c:pt idx="17">
                  <c:v>10.199999999999999</c:v>
                </c:pt>
                <c:pt idx="18">
                  <c:v>10.199999999999999</c:v>
                </c:pt>
                <c:pt idx="19">
                  <c:v>11.4</c:v>
                </c:pt>
                <c:pt idx="20">
                  <c:v>12.6</c:v>
                </c:pt>
                <c:pt idx="21">
                  <c:v>12.6</c:v>
                </c:pt>
                <c:pt idx="22">
                  <c:v>12.6</c:v>
                </c:pt>
                <c:pt idx="23">
                  <c:v>13.4</c:v>
                </c:pt>
                <c:pt idx="24">
                  <c:v>15.8</c:v>
                </c:pt>
                <c:pt idx="25">
                  <c:v>16.399999999999999</c:v>
                </c:pt>
                <c:pt idx="26">
                  <c:v>18.600000000000001</c:v>
                </c:pt>
                <c:pt idx="27">
                  <c:v>18.600000000000001</c:v>
                </c:pt>
                <c:pt idx="28">
                  <c:v>19.600000000000001</c:v>
                </c:pt>
                <c:pt idx="29">
                  <c:v>20</c:v>
                </c:pt>
                <c:pt idx="30">
                  <c:v>20</c:v>
                </c:pt>
                <c:pt idx="31">
                  <c:v>20.6</c:v>
                </c:pt>
                <c:pt idx="32">
                  <c:v>21.8</c:v>
                </c:pt>
                <c:pt idx="33">
                  <c:v>22.6</c:v>
                </c:pt>
                <c:pt idx="34">
                  <c:v>25</c:v>
                </c:pt>
                <c:pt idx="35">
                  <c:v>26</c:v>
                </c:pt>
                <c:pt idx="36">
                  <c:v>26.4</c:v>
                </c:pt>
                <c:pt idx="37">
                  <c:v>27.8</c:v>
                </c:pt>
                <c:pt idx="38">
                  <c:v>28.4</c:v>
                </c:pt>
                <c:pt idx="39">
                  <c:v>29.8</c:v>
                </c:pt>
                <c:pt idx="40">
                  <c:v>31.8</c:v>
                </c:pt>
                <c:pt idx="41">
                  <c:v>31.8</c:v>
                </c:pt>
                <c:pt idx="42">
                  <c:v>31.8</c:v>
                </c:pt>
                <c:pt idx="43">
                  <c:v>33</c:v>
                </c:pt>
                <c:pt idx="44">
                  <c:v>33.4</c:v>
                </c:pt>
                <c:pt idx="45">
                  <c:v>34.200000000000003</c:v>
                </c:pt>
                <c:pt idx="46">
                  <c:v>34.799999999999997</c:v>
                </c:pt>
                <c:pt idx="47">
                  <c:v>35</c:v>
                </c:pt>
                <c:pt idx="48">
                  <c:v>35.200000000000003</c:v>
                </c:pt>
                <c:pt idx="49">
                  <c:v>35.200000000000003</c:v>
                </c:pt>
                <c:pt idx="50">
                  <c:v>36.6</c:v>
                </c:pt>
                <c:pt idx="51">
                  <c:v>36.6</c:v>
                </c:pt>
                <c:pt idx="52">
                  <c:v>38</c:v>
                </c:pt>
                <c:pt idx="53">
                  <c:v>38</c:v>
                </c:pt>
                <c:pt idx="54">
                  <c:v>39.200000000000003</c:v>
                </c:pt>
                <c:pt idx="55">
                  <c:v>40.6</c:v>
                </c:pt>
                <c:pt idx="56">
                  <c:v>40.6</c:v>
                </c:pt>
                <c:pt idx="57">
                  <c:v>43.6</c:v>
                </c:pt>
                <c:pt idx="58">
                  <c:v>43.6</c:v>
                </c:pt>
                <c:pt idx="59">
                  <c:v>44.4</c:v>
                </c:pt>
                <c:pt idx="60">
                  <c:v>44.4</c:v>
                </c:pt>
                <c:pt idx="61">
                  <c:v>44.4</c:v>
                </c:pt>
                <c:pt idx="62">
                  <c:v>44.4</c:v>
                </c:pt>
                <c:pt idx="63">
                  <c:v>45.8</c:v>
                </c:pt>
                <c:pt idx="64">
                  <c:v>47.4</c:v>
                </c:pt>
                <c:pt idx="65">
                  <c:v>47.4</c:v>
                </c:pt>
                <c:pt idx="66">
                  <c:v>47.4</c:v>
                </c:pt>
                <c:pt idx="67">
                  <c:v>49</c:v>
                </c:pt>
                <c:pt idx="68">
                  <c:v>49.4</c:v>
                </c:pt>
                <c:pt idx="69">
                  <c:v>54</c:v>
                </c:pt>
                <c:pt idx="70">
                  <c:v>54.8</c:v>
                </c:pt>
                <c:pt idx="71">
                  <c:v>57.4</c:v>
                </c:pt>
                <c:pt idx="72">
                  <c:v>57.8</c:v>
                </c:pt>
                <c:pt idx="73">
                  <c:v>57.8</c:v>
                </c:pt>
                <c:pt idx="74">
                  <c:v>58</c:v>
                </c:pt>
                <c:pt idx="75">
                  <c:v>60.8</c:v>
                </c:pt>
                <c:pt idx="76">
                  <c:v>62.8</c:v>
                </c:pt>
                <c:pt idx="77">
                  <c:v>62.8</c:v>
                </c:pt>
                <c:pt idx="78">
                  <c:v>62.8</c:v>
                </c:pt>
                <c:pt idx="79">
                  <c:v>62.8</c:v>
                </c:pt>
                <c:pt idx="80">
                  <c:v>64</c:v>
                </c:pt>
                <c:pt idx="81">
                  <c:v>64</c:v>
                </c:pt>
                <c:pt idx="82">
                  <c:v>66</c:v>
                </c:pt>
                <c:pt idx="83">
                  <c:v>66.2</c:v>
                </c:pt>
                <c:pt idx="84">
                  <c:v>66.2</c:v>
                </c:pt>
                <c:pt idx="85">
                  <c:v>66.2</c:v>
                </c:pt>
                <c:pt idx="86">
                  <c:v>67</c:v>
                </c:pt>
                <c:pt idx="87">
                  <c:v>67</c:v>
                </c:pt>
                <c:pt idx="88">
                  <c:v>67</c:v>
                </c:pt>
                <c:pt idx="89">
                  <c:v>67.400000000000006</c:v>
                </c:pt>
                <c:pt idx="90">
                  <c:v>69.400000000000006</c:v>
                </c:pt>
                <c:pt idx="91">
                  <c:v>70.2</c:v>
                </c:pt>
                <c:pt idx="92">
                  <c:v>70.2</c:v>
                </c:pt>
                <c:pt idx="93">
                  <c:v>71.2</c:v>
                </c:pt>
                <c:pt idx="94">
                  <c:v>71.2</c:v>
                </c:pt>
                <c:pt idx="95">
                  <c:v>71.2</c:v>
                </c:pt>
                <c:pt idx="96">
                  <c:v>71.599999999999994</c:v>
                </c:pt>
                <c:pt idx="97">
                  <c:v>71.599999999999994</c:v>
                </c:pt>
                <c:pt idx="98">
                  <c:v>73.8</c:v>
                </c:pt>
                <c:pt idx="99">
                  <c:v>75.400000000000006</c:v>
                </c:pt>
                <c:pt idx="100">
                  <c:v>75.8</c:v>
                </c:pt>
                <c:pt idx="101">
                  <c:v>77.2</c:v>
                </c:pt>
                <c:pt idx="102">
                  <c:v>77.2</c:v>
                </c:pt>
                <c:pt idx="103">
                  <c:v>77.2</c:v>
                </c:pt>
                <c:pt idx="104">
                  <c:v>77.2</c:v>
                </c:pt>
                <c:pt idx="105">
                  <c:v>77.2</c:v>
                </c:pt>
                <c:pt idx="106">
                  <c:v>79.2</c:v>
                </c:pt>
                <c:pt idx="107">
                  <c:v>80.599999999999994</c:v>
                </c:pt>
                <c:pt idx="108">
                  <c:v>80.599999999999994</c:v>
                </c:pt>
                <c:pt idx="109">
                  <c:v>81.2</c:v>
                </c:pt>
                <c:pt idx="110">
                  <c:v>82.4</c:v>
                </c:pt>
                <c:pt idx="111">
                  <c:v>83.4</c:v>
                </c:pt>
                <c:pt idx="112">
                  <c:v>84</c:v>
                </c:pt>
                <c:pt idx="113">
                  <c:v>84.4</c:v>
                </c:pt>
                <c:pt idx="114">
                  <c:v>84.4</c:v>
                </c:pt>
                <c:pt idx="115">
                  <c:v>84.4</c:v>
                </c:pt>
                <c:pt idx="116">
                  <c:v>84.6</c:v>
                </c:pt>
                <c:pt idx="117">
                  <c:v>85.2</c:v>
                </c:pt>
                <c:pt idx="118">
                  <c:v>85.2</c:v>
                </c:pt>
                <c:pt idx="119">
                  <c:v>87.2</c:v>
                </c:pt>
                <c:pt idx="120">
                  <c:v>90.6</c:v>
                </c:pt>
                <c:pt idx="121">
                  <c:v>91.8</c:v>
                </c:pt>
                <c:pt idx="122">
                  <c:v>92.8</c:v>
                </c:pt>
                <c:pt idx="123">
                  <c:v>92.8</c:v>
                </c:pt>
                <c:pt idx="124">
                  <c:v>92.8</c:v>
                </c:pt>
                <c:pt idx="125">
                  <c:v>96.2</c:v>
                </c:pt>
                <c:pt idx="126">
                  <c:v>98.4</c:v>
                </c:pt>
                <c:pt idx="127">
                  <c:v>99.8</c:v>
                </c:pt>
                <c:pt idx="128">
                  <c:v>99.8</c:v>
                </c:pt>
                <c:pt idx="129">
                  <c:v>99.8</c:v>
                </c:pt>
                <c:pt idx="130">
                  <c:v>100.2</c:v>
                </c:pt>
                <c:pt idx="131">
                  <c:v>100.2</c:v>
                </c:pt>
                <c:pt idx="132">
                  <c:v>100.2</c:v>
                </c:pt>
                <c:pt idx="133">
                  <c:v>100.2</c:v>
                </c:pt>
                <c:pt idx="134">
                  <c:v>100.2</c:v>
                </c:pt>
                <c:pt idx="135">
                  <c:v>101.6</c:v>
                </c:pt>
                <c:pt idx="136">
                  <c:v>101.6</c:v>
                </c:pt>
                <c:pt idx="137">
                  <c:v>101.6</c:v>
                </c:pt>
                <c:pt idx="138">
                  <c:v>101.6</c:v>
                </c:pt>
                <c:pt idx="139">
                  <c:v>102.4</c:v>
                </c:pt>
                <c:pt idx="140">
                  <c:v>102.4</c:v>
                </c:pt>
                <c:pt idx="141">
                  <c:v>103.6</c:v>
                </c:pt>
                <c:pt idx="142">
                  <c:v>106.2</c:v>
                </c:pt>
                <c:pt idx="143">
                  <c:v>106.4</c:v>
                </c:pt>
                <c:pt idx="144">
                  <c:v>107</c:v>
                </c:pt>
                <c:pt idx="145">
                  <c:v>108.2</c:v>
                </c:pt>
                <c:pt idx="146">
                  <c:v>109</c:v>
                </c:pt>
                <c:pt idx="147">
                  <c:v>109</c:v>
                </c:pt>
                <c:pt idx="148">
                  <c:v>109.4</c:v>
                </c:pt>
                <c:pt idx="149">
                  <c:v>111.2</c:v>
                </c:pt>
                <c:pt idx="150">
                  <c:v>111.6</c:v>
                </c:pt>
                <c:pt idx="151">
                  <c:v>112.8</c:v>
                </c:pt>
                <c:pt idx="152">
                  <c:v>113.4</c:v>
                </c:pt>
                <c:pt idx="153">
                  <c:v>113.4</c:v>
                </c:pt>
                <c:pt idx="154">
                  <c:v>114</c:v>
                </c:pt>
                <c:pt idx="155">
                  <c:v>116.8</c:v>
                </c:pt>
                <c:pt idx="156">
                  <c:v>117</c:v>
                </c:pt>
                <c:pt idx="157">
                  <c:v>117</c:v>
                </c:pt>
                <c:pt idx="158">
                  <c:v>117.4</c:v>
                </c:pt>
                <c:pt idx="159">
                  <c:v>117.4</c:v>
                </c:pt>
                <c:pt idx="160">
                  <c:v>118.4</c:v>
                </c:pt>
                <c:pt idx="161">
                  <c:v>119.4</c:v>
                </c:pt>
                <c:pt idx="162">
                  <c:v>119.8</c:v>
                </c:pt>
                <c:pt idx="163">
                  <c:v>122.2</c:v>
                </c:pt>
                <c:pt idx="164">
                  <c:v>122.2</c:v>
                </c:pt>
                <c:pt idx="165">
                  <c:v>122.8</c:v>
                </c:pt>
                <c:pt idx="166">
                  <c:v>124.6</c:v>
                </c:pt>
                <c:pt idx="167">
                  <c:v>126</c:v>
                </c:pt>
                <c:pt idx="168">
                  <c:v>127.6</c:v>
                </c:pt>
                <c:pt idx="169">
                  <c:v>129.6</c:v>
                </c:pt>
                <c:pt idx="170">
                  <c:v>129.80000000000001</c:v>
                </c:pt>
                <c:pt idx="171">
                  <c:v>129.80000000000001</c:v>
                </c:pt>
                <c:pt idx="172">
                  <c:v>130.6</c:v>
                </c:pt>
                <c:pt idx="173">
                  <c:v>130.6</c:v>
                </c:pt>
                <c:pt idx="174">
                  <c:v>131.80000000000001</c:v>
                </c:pt>
                <c:pt idx="175">
                  <c:v>132.80000000000001</c:v>
                </c:pt>
                <c:pt idx="176">
                  <c:v>133</c:v>
                </c:pt>
                <c:pt idx="177">
                  <c:v>134.19999999999999</c:v>
                </c:pt>
                <c:pt idx="178">
                  <c:v>134.6</c:v>
                </c:pt>
                <c:pt idx="179">
                  <c:v>135.19999999999999</c:v>
                </c:pt>
                <c:pt idx="180">
                  <c:v>135.6</c:v>
                </c:pt>
                <c:pt idx="181">
                  <c:v>135.6</c:v>
                </c:pt>
                <c:pt idx="182">
                  <c:v>135.6</c:v>
                </c:pt>
                <c:pt idx="183">
                  <c:v>138.6</c:v>
                </c:pt>
                <c:pt idx="184">
                  <c:v>138.6</c:v>
                </c:pt>
                <c:pt idx="185">
                  <c:v>139.4</c:v>
                </c:pt>
                <c:pt idx="186">
                  <c:v>139.80000000000001</c:v>
                </c:pt>
                <c:pt idx="187">
                  <c:v>140.80000000000001</c:v>
                </c:pt>
                <c:pt idx="188">
                  <c:v>142</c:v>
                </c:pt>
                <c:pt idx="189">
                  <c:v>142.6</c:v>
                </c:pt>
                <c:pt idx="190">
                  <c:v>142.6</c:v>
                </c:pt>
                <c:pt idx="191">
                  <c:v>143.19999999999999</c:v>
                </c:pt>
                <c:pt idx="192">
                  <c:v>144.80000000000001</c:v>
                </c:pt>
                <c:pt idx="193">
                  <c:v>146.6</c:v>
                </c:pt>
                <c:pt idx="194">
                  <c:v>146.6</c:v>
                </c:pt>
                <c:pt idx="195">
                  <c:v>146.6</c:v>
                </c:pt>
                <c:pt idx="196">
                  <c:v>146.80000000000001</c:v>
                </c:pt>
                <c:pt idx="197">
                  <c:v>146.80000000000001</c:v>
                </c:pt>
                <c:pt idx="198">
                  <c:v>147.19999999999999</c:v>
                </c:pt>
                <c:pt idx="199">
                  <c:v>148.4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D3-4006-9ED4-A21EFCFF9742}"/>
            </c:ext>
          </c:extLst>
        </c:ser>
        <c:ser>
          <c:idx val="1"/>
          <c:order val="1"/>
          <c:tx>
            <c:strRef>
              <c:f>save1!$EV$1012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save1!$EV$1013:$EV$1212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1.2</c:v>
                </c:pt>
                <c:pt idx="8">
                  <c:v>1.8</c:v>
                </c:pt>
                <c:pt idx="9">
                  <c:v>1.8</c:v>
                </c:pt>
                <c:pt idx="10">
                  <c:v>1.8</c:v>
                </c:pt>
                <c:pt idx="11">
                  <c:v>2.2000000000000002</c:v>
                </c:pt>
                <c:pt idx="12">
                  <c:v>2.6</c:v>
                </c:pt>
                <c:pt idx="13">
                  <c:v>2.8</c:v>
                </c:pt>
                <c:pt idx="14">
                  <c:v>2.8</c:v>
                </c:pt>
                <c:pt idx="15">
                  <c:v>2.8</c:v>
                </c:pt>
                <c:pt idx="16">
                  <c:v>3.6</c:v>
                </c:pt>
                <c:pt idx="17">
                  <c:v>3.6</c:v>
                </c:pt>
                <c:pt idx="18">
                  <c:v>3.6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3.6</c:v>
                </c:pt>
                <c:pt idx="23">
                  <c:v>4.2</c:v>
                </c:pt>
                <c:pt idx="24">
                  <c:v>4.2</c:v>
                </c:pt>
                <c:pt idx="25">
                  <c:v>4.5999999999999996</c:v>
                </c:pt>
                <c:pt idx="26">
                  <c:v>4.8</c:v>
                </c:pt>
                <c:pt idx="27">
                  <c:v>5.8</c:v>
                </c:pt>
                <c:pt idx="28">
                  <c:v>6.6</c:v>
                </c:pt>
                <c:pt idx="29">
                  <c:v>6.8</c:v>
                </c:pt>
                <c:pt idx="30">
                  <c:v>7</c:v>
                </c:pt>
                <c:pt idx="31">
                  <c:v>7</c:v>
                </c:pt>
                <c:pt idx="32">
                  <c:v>7</c:v>
                </c:pt>
                <c:pt idx="33">
                  <c:v>7</c:v>
                </c:pt>
                <c:pt idx="34">
                  <c:v>7.2</c:v>
                </c:pt>
                <c:pt idx="35">
                  <c:v>7.2</c:v>
                </c:pt>
                <c:pt idx="36">
                  <c:v>7.4</c:v>
                </c:pt>
                <c:pt idx="37">
                  <c:v>7.4</c:v>
                </c:pt>
                <c:pt idx="38">
                  <c:v>7.4</c:v>
                </c:pt>
                <c:pt idx="39">
                  <c:v>7.8</c:v>
                </c:pt>
                <c:pt idx="40">
                  <c:v>8.4</c:v>
                </c:pt>
                <c:pt idx="41">
                  <c:v>8.4</c:v>
                </c:pt>
                <c:pt idx="42">
                  <c:v>8.4</c:v>
                </c:pt>
                <c:pt idx="43">
                  <c:v>9.1999999999999993</c:v>
                </c:pt>
                <c:pt idx="44">
                  <c:v>9.1999999999999993</c:v>
                </c:pt>
                <c:pt idx="45">
                  <c:v>9.4</c:v>
                </c:pt>
                <c:pt idx="46">
                  <c:v>10.4</c:v>
                </c:pt>
                <c:pt idx="47">
                  <c:v>10.6</c:v>
                </c:pt>
                <c:pt idx="48">
                  <c:v>10.8</c:v>
                </c:pt>
                <c:pt idx="49">
                  <c:v>10.8</c:v>
                </c:pt>
                <c:pt idx="50">
                  <c:v>11.2</c:v>
                </c:pt>
                <c:pt idx="51">
                  <c:v>11.2</c:v>
                </c:pt>
                <c:pt idx="52">
                  <c:v>11.4</c:v>
                </c:pt>
                <c:pt idx="53">
                  <c:v>11.8</c:v>
                </c:pt>
                <c:pt idx="54">
                  <c:v>12</c:v>
                </c:pt>
                <c:pt idx="55">
                  <c:v>12</c:v>
                </c:pt>
                <c:pt idx="56">
                  <c:v>12</c:v>
                </c:pt>
                <c:pt idx="57">
                  <c:v>12.6</c:v>
                </c:pt>
                <c:pt idx="58">
                  <c:v>12.6</c:v>
                </c:pt>
                <c:pt idx="59">
                  <c:v>12.8</c:v>
                </c:pt>
                <c:pt idx="60">
                  <c:v>12.8</c:v>
                </c:pt>
                <c:pt idx="61">
                  <c:v>13.2</c:v>
                </c:pt>
                <c:pt idx="62">
                  <c:v>13.6</c:v>
                </c:pt>
                <c:pt idx="63">
                  <c:v>14</c:v>
                </c:pt>
                <c:pt idx="64">
                  <c:v>14</c:v>
                </c:pt>
                <c:pt idx="65">
                  <c:v>14</c:v>
                </c:pt>
                <c:pt idx="66">
                  <c:v>14</c:v>
                </c:pt>
                <c:pt idx="67">
                  <c:v>14</c:v>
                </c:pt>
                <c:pt idx="68">
                  <c:v>14</c:v>
                </c:pt>
                <c:pt idx="69">
                  <c:v>14.4</c:v>
                </c:pt>
                <c:pt idx="70">
                  <c:v>14.8</c:v>
                </c:pt>
                <c:pt idx="71">
                  <c:v>15.2</c:v>
                </c:pt>
                <c:pt idx="72">
                  <c:v>15.2</c:v>
                </c:pt>
                <c:pt idx="73">
                  <c:v>15.2</c:v>
                </c:pt>
                <c:pt idx="74">
                  <c:v>15.6</c:v>
                </c:pt>
                <c:pt idx="75">
                  <c:v>16.399999999999999</c:v>
                </c:pt>
                <c:pt idx="76">
                  <c:v>16.8</c:v>
                </c:pt>
                <c:pt idx="77">
                  <c:v>17.2</c:v>
                </c:pt>
                <c:pt idx="78">
                  <c:v>18.600000000000001</c:v>
                </c:pt>
                <c:pt idx="79">
                  <c:v>18.600000000000001</c:v>
                </c:pt>
                <c:pt idx="80">
                  <c:v>19.399999999999999</c:v>
                </c:pt>
                <c:pt idx="81">
                  <c:v>19.8</c:v>
                </c:pt>
                <c:pt idx="82">
                  <c:v>19.8</c:v>
                </c:pt>
                <c:pt idx="83">
                  <c:v>20.399999999999999</c:v>
                </c:pt>
                <c:pt idx="84">
                  <c:v>20.8</c:v>
                </c:pt>
                <c:pt idx="85">
                  <c:v>20.8</c:v>
                </c:pt>
                <c:pt idx="86">
                  <c:v>21.2</c:v>
                </c:pt>
                <c:pt idx="87">
                  <c:v>21.2</c:v>
                </c:pt>
                <c:pt idx="88">
                  <c:v>21.2</c:v>
                </c:pt>
                <c:pt idx="89">
                  <c:v>21.8</c:v>
                </c:pt>
                <c:pt idx="90">
                  <c:v>22.2</c:v>
                </c:pt>
                <c:pt idx="91">
                  <c:v>22.6</c:v>
                </c:pt>
                <c:pt idx="92">
                  <c:v>22.8</c:v>
                </c:pt>
                <c:pt idx="93">
                  <c:v>23.6</c:v>
                </c:pt>
                <c:pt idx="94">
                  <c:v>24</c:v>
                </c:pt>
                <c:pt idx="95">
                  <c:v>24</c:v>
                </c:pt>
                <c:pt idx="96">
                  <c:v>24.2</c:v>
                </c:pt>
                <c:pt idx="97">
                  <c:v>24.6</c:v>
                </c:pt>
                <c:pt idx="98">
                  <c:v>24.8</c:v>
                </c:pt>
                <c:pt idx="99">
                  <c:v>25</c:v>
                </c:pt>
                <c:pt idx="100">
                  <c:v>25</c:v>
                </c:pt>
                <c:pt idx="101">
                  <c:v>25.6</c:v>
                </c:pt>
                <c:pt idx="102">
                  <c:v>26</c:v>
                </c:pt>
                <c:pt idx="103">
                  <c:v>26.4</c:v>
                </c:pt>
                <c:pt idx="104">
                  <c:v>26.8</c:v>
                </c:pt>
                <c:pt idx="105">
                  <c:v>26.8</c:v>
                </c:pt>
                <c:pt idx="106">
                  <c:v>27.4</c:v>
                </c:pt>
                <c:pt idx="107">
                  <c:v>28</c:v>
                </c:pt>
                <c:pt idx="108">
                  <c:v>28.8</c:v>
                </c:pt>
                <c:pt idx="109">
                  <c:v>28.8</c:v>
                </c:pt>
                <c:pt idx="110">
                  <c:v>29.2</c:v>
                </c:pt>
                <c:pt idx="111">
                  <c:v>30</c:v>
                </c:pt>
                <c:pt idx="112">
                  <c:v>30</c:v>
                </c:pt>
                <c:pt idx="113">
                  <c:v>30.4</c:v>
                </c:pt>
                <c:pt idx="114">
                  <c:v>30.8</c:v>
                </c:pt>
                <c:pt idx="115">
                  <c:v>30.8</c:v>
                </c:pt>
                <c:pt idx="116">
                  <c:v>30.8</c:v>
                </c:pt>
                <c:pt idx="117">
                  <c:v>31</c:v>
                </c:pt>
                <c:pt idx="118">
                  <c:v>31</c:v>
                </c:pt>
                <c:pt idx="119">
                  <c:v>31.4</c:v>
                </c:pt>
                <c:pt idx="120">
                  <c:v>32</c:v>
                </c:pt>
                <c:pt idx="121">
                  <c:v>32</c:v>
                </c:pt>
                <c:pt idx="122">
                  <c:v>32</c:v>
                </c:pt>
                <c:pt idx="123">
                  <c:v>32</c:v>
                </c:pt>
                <c:pt idx="124">
                  <c:v>32.799999999999997</c:v>
                </c:pt>
                <c:pt idx="125">
                  <c:v>33.6</c:v>
                </c:pt>
                <c:pt idx="126">
                  <c:v>34</c:v>
                </c:pt>
                <c:pt idx="127">
                  <c:v>34.4</c:v>
                </c:pt>
                <c:pt idx="128">
                  <c:v>34.4</c:v>
                </c:pt>
                <c:pt idx="129">
                  <c:v>34.4</c:v>
                </c:pt>
                <c:pt idx="130">
                  <c:v>34.4</c:v>
                </c:pt>
                <c:pt idx="131">
                  <c:v>35.4</c:v>
                </c:pt>
                <c:pt idx="132">
                  <c:v>35.4</c:v>
                </c:pt>
                <c:pt idx="133">
                  <c:v>35.4</c:v>
                </c:pt>
                <c:pt idx="134">
                  <c:v>35.4</c:v>
                </c:pt>
                <c:pt idx="135">
                  <c:v>36.4</c:v>
                </c:pt>
                <c:pt idx="136">
                  <c:v>36.799999999999997</c:v>
                </c:pt>
                <c:pt idx="137">
                  <c:v>36.799999999999997</c:v>
                </c:pt>
                <c:pt idx="138">
                  <c:v>36.799999999999997</c:v>
                </c:pt>
                <c:pt idx="139">
                  <c:v>37</c:v>
                </c:pt>
                <c:pt idx="140">
                  <c:v>38</c:v>
                </c:pt>
                <c:pt idx="141">
                  <c:v>39</c:v>
                </c:pt>
                <c:pt idx="142">
                  <c:v>39.200000000000003</c:v>
                </c:pt>
                <c:pt idx="143">
                  <c:v>39.200000000000003</c:v>
                </c:pt>
                <c:pt idx="144">
                  <c:v>39.4</c:v>
                </c:pt>
                <c:pt idx="145">
                  <c:v>39.6</c:v>
                </c:pt>
                <c:pt idx="146">
                  <c:v>40</c:v>
                </c:pt>
                <c:pt idx="147">
                  <c:v>40.4</c:v>
                </c:pt>
                <c:pt idx="148">
                  <c:v>40.799999999999997</c:v>
                </c:pt>
                <c:pt idx="149">
                  <c:v>41</c:v>
                </c:pt>
                <c:pt idx="150">
                  <c:v>41</c:v>
                </c:pt>
                <c:pt idx="151">
                  <c:v>41.2</c:v>
                </c:pt>
                <c:pt idx="152">
                  <c:v>41.6</c:v>
                </c:pt>
                <c:pt idx="153">
                  <c:v>41.6</c:v>
                </c:pt>
                <c:pt idx="154">
                  <c:v>41.8</c:v>
                </c:pt>
                <c:pt idx="155">
                  <c:v>41.8</c:v>
                </c:pt>
                <c:pt idx="156">
                  <c:v>41.8</c:v>
                </c:pt>
                <c:pt idx="157">
                  <c:v>41.8</c:v>
                </c:pt>
                <c:pt idx="158">
                  <c:v>42.4</c:v>
                </c:pt>
                <c:pt idx="159">
                  <c:v>42.4</c:v>
                </c:pt>
                <c:pt idx="160">
                  <c:v>42.8</c:v>
                </c:pt>
                <c:pt idx="161">
                  <c:v>42.8</c:v>
                </c:pt>
                <c:pt idx="162">
                  <c:v>42.8</c:v>
                </c:pt>
                <c:pt idx="163">
                  <c:v>43.2</c:v>
                </c:pt>
                <c:pt idx="164">
                  <c:v>43.2</c:v>
                </c:pt>
                <c:pt idx="165">
                  <c:v>44</c:v>
                </c:pt>
                <c:pt idx="166">
                  <c:v>44.2</c:v>
                </c:pt>
                <c:pt idx="167">
                  <c:v>44.6</c:v>
                </c:pt>
                <c:pt idx="168">
                  <c:v>45.2</c:v>
                </c:pt>
                <c:pt idx="169">
                  <c:v>45.4</c:v>
                </c:pt>
                <c:pt idx="170">
                  <c:v>45.4</c:v>
                </c:pt>
                <c:pt idx="171">
                  <c:v>45.4</c:v>
                </c:pt>
                <c:pt idx="172">
                  <c:v>45.8</c:v>
                </c:pt>
                <c:pt idx="173">
                  <c:v>45.8</c:v>
                </c:pt>
                <c:pt idx="174">
                  <c:v>46</c:v>
                </c:pt>
                <c:pt idx="175">
                  <c:v>46</c:v>
                </c:pt>
                <c:pt idx="176">
                  <c:v>47</c:v>
                </c:pt>
                <c:pt idx="177">
                  <c:v>47.2</c:v>
                </c:pt>
                <c:pt idx="178">
                  <c:v>47.4</c:v>
                </c:pt>
                <c:pt idx="179">
                  <c:v>48</c:v>
                </c:pt>
                <c:pt idx="180">
                  <c:v>48</c:v>
                </c:pt>
                <c:pt idx="181">
                  <c:v>48.4</c:v>
                </c:pt>
                <c:pt idx="182">
                  <c:v>48.8</c:v>
                </c:pt>
                <c:pt idx="183">
                  <c:v>49</c:v>
                </c:pt>
                <c:pt idx="184">
                  <c:v>49.4</c:v>
                </c:pt>
                <c:pt idx="185">
                  <c:v>49.8</c:v>
                </c:pt>
                <c:pt idx="186">
                  <c:v>49.8</c:v>
                </c:pt>
                <c:pt idx="187">
                  <c:v>50</c:v>
                </c:pt>
                <c:pt idx="188">
                  <c:v>50</c:v>
                </c:pt>
                <c:pt idx="189">
                  <c:v>50.4</c:v>
                </c:pt>
                <c:pt idx="190">
                  <c:v>50.4</c:v>
                </c:pt>
                <c:pt idx="191">
                  <c:v>51</c:v>
                </c:pt>
                <c:pt idx="192">
                  <c:v>51.4</c:v>
                </c:pt>
                <c:pt idx="193">
                  <c:v>51.6</c:v>
                </c:pt>
                <c:pt idx="194">
                  <c:v>51.6</c:v>
                </c:pt>
                <c:pt idx="195">
                  <c:v>51.6</c:v>
                </c:pt>
                <c:pt idx="196">
                  <c:v>52.4</c:v>
                </c:pt>
                <c:pt idx="197">
                  <c:v>52.4</c:v>
                </c:pt>
                <c:pt idx="198">
                  <c:v>52.8</c:v>
                </c:pt>
                <c:pt idx="199">
                  <c:v>52.8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D3-4006-9ED4-A21EFCFF9742}"/>
            </c:ext>
          </c:extLst>
        </c:ser>
        <c:ser>
          <c:idx val="2"/>
          <c:order val="2"/>
          <c:tx>
            <c:strRef>
              <c:f>save1!$EW$1012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save1!$EW$1013:$EW$1212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0.6</c:v>
                </c:pt>
                <c:pt idx="20">
                  <c:v>0.8</c:v>
                </c:pt>
                <c:pt idx="21">
                  <c:v>0.8</c:v>
                </c:pt>
                <c:pt idx="22">
                  <c:v>0.8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0.6</c:v>
                </c:pt>
                <c:pt idx="29">
                  <c:v>1</c:v>
                </c:pt>
                <c:pt idx="30">
                  <c:v>1</c:v>
                </c:pt>
                <c:pt idx="31">
                  <c:v>1.2</c:v>
                </c:pt>
                <c:pt idx="32">
                  <c:v>1.2</c:v>
                </c:pt>
                <c:pt idx="33">
                  <c:v>1.4</c:v>
                </c:pt>
                <c:pt idx="34">
                  <c:v>2.2000000000000002</c:v>
                </c:pt>
                <c:pt idx="35">
                  <c:v>2.6</c:v>
                </c:pt>
                <c:pt idx="36">
                  <c:v>2.6</c:v>
                </c:pt>
                <c:pt idx="37">
                  <c:v>2.4</c:v>
                </c:pt>
                <c:pt idx="38">
                  <c:v>2.4</c:v>
                </c:pt>
                <c:pt idx="39">
                  <c:v>2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1.8</c:v>
                </c:pt>
                <c:pt idx="44">
                  <c:v>1.8</c:v>
                </c:pt>
                <c:pt idx="45">
                  <c:v>1.4</c:v>
                </c:pt>
                <c:pt idx="46">
                  <c:v>1.4</c:v>
                </c:pt>
                <c:pt idx="47">
                  <c:v>1.6</c:v>
                </c:pt>
                <c:pt idx="48">
                  <c:v>1.4</c:v>
                </c:pt>
                <c:pt idx="49">
                  <c:v>1.8</c:v>
                </c:pt>
                <c:pt idx="50">
                  <c:v>1.4</c:v>
                </c:pt>
                <c:pt idx="51">
                  <c:v>1.4</c:v>
                </c:pt>
                <c:pt idx="52">
                  <c:v>1.4</c:v>
                </c:pt>
                <c:pt idx="53">
                  <c:v>1.4</c:v>
                </c:pt>
                <c:pt idx="54">
                  <c:v>1.6</c:v>
                </c:pt>
                <c:pt idx="55">
                  <c:v>1.6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2.4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1.8</c:v>
                </c:pt>
                <c:pt idx="68">
                  <c:v>1.8</c:v>
                </c:pt>
                <c:pt idx="69">
                  <c:v>2.2000000000000002</c:v>
                </c:pt>
                <c:pt idx="70">
                  <c:v>1.8</c:v>
                </c:pt>
                <c:pt idx="71">
                  <c:v>1.8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1.8</c:v>
                </c:pt>
                <c:pt idx="78">
                  <c:v>1.4</c:v>
                </c:pt>
                <c:pt idx="79">
                  <c:v>1.4</c:v>
                </c:pt>
                <c:pt idx="80">
                  <c:v>1.2</c:v>
                </c:pt>
                <c:pt idx="81">
                  <c:v>1.2</c:v>
                </c:pt>
                <c:pt idx="82">
                  <c:v>1.4</c:v>
                </c:pt>
                <c:pt idx="83">
                  <c:v>1.2</c:v>
                </c:pt>
                <c:pt idx="84">
                  <c:v>1.6</c:v>
                </c:pt>
                <c:pt idx="85">
                  <c:v>1.6</c:v>
                </c:pt>
                <c:pt idx="86">
                  <c:v>1.8</c:v>
                </c:pt>
                <c:pt idx="87">
                  <c:v>2.2000000000000002</c:v>
                </c:pt>
                <c:pt idx="88">
                  <c:v>2.6</c:v>
                </c:pt>
                <c:pt idx="89">
                  <c:v>2.8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3.6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3.8</c:v>
                </c:pt>
                <c:pt idx="99">
                  <c:v>4.2</c:v>
                </c:pt>
                <c:pt idx="100">
                  <c:v>3.8</c:v>
                </c:pt>
                <c:pt idx="101">
                  <c:v>3.8</c:v>
                </c:pt>
                <c:pt idx="102">
                  <c:v>3.8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3.6</c:v>
                </c:pt>
                <c:pt idx="107">
                  <c:v>3.6</c:v>
                </c:pt>
                <c:pt idx="108">
                  <c:v>3.8</c:v>
                </c:pt>
                <c:pt idx="109">
                  <c:v>3.8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4.4000000000000004</c:v>
                </c:pt>
                <c:pt idx="116">
                  <c:v>4.5999999999999996</c:v>
                </c:pt>
                <c:pt idx="117">
                  <c:v>4.8</c:v>
                </c:pt>
                <c:pt idx="118">
                  <c:v>4.8</c:v>
                </c:pt>
                <c:pt idx="119">
                  <c:v>4.2</c:v>
                </c:pt>
                <c:pt idx="120">
                  <c:v>4</c:v>
                </c:pt>
                <c:pt idx="121">
                  <c:v>3.8</c:v>
                </c:pt>
                <c:pt idx="122">
                  <c:v>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4.5999999999999996</c:v>
                </c:pt>
                <c:pt idx="126">
                  <c:v>4.4000000000000004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5</c:v>
                </c:pt>
                <c:pt idx="130">
                  <c:v>5.4</c:v>
                </c:pt>
                <c:pt idx="131">
                  <c:v>5.4</c:v>
                </c:pt>
                <c:pt idx="132">
                  <c:v>5.4</c:v>
                </c:pt>
                <c:pt idx="133">
                  <c:v>5.4</c:v>
                </c:pt>
                <c:pt idx="134">
                  <c:v>5.4</c:v>
                </c:pt>
                <c:pt idx="135">
                  <c:v>5.4</c:v>
                </c:pt>
                <c:pt idx="136">
                  <c:v>5.4</c:v>
                </c:pt>
                <c:pt idx="137">
                  <c:v>5.4</c:v>
                </c:pt>
                <c:pt idx="138">
                  <c:v>5.4</c:v>
                </c:pt>
                <c:pt idx="139">
                  <c:v>5.8</c:v>
                </c:pt>
                <c:pt idx="140">
                  <c:v>5.8</c:v>
                </c:pt>
                <c:pt idx="141">
                  <c:v>5.6</c:v>
                </c:pt>
                <c:pt idx="142">
                  <c:v>5.6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4.8</c:v>
                </c:pt>
                <c:pt idx="147">
                  <c:v>4.8</c:v>
                </c:pt>
                <c:pt idx="148">
                  <c:v>4.8</c:v>
                </c:pt>
                <c:pt idx="149">
                  <c:v>5</c:v>
                </c:pt>
                <c:pt idx="150">
                  <c:v>5.4</c:v>
                </c:pt>
                <c:pt idx="151">
                  <c:v>5.6</c:v>
                </c:pt>
                <c:pt idx="152">
                  <c:v>6.4</c:v>
                </c:pt>
                <c:pt idx="153">
                  <c:v>6.4</c:v>
                </c:pt>
                <c:pt idx="154">
                  <c:v>6</c:v>
                </c:pt>
                <c:pt idx="155">
                  <c:v>5.6</c:v>
                </c:pt>
                <c:pt idx="156">
                  <c:v>6.2</c:v>
                </c:pt>
                <c:pt idx="157">
                  <c:v>6.2</c:v>
                </c:pt>
                <c:pt idx="158">
                  <c:v>6</c:v>
                </c:pt>
                <c:pt idx="159">
                  <c:v>6.4</c:v>
                </c:pt>
                <c:pt idx="160">
                  <c:v>6</c:v>
                </c:pt>
                <c:pt idx="161">
                  <c:v>6</c:v>
                </c:pt>
                <c:pt idx="162">
                  <c:v>6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6.8</c:v>
                </c:pt>
                <c:pt idx="167">
                  <c:v>5.8</c:v>
                </c:pt>
                <c:pt idx="168">
                  <c:v>5</c:v>
                </c:pt>
                <c:pt idx="169">
                  <c:v>5</c:v>
                </c:pt>
                <c:pt idx="170">
                  <c:v>4.5999999999999996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4.5999999999999996</c:v>
                </c:pt>
                <c:pt idx="175">
                  <c:v>4.5999999999999996</c:v>
                </c:pt>
                <c:pt idx="176">
                  <c:v>4.5999999999999996</c:v>
                </c:pt>
                <c:pt idx="177">
                  <c:v>4.8</c:v>
                </c:pt>
                <c:pt idx="178">
                  <c:v>4.5999999999999996</c:v>
                </c:pt>
                <c:pt idx="179">
                  <c:v>3.8</c:v>
                </c:pt>
                <c:pt idx="180">
                  <c:v>3.8</c:v>
                </c:pt>
                <c:pt idx="181">
                  <c:v>4.2</c:v>
                </c:pt>
                <c:pt idx="182">
                  <c:v>4.2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4.4000000000000004</c:v>
                </c:pt>
                <c:pt idx="187">
                  <c:v>4.4000000000000004</c:v>
                </c:pt>
                <c:pt idx="188">
                  <c:v>4</c:v>
                </c:pt>
                <c:pt idx="189">
                  <c:v>3.6</c:v>
                </c:pt>
                <c:pt idx="190">
                  <c:v>3.6</c:v>
                </c:pt>
                <c:pt idx="191">
                  <c:v>3.8</c:v>
                </c:pt>
                <c:pt idx="192">
                  <c:v>3.6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3.8</c:v>
                </c:pt>
                <c:pt idx="197">
                  <c:v>4.2</c:v>
                </c:pt>
                <c:pt idx="198">
                  <c:v>4.4000000000000004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D3-4006-9ED4-A21EFCFF9742}"/>
            </c:ext>
          </c:extLst>
        </c:ser>
        <c:ser>
          <c:idx val="3"/>
          <c:order val="3"/>
          <c:tx>
            <c:strRef>
              <c:f>save1!$EX$1012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save1!$EX$1013:$EX$1212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0.8</c:v>
                </c:pt>
                <c:pt idx="3">
                  <c:v>0.8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1.6</c:v>
                </c:pt>
                <c:pt idx="8">
                  <c:v>2.2000000000000002</c:v>
                </c:pt>
                <c:pt idx="9">
                  <c:v>2.6</c:v>
                </c:pt>
                <c:pt idx="10">
                  <c:v>2.8</c:v>
                </c:pt>
                <c:pt idx="11">
                  <c:v>3</c:v>
                </c:pt>
                <c:pt idx="12">
                  <c:v>3</c:v>
                </c:pt>
                <c:pt idx="13">
                  <c:v>3.4</c:v>
                </c:pt>
                <c:pt idx="14">
                  <c:v>3.4</c:v>
                </c:pt>
                <c:pt idx="15">
                  <c:v>3.4</c:v>
                </c:pt>
                <c:pt idx="16">
                  <c:v>4.4000000000000004</c:v>
                </c:pt>
                <c:pt idx="17">
                  <c:v>4.4000000000000004</c:v>
                </c:pt>
                <c:pt idx="18">
                  <c:v>4.4000000000000004</c:v>
                </c:pt>
                <c:pt idx="19">
                  <c:v>4.5999999999999996</c:v>
                </c:pt>
                <c:pt idx="20">
                  <c:v>6</c:v>
                </c:pt>
                <c:pt idx="21">
                  <c:v>6.4</c:v>
                </c:pt>
                <c:pt idx="22">
                  <c:v>6.8</c:v>
                </c:pt>
                <c:pt idx="23">
                  <c:v>7.2</c:v>
                </c:pt>
                <c:pt idx="24">
                  <c:v>7.4</c:v>
                </c:pt>
                <c:pt idx="25">
                  <c:v>7.6</c:v>
                </c:pt>
                <c:pt idx="26">
                  <c:v>8</c:v>
                </c:pt>
                <c:pt idx="27">
                  <c:v>8.1999999999999993</c:v>
                </c:pt>
                <c:pt idx="28">
                  <c:v>8.1999999999999993</c:v>
                </c:pt>
                <c:pt idx="29">
                  <c:v>8.4</c:v>
                </c:pt>
                <c:pt idx="30">
                  <c:v>8.6</c:v>
                </c:pt>
                <c:pt idx="31">
                  <c:v>9</c:v>
                </c:pt>
                <c:pt idx="32">
                  <c:v>9.8000000000000007</c:v>
                </c:pt>
                <c:pt idx="33">
                  <c:v>10</c:v>
                </c:pt>
                <c:pt idx="34">
                  <c:v>10.199999999999999</c:v>
                </c:pt>
                <c:pt idx="35">
                  <c:v>11.2</c:v>
                </c:pt>
                <c:pt idx="36">
                  <c:v>11.6</c:v>
                </c:pt>
                <c:pt idx="37">
                  <c:v>12</c:v>
                </c:pt>
                <c:pt idx="38">
                  <c:v>12</c:v>
                </c:pt>
                <c:pt idx="39">
                  <c:v>12.6</c:v>
                </c:pt>
                <c:pt idx="40">
                  <c:v>13</c:v>
                </c:pt>
                <c:pt idx="41">
                  <c:v>13</c:v>
                </c:pt>
                <c:pt idx="42">
                  <c:v>13</c:v>
                </c:pt>
                <c:pt idx="43">
                  <c:v>13.4</c:v>
                </c:pt>
                <c:pt idx="44">
                  <c:v>13.4</c:v>
                </c:pt>
                <c:pt idx="45">
                  <c:v>14.4</c:v>
                </c:pt>
                <c:pt idx="46">
                  <c:v>14.8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15.8</c:v>
                </c:pt>
                <c:pt idx="51">
                  <c:v>15.8</c:v>
                </c:pt>
                <c:pt idx="52">
                  <c:v>16.2</c:v>
                </c:pt>
                <c:pt idx="53">
                  <c:v>16.600000000000001</c:v>
                </c:pt>
                <c:pt idx="54">
                  <c:v>17.8</c:v>
                </c:pt>
                <c:pt idx="55">
                  <c:v>18</c:v>
                </c:pt>
                <c:pt idx="56">
                  <c:v>18.399999999999999</c:v>
                </c:pt>
                <c:pt idx="57">
                  <c:v>19</c:v>
                </c:pt>
                <c:pt idx="58">
                  <c:v>19</c:v>
                </c:pt>
                <c:pt idx="59">
                  <c:v>20</c:v>
                </c:pt>
                <c:pt idx="60">
                  <c:v>20.399999999999999</c:v>
                </c:pt>
                <c:pt idx="61">
                  <c:v>20.6</c:v>
                </c:pt>
                <c:pt idx="62">
                  <c:v>21</c:v>
                </c:pt>
                <c:pt idx="63">
                  <c:v>21.4</c:v>
                </c:pt>
                <c:pt idx="64">
                  <c:v>22</c:v>
                </c:pt>
                <c:pt idx="65">
                  <c:v>22</c:v>
                </c:pt>
                <c:pt idx="66">
                  <c:v>22.8</c:v>
                </c:pt>
                <c:pt idx="67">
                  <c:v>24.2</c:v>
                </c:pt>
                <c:pt idx="68">
                  <c:v>24.2</c:v>
                </c:pt>
                <c:pt idx="69">
                  <c:v>25.2</c:v>
                </c:pt>
                <c:pt idx="70">
                  <c:v>25.2</c:v>
                </c:pt>
                <c:pt idx="71">
                  <c:v>25.2</c:v>
                </c:pt>
                <c:pt idx="72">
                  <c:v>25.2</c:v>
                </c:pt>
                <c:pt idx="73">
                  <c:v>25.2</c:v>
                </c:pt>
                <c:pt idx="74">
                  <c:v>25.6</c:v>
                </c:pt>
                <c:pt idx="75">
                  <c:v>27</c:v>
                </c:pt>
                <c:pt idx="76">
                  <c:v>27.4</c:v>
                </c:pt>
                <c:pt idx="77">
                  <c:v>28</c:v>
                </c:pt>
                <c:pt idx="78">
                  <c:v>29.6</c:v>
                </c:pt>
                <c:pt idx="79">
                  <c:v>29.6</c:v>
                </c:pt>
                <c:pt idx="80">
                  <c:v>29.8</c:v>
                </c:pt>
                <c:pt idx="81">
                  <c:v>30.2</c:v>
                </c:pt>
                <c:pt idx="82">
                  <c:v>30.8</c:v>
                </c:pt>
                <c:pt idx="83">
                  <c:v>31</c:v>
                </c:pt>
                <c:pt idx="84">
                  <c:v>31</c:v>
                </c:pt>
                <c:pt idx="85">
                  <c:v>31</c:v>
                </c:pt>
                <c:pt idx="86">
                  <c:v>31.6</c:v>
                </c:pt>
                <c:pt idx="87">
                  <c:v>31.6</c:v>
                </c:pt>
                <c:pt idx="88">
                  <c:v>32</c:v>
                </c:pt>
                <c:pt idx="89">
                  <c:v>32.200000000000003</c:v>
                </c:pt>
                <c:pt idx="90">
                  <c:v>32.200000000000003</c:v>
                </c:pt>
                <c:pt idx="91">
                  <c:v>32.6</c:v>
                </c:pt>
                <c:pt idx="92">
                  <c:v>32.799999999999997</c:v>
                </c:pt>
                <c:pt idx="93">
                  <c:v>33.4</c:v>
                </c:pt>
                <c:pt idx="94">
                  <c:v>33.6</c:v>
                </c:pt>
                <c:pt idx="95">
                  <c:v>33.6</c:v>
                </c:pt>
                <c:pt idx="96">
                  <c:v>33.799999999999997</c:v>
                </c:pt>
                <c:pt idx="97">
                  <c:v>33.799999999999997</c:v>
                </c:pt>
                <c:pt idx="98">
                  <c:v>34.4</c:v>
                </c:pt>
                <c:pt idx="99">
                  <c:v>35.6</c:v>
                </c:pt>
                <c:pt idx="100">
                  <c:v>35.6</c:v>
                </c:pt>
                <c:pt idx="101">
                  <c:v>35.799999999999997</c:v>
                </c:pt>
                <c:pt idx="102">
                  <c:v>35.799999999999997</c:v>
                </c:pt>
                <c:pt idx="103">
                  <c:v>36.200000000000003</c:v>
                </c:pt>
                <c:pt idx="104">
                  <c:v>36.200000000000003</c:v>
                </c:pt>
                <c:pt idx="105">
                  <c:v>36.200000000000003</c:v>
                </c:pt>
                <c:pt idx="106">
                  <c:v>36.6</c:v>
                </c:pt>
                <c:pt idx="107">
                  <c:v>37.200000000000003</c:v>
                </c:pt>
                <c:pt idx="108">
                  <c:v>37.6</c:v>
                </c:pt>
                <c:pt idx="109">
                  <c:v>38</c:v>
                </c:pt>
                <c:pt idx="110">
                  <c:v>38.200000000000003</c:v>
                </c:pt>
                <c:pt idx="111">
                  <c:v>39</c:v>
                </c:pt>
                <c:pt idx="112">
                  <c:v>39.6</c:v>
                </c:pt>
                <c:pt idx="113">
                  <c:v>39.6</c:v>
                </c:pt>
                <c:pt idx="114">
                  <c:v>39.6</c:v>
                </c:pt>
                <c:pt idx="115">
                  <c:v>40</c:v>
                </c:pt>
                <c:pt idx="116">
                  <c:v>40.6</c:v>
                </c:pt>
                <c:pt idx="117">
                  <c:v>40.799999999999997</c:v>
                </c:pt>
                <c:pt idx="118">
                  <c:v>41.2</c:v>
                </c:pt>
                <c:pt idx="119">
                  <c:v>41.6</c:v>
                </c:pt>
                <c:pt idx="120">
                  <c:v>41.8</c:v>
                </c:pt>
                <c:pt idx="121">
                  <c:v>42.4</c:v>
                </c:pt>
                <c:pt idx="122">
                  <c:v>42.4</c:v>
                </c:pt>
                <c:pt idx="123">
                  <c:v>42.8</c:v>
                </c:pt>
                <c:pt idx="124">
                  <c:v>43.6</c:v>
                </c:pt>
                <c:pt idx="125">
                  <c:v>44.8</c:v>
                </c:pt>
                <c:pt idx="126">
                  <c:v>45.8</c:v>
                </c:pt>
                <c:pt idx="127">
                  <c:v>46.2</c:v>
                </c:pt>
                <c:pt idx="128">
                  <c:v>46.2</c:v>
                </c:pt>
                <c:pt idx="129">
                  <c:v>46.2</c:v>
                </c:pt>
                <c:pt idx="130">
                  <c:v>46.2</c:v>
                </c:pt>
                <c:pt idx="131">
                  <c:v>46.8</c:v>
                </c:pt>
                <c:pt idx="132">
                  <c:v>46.8</c:v>
                </c:pt>
                <c:pt idx="133">
                  <c:v>46.8</c:v>
                </c:pt>
                <c:pt idx="134">
                  <c:v>46.8</c:v>
                </c:pt>
                <c:pt idx="135">
                  <c:v>47.8</c:v>
                </c:pt>
                <c:pt idx="136">
                  <c:v>48.2</c:v>
                </c:pt>
                <c:pt idx="137">
                  <c:v>48.2</c:v>
                </c:pt>
                <c:pt idx="138">
                  <c:v>49</c:v>
                </c:pt>
                <c:pt idx="139">
                  <c:v>49.4</c:v>
                </c:pt>
                <c:pt idx="140">
                  <c:v>49.6</c:v>
                </c:pt>
                <c:pt idx="141">
                  <c:v>50.2</c:v>
                </c:pt>
                <c:pt idx="142">
                  <c:v>51.2</c:v>
                </c:pt>
                <c:pt idx="143">
                  <c:v>51.6</c:v>
                </c:pt>
                <c:pt idx="144">
                  <c:v>52</c:v>
                </c:pt>
                <c:pt idx="145">
                  <c:v>52.8</c:v>
                </c:pt>
                <c:pt idx="146">
                  <c:v>54</c:v>
                </c:pt>
                <c:pt idx="147">
                  <c:v>54</c:v>
                </c:pt>
                <c:pt idx="148">
                  <c:v>54</c:v>
                </c:pt>
                <c:pt idx="149">
                  <c:v>54.8</c:v>
                </c:pt>
                <c:pt idx="150">
                  <c:v>54.8</c:v>
                </c:pt>
                <c:pt idx="151">
                  <c:v>55</c:v>
                </c:pt>
                <c:pt idx="152">
                  <c:v>55.2</c:v>
                </c:pt>
                <c:pt idx="153">
                  <c:v>55.2</c:v>
                </c:pt>
                <c:pt idx="154">
                  <c:v>55.8</c:v>
                </c:pt>
                <c:pt idx="155">
                  <c:v>56.8</c:v>
                </c:pt>
                <c:pt idx="156">
                  <c:v>56.8</c:v>
                </c:pt>
                <c:pt idx="157">
                  <c:v>57.2</c:v>
                </c:pt>
                <c:pt idx="158">
                  <c:v>57.2</c:v>
                </c:pt>
                <c:pt idx="159">
                  <c:v>57.2</c:v>
                </c:pt>
                <c:pt idx="160">
                  <c:v>57.6</c:v>
                </c:pt>
                <c:pt idx="161">
                  <c:v>58.4</c:v>
                </c:pt>
                <c:pt idx="162">
                  <c:v>59.2</c:v>
                </c:pt>
                <c:pt idx="163">
                  <c:v>59.8</c:v>
                </c:pt>
                <c:pt idx="164">
                  <c:v>59.8</c:v>
                </c:pt>
                <c:pt idx="165">
                  <c:v>60.2</c:v>
                </c:pt>
                <c:pt idx="166">
                  <c:v>60.8</c:v>
                </c:pt>
                <c:pt idx="167">
                  <c:v>61</c:v>
                </c:pt>
                <c:pt idx="168">
                  <c:v>61.6</c:v>
                </c:pt>
                <c:pt idx="169">
                  <c:v>62</c:v>
                </c:pt>
                <c:pt idx="170">
                  <c:v>62.2</c:v>
                </c:pt>
                <c:pt idx="171">
                  <c:v>62.2</c:v>
                </c:pt>
                <c:pt idx="172">
                  <c:v>62.2</c:v>
                </c:pt>
                <c:pt idx="173">
                  <c:v>63</c:v>
                </c:pt>
                <c:pt idx="174">
                  <c:v>63</c:v>
                </c:pt>
                <c:pt idx="175">
                  <c:v>63.4</c:v>
                </c:pt>
                <c:pt idx="176">
                  <c:v>64.2</c:v>
                </c:pt>
                <c:pt idx="177">
                  <c:v>64.599999999999994</c:v>
                </c:pt>
                <c:pt idx="178">
                  <c:v>65</c:v>
                </c:pt>
                <c:pt idx="179">
                  <c:v>65.2</c:v>
                </c:pt>
                <c:pt idx="180">
                  <c:v>65.599999999999994</c:v>
                </c:pt>
                <c:pt idx="181">
                  <c:v>65.599999999999994</c:v>
                </c:pt>
                <c:pt idx="182">
                  <c:v>65.599999999999994</c:v>
                </c:pt>
                <c:pt idx="183">
                  <c:v>67.2</c:v>
                </c:pt>
                <c:pt idx="184">
                  <c:v>68</c:v>
                </c:pt>
                <c:pt idx="185">
                  <c:v>68.8</c:v>
                </c:pt>
                <c:pt idx="186">
                  <c:v>69.2</c:v>
                </c:pt>
                <c:pt idx="187">
                  <c:v>69.2</c:v>
                </c:pt>
                <c:pt idx="188">
                  <c:v>69.8</c:v>
                </c:pt>
                <c:pt idx="189">
                  <c:v>70.2</c:v>
                </c:pt>
                <c:pt idx="190">
                  <c:v>70.599999999999994</c:v>
                </c:pt>
                <c:pt idx="191">
                  <c:v>71</c:v>
                </c:pt>
                <c:pt idx="192">
                  <c:v>71.599999999999994</c:v>
                </c:pt>
                <c:pt idx="193">
                  <c:v>72.400000000000006</c:v>
                </c:pt>
                <c:pt idx="194">
                  <c:v>72.400000000000006</c:v>
                </c:pt>
                <c:pt idx="195">
                  <c:v>72.400000000000006</c:v>
                </c:pt>
                <c:pt idx="196">
                  <c:v>72.599999999999994</c:v>
                </c:pt>
                <c:pt idx="197">
                  <c:v>72.599999999999994</c:v>
                </c:pt>
                <c:pt idx="198">
                  <c:v>72.599999999999994</c:v>
                </c:pt>
                <c:pt idx="199">
                  <c:v>72.599999999999994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D3-4006-9ED4-A21EFCFF9742}"/>
            </c:ext>
          </c:extLst>
        </c:ser>
        <c:ser>
          <c:idx val="4"/>
          <c:order val="4"/>
          <c:tx>
            <c:strRef>
              <c:f>save1!$EY$1012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save1!$EY$1013:$EY$1212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0.8</c:v>
                </c:pt>
                <c:pt idx="9">
                  <c:v>0.8</c:v>
                </c:pt>
                <c:pt idx="10">
                  <c:v>0.8</c:v>
                </c:pt>
                <c:pt idx="11">
                  <c:v>1</c:v>
                </c:pt>
                <c:pt idx="12">
                  <c:v>1</c:v>
                </c:pt>
                <c:pt idx="13">
                  <c:v>1.2</c:v>
                </c:pt>
                <c:pt idx="14">
                  <c:v>1.2</c:v>
                </c:pt>
                <c:pt idx="15">
                  <c:v>1.6</c:v>
                </c:pt>
                <c:pt idx="16">
                  <c:v>1.6</c:v>
                </c:pt>
                <c:pt idx="17">
                  <c:v>1.6</c:v>
                </c:pt>
                <c:pt idx="18">
                  <c:v>1.6</c:v>
                </c:pt>
                <c:pt idx="19">
                  <c:v>1.8</c:v>
                </c:pt>
                <c:pt idx="20">
                  <c:v>1.8</c:v>
                </c:pt>
                <c:pt idx="21">
                  <c:v>1.8</c:v>
                </c:pt>
                <c:pt idx="22">
                  <c:v>1.8</c:v>
                </c:pt>
                <c:pt idx="23">
                  <c:v>2.2000000000000002</c:v>
                </c:pt>
                <c:pt idx="24">
                  <c:v>2.4</c:v>
                </c:pt>
                <c:pt idx="25">
                  <c:v>2.4</c:v>
                </c:pt>
                <c:pt idx="26">
                  <c:v>2.4</c:v>
                </c:pt>
                <c:pt idx="27">
                  <c:v>2.6</c:v>
                </c:pt>
                <c:pt idx="28">
                  <c:v>2.8</c:v>
                </c:pt>
                <c:pt idx="29">
                  <c:v>3</c:v>
                </c:pt>
                <c:pt idx="30">
                  <c:v>3.2</c:v>
                </c:pt>
                <c:pt idx="31">
                  <c:v>3.2</c:v>
                </c:pt>
                <c:pt idx="32">
                  <c:v>3.4</c:v>
                </c:pt>
                <c:pt idx="33">
                  <c:v>3.4</c:v>
                </c:pt>
                <c:pt idx="34">
                  <c:v>3.4</c:v>
                </c:pt>
                <c:pt idx="35">
                  <c:v>3.6</c:v>
                </c:pt>
                <c:pt idx="36">
                  <c:v>3.6</c:v>
                </c:pt>
                <c:pt idx="37">
                  <c:v>3.6</c:v>
                </c:pt>
                <c:pt idx="38">
                  <c:v>3.6</c:v>
                </c:pt>
                <c:pt idx="39">
                  <c:v>3.8</c:v>
                </c:pt>
                <c:pt idx="40">
                  <c:v>4.2</c:v>
                </c:pt>
                <c:pt idx="41">
                  <c:v>4.2</c:v>
                </c:pt>
                <c:pt idx="42">
                  <c:v>4.2</c:v>
                </c:pt>
                <c:pt idx="43">
                  <c:v>4.2</c:v>
                </c:pt>
                <c:pt idx="44">
                  <c:v>4.2</c:v>
                </c:pt>
                <c:pt idx="45">
                  <c:v>4.2</c:v>
                </c:pt>
                <c:pt idx="46">
                  <c:v>4.2</c:v>
                </c:pt>
                <c:pt idx="47">
                  <c:v>4.2</c:v>
                </c:pt>
                <c:pt idx="48">
                  <c:v>4.4000000000000004</c:v>
                </c:pt>
                <c:pt idx="49">
                  <c:v>4.4000000000000004</c:v>
                </c:pt>
                <c:pt idx="50">
                  <c:v>4.4000000000000004</c:v>
                </c:pt>
                <c:pt idx="51">
                  <c:v>4.4000000000000004</c:v>
                </c:pt>
                <c:pt idx="52">
                  <c:v>4.4000000000000004</c:v>
                </c:pt>
                <c:pt idx="53">
                  <c:v>4.4000000000000004</c:v>
                </c:pt>
                <c:pt idx="54">
                  <c:v>4.4000000000000004</c:v>
                </c:pt>
                <c:pt idx="55">
                  <c:v>4.4000000000000004</c:v>
                </c:pt>
                <c:pt idx="56">
                  <c:v>4.4000000000000004</c:v>
                </c:pt>
                <c:pt idx="57">
                  <c:v>4.4000000000000004</c:v>
                </c:pt>
                <c:pt idx="58">
                  <c:v>4.4000000000000004</c:v>
                </c:pt>
                <c:pt idx="59">
                  <c:v>4.4000000000000004</c:v>
                </c:pt>
                <c:pt idx="60">
                  <c:v>4.4000000000000004</c:v>
                </c:pt>
                <c:pt idx="61">
                  <c:v>4.4000000000000004</c:v>
                </c:pt>
                <c:pt idx="62">
                  <c:v>4.4000000000000004</c:v>
                </c:pt>
                <c:pt idx="63">
                  <c:v>4.4000000000000004</c:v>
                </c:pt>
                <c:pt idx="64">
                  <c:v>4.5999999999999996</c:v>
                </c:pt>
                <c:pt idx="65">
                  <c:v>4.5999999999999996</c:v>
                </c:pt>
                <c:pt idx="66">
                  <c:v>4.5999999999999996</c:v>
                </c:pt>
                <c:pt idx="67">
                  <c:v>4.5999999999999996</c:v>
                </c:pt>
                <c:pt idx="68">
                  <c:v>4.8</c:v>
                </c:pt>
                <c:pt idx="69">
                  <c:v>4.8</c:v>
                </c:pt>
                <c:pt idx="70">
                  <c:v>4.8</c:v>
                </c:pt>
                <c:pt idx="71">
                  <c:v>4.8</c:v>
                </c:pt>
                <c:pt idx="72">
                  <c:v>4.8</c:v>
                </c:pt>
                <c:pt idx="73">
                  <c:v>4.8</c:v>
                </c:pt>
                <c:pt idx="74">
                  <c:v>4.8</c:v>
                </c:pt>
                <c:pt idx="75">
                  <c:v>4.8</c:v>
                </c:pt>
                <c:pt idx="76">
                  <c:v>4.8</c:v>
                </c:pt>
                <c:pt idx="77">
                  <c:v>4.8</c:v>
                </c:pt>
                <c:pt idx="78">
                  <c:v>4.8</c:v>
                </c:pt>
                <c:pt idx="79">
                  <c:v>4.8</c:v>
                </c:pt>
                <c:pt idx="80">
                  <c:v>4.8</c:v>
                </c:pt>
                <c:pt idx="81">
                  <c:v>4.8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5.2</c:v>
                </c:pt>
                <c:pt idx="101">
                  <c:v>5.2</c:v>
                </c:pt>
                <c:pt idx="102">
                  <c:v>5.2</c:v>
                </c:pt>
                <c:pt idx="103">
                  <c:v>5.2</c:v>
                </c:pt>
                <c:pt idx="104">
                  <c:v>5.2</c:v>
                </c:pt>
                <c:pt idx="105">
                  <c:v>5.2</c:v>
                </c:pt>
                <c:pt idx="106">
                  <c:v>5.4</c:v>
                </c:pt>
                <c:pt idx="107">
                  <c:v>5.4</c:v>
                </c:pt>
                <c:pt idx="108">
                  <c:v>5.6</c:v>
                </c:pt>
                <c:pt idx="109">
                  <c:v>5.6</c:v>
                </c:pt>
                <c:pt idx="110">
                  <c:v>5.6</c:v>
                </c:pt>
                <c:pt idx="111">
                  <c:v>5.6</c:v>
                </c:pt>
                <c:pt idx="112">
                  <c:v>5.6</c:v>
                </c:pt>
                <c:pt idx="113">
                  <c:v>5.6</c:v>
                </c:pt>
                <c:pt idx="114">
                  <c:v>6</c:v>
                </c:pt>
                <c:pt idx="115">
                  <c:v>6</c:v>
                </c:pt>
                <c:pt idx="116">
                  <c:v>6</c:v>
                </c:pt>
                <c:pt idx="117">
                  <c:v>6</c:v>
                </c:pt>
                <c:pt idx="118">
                  <c:v>6</c:v>
                </c:pt>
                <c:pt idx="119">
                  <c:v>6</c:v>
                </c:pt>
                <c:pt idx="120">
                  <c:v>6</c:v>
                </c:pt>
                <c:pt idx="121">
                  <c:v>6.2</c:v>
                </c:pt>
                <c:pt idx="122">
                  <c:v>6.2</c:v>
                </c:pt>
                <c:pt idx="123">
                  <c:v>6.2</c:v>
                </c:pt>
                <c:pt idx="124">
                  <c:v>6.2</c:v>
                </c:pt>
                <c:pt idx="125">
                  <c:v>6.2</c:v>
                </c:pt>
                <c:pt idx="126">
                  <c:v>6.2</c:v>
                </c:pt>
                <c:pt idx="127">
                  <c:v>6.2</c:v>
                </c:pt>
                <c:pt idx="128">
                  <c:v>6.2</c:v>
                </c:pt>
                <c:pt idx="129">
                  <c:v>6.2</c:v>
                </c:pt>
                <c:pt idx="130">
                  <c:v>6.4</c:v>
                </c:pt>
                <c:pt idx="131">
                  <c:v>6.4</c:v>
                </c:pt>
                <c:pt idx="132">
                  <c:v>6.4</c:v>
                </c:pt>
                <c:pt idx="133">
                  <c:v>6.4</c:v>
                </c:pt>
                <c:pt idx="134">
                  <c:v>6.4</c:v>
                </c:pt>
                <c:pt idx="135">
                  <c:v>6.4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6.6</c:v>
                </c:pt>
                <c:pt idx="141">
                  <c:v>6.6</c:v>
                </c:pt>
                <c:pt idx="142">
                  <c:v>6.8</c:v>
                </c:pt>
                <c:pt idx="143">
                  <c:v>7</c:v>
                </c:pt>
                <c:pt idx="144">
                  <c:v>7</c:v>
                </c:pt>
                <c:pt idx="145">
                  <c:v>7.2</c:v>
                </c:pt>
                <c:pt idx="146">
                  <c:v>7.2</c:v>
                </c:pt>
                <c:pt idx="147">
                  <c:v>7.2</c:v>
                </c:pt>
                <c:pt idx="148">
                  <c:v>7.2</c:v>
                </c:pt>
                <c:pt idx="149">
                  <c:v>7.4</c:v>
                </c:pt>
                <c:pt idx="150">
                  <c:v>7.4</c:v>
                </c:pt>
                <c:pt idx="151">
                  <c:v>7.4</c:v>
                </c:pt>
                <c:pt idx="152">
                  <c:v>7.4</c:v>
                </c:pt>
                <c:pt idx="153">
                  <c:v>7.4</c:v>
                </c:pt>
                <c:pt idx="154">
                  <c:v>7.4</c:v>
                </c:pt>
                <c:pt idx="155">
                  <c:v>7.6</c:v>
                </c:pt>
                <c:pt idx="156">
                  <c:v>7.8</c:v>
                </c:pt>
                <c:pt idx="157">
                  <c:v>7.8</c:v>
                </c:pt>
                <c:pt idx="158">
                  <c:v>7.8</c:v>
                </c:pt>
                <c:pt idx="159">
                  <c:v>7.8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</c:v>
                </c:pt>
                <c:pt idx="164">
                  <c:v>8</c:v>
                </c:pt>
                <c:pt idx="165">
                  <c:v>8</c:v>
                </c:pt>
                <c:pt idx="166">
                  <c:v>8.4</c:v>
                </c:pt>
                <c:pt idx="167">
                  <c:v>8.8000000000000007</c:v>
                </c:pt>
                <c:pt idx="168">
                  <c:v>8.8000000000000007</c:v>
                </c:pt>
                <c:pt idx="169">
                  <c:v>8.8000000000000007</c:v>
                </c:pt>
                <c:pt idx="170">
                  <c:v>8.8000000000000007</c:v>
                </c:pt>
                <c:pt idx="171">
                  <c:v>8.8000000000000007</c:v>
                </c:pt>
                <c:pt idx="172">
                  <c:v>8.8000000000000007</c:v>
                </c:pt>
                <c:pt idx="173">
                  <c:v>8.8000000000000007</c:v>
                </c:pt>
                <c:pt idx="174">
                  <c:v>8.8000000000000007</c:v>
                </c:pt>
                <c:pt idx="175">
                  <c:v>8.8000000000000007</c:v>
                </c:pt>
                <c:pt idx="176">
                  <c:v>8.8000000000000007</c:v>
                </c:pt>
                <c:pt idx="177">
                  <c:v>8.8000000000000007</c:v>
                </c:pt>
                <c:pt idx="178">
                  <c:v>9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9.1999999999999993</c:v>
                </c:pt>
                <c:pt idx="183">
                  <c:v>9.1999999999999993</c:v>
                </c:pt>
                <c:pt idx="184">
                  <c:v>9.1999999999999993</c:v>
                </c:pt>
                <c:pt idx="185">
                  <c:v>9.1999999999999993</c:v>
                </c:pt>
                <c:pt idx="186">
                  <c:v>9.4</c:v>
                </c:pt>
                <c:pt idx="187">
                  <c:v>9.6</c:v>
                </c:pt>
                <c:pt idx="188">
                  <c:v>9.8000000000000007</c:v>
                </c:pt>
                <c:pt idx="189">
                  <c:v>9.8000000000000007</c:v>
                </c:pt>
                <c:pt idx="190">
                  <c:v>9.8000000000000007</c:v>
                </c:pt>
                <c:pt idx="191">
                  <c:v>9.8000000000000007</c:v>
                </c:pt>
                <c:pt idx="192">
                  <c:v>9.8000000000000007</c:v>
                </c:pt>
                <c:pt idx="193">
                  <c:v>9.8000000000000007</c:v>
                </c:pt>
                <c:pt idx="194">
                  <c:v>9.8000000000000007</c:v>
                </c:pt>
                <c:pt idx="195">
                  <c:v>9.8000000000000007</c:v>
                </c:pt>
                <c:pt idx="196">
                  <c:v>9.8000000000000007</c:v>
                </c:pt>
                <c:pt idx="197">
                  <c:v>9.8000000000000007</c:v>
                </c:pt>
                <c:pt idx="198">
                  <c:v>9.8000000000000007</c:v>
                </c:pt>
                <c:pt idx="19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3D3-4006-9ED4-A21EFCFF9742}"/>
            </c:ext>
          </c:extLst>
        </c:ser>
        <c:ser>
          <c:idx val="5"/>
          <c:order val="5"/>
          <c:tx>
            <c:strRef>
              <c:f>save1!$EZ$1012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save1!$EZ$1013:$EZ$1212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1.6</c:v>
                </c:pt>
                <c:pt idx="3">
                  <c:v>1.6</c:v>
                </c:pt>
                <c:pt idx="4">
                  <c:v>2.2000000000000002</c:v>
                </c:pt>
                <c:pt idx="5">
                  <c:v>2.2000000000000002</c:v>
                </c:pt>
                <c:pt idx="6">
                  <c:v>2.2000000000000002</c:v>
                </c:pt>
                <c:pt idx="7">
                  <c:v>2.6</c:v>
                </c:pt>
                <c:pt idx="8">
                  <c:v>3.8</c:v>
                </c:pt>
                <c:pt idx="9">
                  <c:v>4.5999999999999996</c:v>
                </c:pt>
                <c:pt idx="10">
                  <c:v>5</c:v>
                </c:pt>
                <c:pt idx="11">
                  <c:v>5.8</c:v>
                </c:pt>
                <c:pt idx="12">
                  <c:v>5.8</c:v>
                </c:pt>
                <c:pt idx="13">
                  <c:v>6.6</c:v>
                </c:pt>
                <c:pt idx="14">
                  <c:v>6.6</c:v>
                </c:pt>
                <c:pt idx="15">
                  <c:v>7.4</c:v>
                </c:pt>
                <c:pt idx="16">
                  <c:v>8.1999999999999993</c:v>
                </c:pt>
                <c:pt idx="17">
                  <c:v>8.1999999999999993</c:v>
                </c:pt>
                <c:pt idx="18">
                  <c:v>9</c:v>
                </c:pt>
                <c:pt idx="19">
                  <c:v>9.8000000000000007</c:v>
                </c:pt>
                <c:pt idx="20">
                  <c:v>10.6</c:v>
                </c:pt>
                <c:pt idx="21">
                  <c:v>11</c:v>
                </c:pt>
                <c:pt idx="22">
                  <c:v>11</c:v>
                </c:pt>
                <c:pt idx="23">
                  <c:v>11.8</c:v>
                </c:pt>
                <c:pt idx="24">
                  <c:v>12.2</c:v>
                </c:pt>
                <c:pt idx="25">
                  <c:v>12.6</c:v>
                </c:pt>
                <c:pt idx="26">
                  <c:v>13.8</c:v>
                </c:pt>
                <c:pt idx="27">
                  <c:v>14.8</c:v>
                </c:pt>
                <c:pt idx="28">
                  <c:v>15.2</c:v>
                </c:pt>
                <c:pt idx="29">
                  <c:v>15.6</c:v>
                </c:pt>
                <c:pt idx="30">
                  <c:v>16</c:v>
                </c:pt>
                <c:pt idx="31">
                  <c:v>16.8</c:v>
                </c:pt>
                <c:pt idx="32">
                  <c:v>17.2</c:v>
                </c:pt>
                <c:pt idx="33">
                  <c:v>17.600000000000001</c:v>
                </c:pt>
                <c:pt idx="34">
                  <c:v>18.600000000000001</c:v>
                </c:pt>
                <c:pt idx="35">
                  <c:v>19.399999999999999</c:v>
                </c:pt>
                <c:pt idx="36">
                  <c:v>19.8</c:v>
                </c:pt>
                <c:pt idx="37">
                  <c:v>20.399999999999999</c:v>
                </c:pt>
                <c:pt idx="38">
                  <c:v>20.399999999999999</c:v>
                </c:pt>
                <c:pt idx="39">
                  <c:v>21.2</c:v>
                </c:pt>
                <c:pt idx="40">
                  <c:v>22.6</c:v>
                </c:pt>
                <c:pt idx="41">
                  <c:v>23</c:v>
                </c:pt>
                <c:pt idx="42">
                  <c:v>23</c:v>
                </c:pt>
                <c:pt idx="43">
                  <c:v>23</c:v>
                </c:pt>
                <c:pt idx="44">
                  <c:v>23.4</c:v>
                </c:pt>
                <c:pt idx="45">
                  <c:v>24.2</c:v>
                </c:pt>
                <c:pt idx="46">
                  <c:v>24.6</c:v>
                </c:pt>
                <c:pt idx="47">
                  <c:v>25</c:v>
                </c:pt>
                <c:pt idx="48">
                  <c:v>25.4</c:v>
                </c:pt>
                <c:pt idx="49">
                  <c:v>25.8</c:v>
                </c:pt>
                <c:pt idx="50">
                  <c:v>26.2</c:v>
                </c:pt>
                <c:pt idx="51">
                  <c:v>26.2</c:v>
                </c:pt>
                <c:pt idx="52">
                  <c:v>26.6</c:v>
                </c:pt>
                <c:pt idx="53">
                  <c:v>26.6</c:v>
                </c:pt>
                <c:pt idx="54">
                  <c:v>27.8</c:v>
                </c:pt>
                <c:pt idx="55">
                  <c:v>28.2</c:v>
                </c:pt>
                <c:pt idx="56">
                  <c:v>28.6</c:v>
                </c:pt>
                <c:pt idx="57">
                  <c:v>29.8</c:v>
                </c:pt>
                <c:pt idx="58">
                  <c:v>29.8</c:v>
                </c:pt>
                <c:pt idx="59">
                  <c:v>31</c:v>
                </c:pt>
                <c:pt idx="60">
                  <c:v>31.4</c:v>
                </c:pt>
                <c:pt idx="61">
                  <c:v>31.4</c:v>
                </c:pt>
                <c:pt idx="62">
                  <c:v>32.6</c:v>
                </c:pt>
                <c:pt idx="63">
                  <c:v>33.799999999999997</c:v>
                </c:pt>
                <c:pt idx="64">
                  <c:v>35</c:v>
                </c:pt>
                <c:pt idx="65">
                  <c:v>35</c:v>
                </c:pt>
                <c:pt idx="66">
                  <c:v>35</c:v>
                </c:pt>
                <c:pt idx="67">
                  <c:v>35.4</c:v>
                </c:pt>
                <c:pt idx="68">
                  <c:v>36.200000000000003</c:v>
                </c:pt>
                <c:pt idx="69">
                  <c:v>37.4</c:v>
                </c:pt>
                <c:pt idx="70">
                  <c:v>38.200000000000003</c:v>
                </c:pt>
                <c:pt idx="71">
                  <c:v>38.6</c:v>
                </c:pt>
                <c:pt idx="72">
                  <c:v>39</c:v>
                </c:pt>
                <c:pt idx="73">
                  <c:v>39</c:v>
                </c:pt>
                <c:pt idx="74">
                  <c:v>39.4</c:v>
                </c:pt>
                <c:pt idx="75">
                  <c:v>40.200000000000003</c:v>
                </c:pt>
                <c:pt idx="76">
                  <c:v>40.6</c:v>
                </c:pt>
                <c:pt idx="77">
                  <c:v>41</c:v>
                </c:pt>
                <c:pt idx="78">
                  <c:v>41.8</c:v>
                </c:pt>
                <c:pt idx="79">
                  <c:v>41.8</c:v>
                </c:pt>
                <c:pt idx="80">
                  <c:v>42.2</c:v>
                </c:pt>
                <c:pt idx="81">
                  <c:v>42.2</c:v>
                </c:pt>
                <c:pt idx="82">
                  <c:v>43.4</c:v>
                </c:pt>
                <c:pt idx="83">
                  <c:v>43.8</c:v>
                </c:pt>
                <c:pt idx="84">
                  <c:v>44.2</c:v>
                </c:pt>
                <c:pt idx="85">
                  <c:v>44.2</c:v>
                </c:pt>
                <c:pt idx="86">
                  <c:v>44.6</c:v>
                </c:pt>
                <c:pt idx="87">
                  <c:v>44.6</c:v>
                </c:pt>
                <c:pt idx="88">
                  <c:v>44.6</c:v>
                </c:pt>
                <c:pt idx="89">
                  <c:v>44.6</c:v>
                </c:pt>
                <c:pt idx="90">
                  <c:v>45</c:v>
                </c:pt>
                <c:pt idx="91">
                  <c:v>45.4</c:v>
                </c:pt>
                <c:pt idx="92">
                  <c:v>45.4</c:v>
                </c:pt>
                <c:pt idx="93">
                  <c:v>45.8</c:v>
                </c:pt>
                <c:pt idx="94">
                  <c:v>46.2</c:v>
                </c:pt>
                <c:pt idx="95">
                  <c:v>46.2</c:v>
                </c:pt>
                <c:pt idx="96">
                  <c:v>46.6</c:v>
                </c:pt>
                <c:pt idx="97">
                  <c:v>47</c:v>
                </c:pt>
                <c:pt idx="98">
                  <c:v>47.8</c:v>
                </c:pt>
                <c:pt idx="99">
                  <c:v>49</c:v>
                </c:pt>
                <c:pt idx="100">
                  <c:v>49.4</c:v>
                </c:pt>
                <c:pt idx="101">
                  <c:v>49.8</c:v>
                </c:pt>
                <c:pt idx="102">
                  <c:v>50.2</c:v>
                </c:pt>
                <c:pt idx="103">
                  <c:v>50.2</c:v>
                </c:pt>
                <c:pt idx="104">
                  <c:v>50.2</c:v>
                </c:pt>
                <c:pt idx="105">
                  <c:v>50.2</c:v>
                </c:pt>
                <c:pt idx="106">
                  <c:v>51</c:v>
                </c:pt>
                <c:pt idx="107">
                  <c:v>52.2</c:v>
                </c:pt>
                <c:pt idx="108">
                  <c:v>53</c:v>
                </c:pt>
                <c:pt idx="109">
                  <c:v>53.8</c:v>
                </c:pt>
                <c:pt idx="110">
                  <c:v>54.6</c:v>
                </c:pt>
                <c:pt idx="111">
                  <c:v>55</c:v>
                </c:pt>
                <c:pt idx="112">
                  <c:v>55</c:v>
                </c:pt>
                <c:pt idx="113">
                  <c:v>55</c:v>
                </c:pt>
                <c:pt idx="114">
                  <c:v>55.4</c:v>
                </c:pt>
                <c:pt idx="115">
                  <c:v>55.8</c:v>
                </c:pt>
                <c:pt idx="116">
                  <c:v>56.6</c:v>
                </c:pt>
                <c:pt idx="117">
                  <c:v>57</c:v>
                </c:pt>
                <c:pt idx="118">
                  <c:v>57</c:v>
                </c:pt>
                <c:pt idx="119">
                  <c:v>58.4</c:v>
                </c:pt>
                <c:pt idx="120">
                  <c:v>59.2</c:v>
                </c:pt>
                <c:pt idx="121">
                  <c:v>60</c:v>
                </c:pt>
                <c:pt idx="122">
                  <c:v>60.4</c:v>
                </c:pt>
                <c:pt idx="123">
                  <c:v>60.4</c:v>
                </c:pt>
                <c:pt idx="124">
                  <c:v>60.4</c:v>
                </c:pt>
                <c:pt idx="125">
                  <c:v>61.6</c:v>
                </c:pt>
                <c:pt idx="126">
                  <c:v>62.8</c:v>
                </c:pt>
                <c:pt idx="127">
                  <c:v>64</c:v>
                </c:pt>
                <c:pt idx="128">
                  <c:v>64</c:v>
                </c:pt>
                <c:pt idx="129">
                  <c:v>64</c:v>
                </c:pt>
                <c:pt idx="130">
                  <c:v>64.400000000000006</c:v>
                </c:pt>
                <c:pt idx="131">
                  <c:v>64.8</c:v>
                </c:pt>
                <c:pt idx="132">
                  <c:v>64.8</c:v>
                </c:pt>
                <c:pt idx="133">
                  <c:v>64.8</c:v>
                </c:pt>
                <c:pt idx="134">
                  <c:v>65.2</c:v>
                </c:pt>
                <c:pt idx="135">
                  <c:v>66.599999999999994</c:v>
                </c:pt>
                <c:pt idx="136">
                  <c:v>66.599999999999994</c:v>
                </c:pt>
                <c:pt idx="137">
                  <c:v>66.599999999999994</c:v>
                </c:pt>
                <c:pt idx="138">
                  <c:v>66.599999999999994</c:v>
                </c:pt>
                <c:pt idx="139">
                  <c:v>67</c:v>
                </c:pt>
                <c:pt idx="140">
                  <c:v>67.400000000000006</c:v>
                </c:pt>
                <c:pt idx="141">
                  <c:v>67.8</c:v>
                </c:pt>
                <c:pt idx="142">
                  <c:v>68.2</c:v>
                </c:pt>
                <c:pt idx="143">
                  <c:v>68.599999999999994</c:v>
                </c:pt>
                <c:pt idx="144">
                  <c:v>69</c:v>
                </c:pt>
                <c:pt idx="145">
                  <c:v>69</c:v>
                </c:pt>
                <c:pt idx="146">
                  <c:v>69.8</c:v>
                </c:pt>
                <c:pt idx="147">
                  <c:v>69.8</c:v>
                </c:pt>
                <c:pt idx="148">
                  <c:v>69.8</c:v>
                </c:pt>
                <c:pt idx="149">
                  <c:v>70.400000000000006</c:v>
                </c:pt>
                <c:pt idx="150">
                  <c:v>70.400000000000006</c:v>
                </c:pt>
                <c:pt idx="151">
                  <c:v>70.8</c:v>
                </c:pt>
                <c:pt idx="152">
                  <c:v>71.2</c:v>
                </c:pt>
                <c:pt idx="153">
                  <c:v>71.2</c:v>
                </c:pt>
                <c:pt idx="154">
                  <c:v>72</c:v>
                </c:pt>
                <c:pt idx="155">
                  <c:v>73.2</c:v>
                </c:pt>
                <c:pt idx="156">
                  <c:v>73.599999999999994</c:v>
                </c:pt>
                <c:pt idx="157">
                  <c:v>73.599999999999994</c:v>
                </c:pt>
                <c:pt idx="158">
                  <c:v>74.599999999999994</c:v>
                </c:pt>
                <c:pt idx="159">
                  <c:v>74.599999999999994</c:v>
                </c:pt>
                <c:pt idx="160">
                  <c:v>75.400000000000006</c:v>
                </c:pt>
                <c:pt idx="161">
                  <c:v>76.2</c:v>
                </c:pt>
                <c:pt idx="162">
                  <c:v>76.2</c:v>
                </c:pt>
                <c:pt idx="163">
                  <c:v>77.8</c:v>
                </c:pt>
                <c:pt idx="164">
                  <c:v>77.8</c:v>
                </c:pt>
                <c:pt idx="165">
                  <c:v>78.2</c:v>
                </c:pt>
                <c:pt idx="166">
                  <c:v>78.8</c:v>
                </c:pt>
                <c:pt idx="167">
                  <c:v>80.400000000000006</c:v>
                </c:pt>
                <c:pt idx="168">
                  <c:v>82</c:v>
                </c:pt>
                <c:pt idx="169">
                  <c:v>82.4</c:v>
                </c:pt>
                <c:pt idx="170">
                  <c:v>82.8</c:v>
                </c:pt>
                <c:pt idx="171">
                  <c:v>82.8</c:v>
                </c:pt>
                <c:pt idx="172">
                  <c:v>82.8</c:v>
                </c:pt>
                <c:pt idx="173">
                  <c:v>82.8</c:v>
                </c:pt>
                <c:pt idx="174">
                  <c:v>83.2</c:v>
                </c:pt>
                <c:pt idx="175">
                  <c:v>84</c:v>
                </c:pt>
                <c:pt idx="176">
                  <c:v>84.4</c:v>
                </c:pt>
                <c:pt idx="177">
                  <c:v>84.8</c:v>
                </c:pt>
                <c:pt idx="178">
                  <c:v>85.6</c:v>
                </c:pt>
                <c:pt idx="179">
                  <c:v>86.8</c:v>
                </c:pt>
                <c:pt idx="180">
                  <c:v>86.8</c:v>
                </c:pt>
                <c:pt idx="181">
                  <c:v>86.8</c:v>
                </c:pt>
                <c:pt idx="182">
                  <c:v>86.8</c:v>
                </c:pt>
                <c:pt idx="183">
                  <c:v>87.2</c:v>
                </c:pt>
                <c:pt idx="184">
                  <c:v>87.2</c:v>
                </c:pt>
                <c:pt idx="185">
                  <c:v>88.4</c:v>
                </c:pt>
                <c:pt idx="186">
                  <c:v>89.2</c:v>
                </c:pt>
                <c:pt idx="187">
                  <c:v>90</c:v>
                </c:pt>
                <c:pt idx="188">
                  <c:v>90.8</c:v>
                </c:pt>
                <c:pt idx="189">
                  <c:v>91.2</c:v>
                </c:pt>
                <c:pt idx="190">
                  <c:v>91.6</c:v>
                </c:pt>
                <c:pt idx="191">
                  <c:v>92</c:v>
                </c:pt>
                <c:pt idx="192">
                  <c:v>93.2</c:v>
                </c:pt>
                <c:pt idx="193">
                  <c:v>93.6</c:v>
                </c:pt>
                <c:pt idx="194">
                  <c:v>93.6</c:v>
                </c:pt>
                <c:pt idx="195">
                  <c:v>93.6</c:v>
                </c:pt>
                <c:pt idx="196">
                  <c:v>94.4</c:v>
                </c:pt>
                <c:pt idx="197">
                  <c:v>94.4</c:v>
                </c:pt>
                <c:pt idx="198">
                  <c:v>94.8</c:v>
                </c:pt>
                <c:pt idx="199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3D3-4006-9ED4-A21EFCFF9742}"/>
            </c:ext>
          </c:extLst>
        </c:ser>
        <c:ser>
          <c:idx val="6"/>
          <c:order val="6"/>
          <c:tx>
            <c:strRef>
              <c:f>save1!$FA$1012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save1!$FA$1013:$FA$1212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0.6</c:v>
                </c:pt>
                <c:pt idx="36">
                  <c:v>0.6</c:v>
                </c:pt>
                <c:pt idx="37">
                  <c:v>0.6</c:v>
                </c:pt>
                <c:pt idx="38">
                  <c:v>0.6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0.8</c:v>
                </c:pt>
                <c:pt idx="46">
                  <c:v>0.8</c:v>
                </c:pt>
                <c:pt idx="47">
                  <c:v>0.8</c:v>
                </c:pt>
                <c:pt idx="48">
                  <c:v>0.8</c:v>
                </c:pt>
                <c:pt idx="49">
                  <c:v>0.8</c:v>
                </c:pt>
                <c:pt idx="50">
                  <c:v>0.8</c:v>
                </c:pt>
                <c:pt idx="51">
                  <c:v>0.8</c:v>
                </c:pt>
                <c:pt idx="52">
                  <c:v>0.8</c:v>
                </c:pt>
                <c:pt idx="53">
                  <c:v>0.8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1.2</c:v>
                </c:pt>
                <c:pt idx="69">
                  <c:v>1.2</c:v>
                </c:pt>
                <c:pt idx="70">
                  <c:v>1.2</c:v>
                </c:pt>
                <c:pt idx="71">
                  <c:v>1.2</c:v>
                </c:pt>
                <c:pt idx="72">
                  <c:v>1.4</c:v>
                </c:pt>
                <c:pt idx="73">
                  <c:v>1.4</c:v>
                </c:pt>
                <c:pt idx="74">
                  <c:v>1.4</c:v>
                </c:pt>
                <c:pt idx="75">
                  <c:v>1.6</c:v>
                </c:pt>
                <c:pt idx="76">
                  <c:v>1.6</c:v>
                </c:pt>
                <c:pt idx="77">
                  <c:v>1.6</c:v>
                </c:pt>
                <c:pt idx="78">
                  <c:v>1.6</c:v>
                </c:pt>
                <c:pt idx="79">
                  <c:v>1.6</c:v>
                </c:pt>
                <c:pt idx="80">
                  <c:v>1.6</c:v>
                </c:pt>
                <c:pt idx="81">
                  <c:v>1.6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</c:v>
                </c:pt>
                <c:pt idx="90">
                  <c:v>2</c:v>
                </c:pt>
                <c:pt idx="91">
                  <c:v>2</c:v>
                </c:pt>
                <c:pt idx="92">
                  <c:v>2.4</c:v>
                </c:pt>
                <c:pt idx="93">
                  <c:v>2.4</c:v>
                </c:pt>
                <c:pt idx="94">
                  <c:v>2.4</c:v>
                </c:pt>
                <c:pt idx="95">
                  <c:v>2.4</c:v>
                </c:pt>
                <c:pt idx="96">
                  <c:v>2.8</c:v>
                </c:pt>
                <c:pt idx="97">
                  <c:v>2.8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3.4</c:v>
                </c:pt>
                <c:pt idx="107">
                  <c:v>3.4</c:v>
                </c:pt>
                <c:pt idx="108">
                  <c:v>3.4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3.6</c:v>
                </c:pt>
                <c:pt idx="113">
                  <c:v>3.6</c:v>
                </c:pt>
                <c:pt idx="114">
                  <c:v>3.6</c:v>
                </c:pt>
                <c:pt idx="115">
                  <c:v>3.6</c:v>
                </c:pt>
                <c:pt idx="116">
                  <c:v>3.6</c:v>
                </c:pt>
                <c:pt idx="117">
                  <c:v>3.6</c:v>
                </c:pt>
                <c:pt idx="118">
                  <c:v>3.6</c:v>
                </c:pt>
                <c:pt idx="119">
                  <c:v>3.6</c:v>
                </c:pt>
                <c:pt idx="120">
                  <c:v>3.6</c:v>
                </c:pt>
                <c:pt idx="121">
                  <c:v>3.6</c:v>
                </c:pt>
                <c:pt idx="122">
                  <c:v>3.6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4.2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4.5999999999999996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4.5999999999999996</c:v>
                </c:pt>
                <c:pt idx="136">
                  <c:v>4.5999999999999996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5.4</c:v>
                </c:pt>
                <c:pt idx="144">
                  <c:v>5.6</c:v>
                </c:pt>
                <c:pt idx="145">
                  <c:v>5.6</c:v>
                </c:pt>
                <c:pt idx="146">
                  <c:v>5.6</c:v>
                </c:pt>
                <c:pt idx="147">
                  <c:v>5.6</c:v>
                </c:pt>
                <c:pt idx="148">
                  <c:v>5.6</c:v>
                </c:pt>
                <c:pt idx="149">
                  <c:v>5.6</c:v>
                </c:pt>
                <c:pt idx="150">
                  <c:v>5.6</c:v>
                </c:pt>
                <c:pt idx="151">
                  <c:v>5.6</c:v>
                </c:pt>
                <c:pt idx="152">
                  <c:v>5.6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5.8</c:v>
                </c:pt>
                <c:pt idx="159">
                  <c:v>5.8</c:v>
                </c:pt>
                <c:pt idx="160">
                  <c:v>5.8</c:v>
                </c:pt>
                <c:pt idx="161">
                  <c:v>6.2</c:v>
                </c:pt>
                <c:pt idx="162">
                  <c:v>6.2</c:v>
                </c:pt>
                <c:pt idx="163">
                  <c:v>6.2</c:v>
                </c:pt>
                <c:pt idx="164">
                  <c:v>6.2</c:v>
                </c:pt>
                <c:pt idx="165">
                  <c:v>6.2</c:v>
                </c:pt>
                <c:pt idx="166">
                  <c:v>6.2</c:v>
                </c:pt>
                <c:pt idx="167">
                  <c:v>6.2</c:v>
                </c:pt>
                <c:pt idx="168">
                  <c:v>6.4</c:v>
                </c:pt>
                <c:pt idx="169">
                  <c:v>6.4</c:v>
                </c:pt>
                <c:pt idx="170">
                  <c:v>6.4</c:v>
                </c:pt>
                <c:pt idx="171">
                  <c:v>6.8</c:v>
                </c:pt>
                <c:pt idx="172">
                  <c:v>6.8</c:v>
                </c:pt>
                <c:pt idx="173">
                  <c:v>6.8</c:v>
                </c:pt>
                <c:pt idx="174">
                  <c:v>7</c:v>
                </c:pt>
                <c:pt idx="175">
                  <c:v>7</c:v>
                </c:pt>
                <c:pt idx="176">
                  <c:v>7</c:v>
                </c:pt>
                <c:pt idx="177">
                  <c:v>7.4</c:v>
                </c:pt>
                <c:pt idx="178">
                  <c:v>7.4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7.4</c:v>
                </c:pt>
                <c:pt idx="184">
                  <c:v>7.4</c:v>
                </c:pt>
                <c:pt idx="185">
                  <c:v>7.6</c:v>
                </c:pt>
                <c:pt idx="186">
                  <c:v>7.6</c:v>
                </c:pt>
                <c:pt idx="187">
                  <c:v>7.6</c:v>
                </c:pt>
                <c:pt idx="188">
                  <c:v>7.6</c:v>
                </c:pt>
                <c:pt idx="189">
                  <c:v>7.6</c:v>
                </c:pt>
                <c:pt idx="190">
                  <c:v>7.6</c:v>
                </c:pt>
                <c:pt idx="191">
                  <c:v>7.6</c:v>
                </c:pt>
                <c:pt idx="192">
                  <c:v>7.8</c:v>
                </c:pt>
                <c:pt idx="193">
                  <c:v>7.8</c:v>
                </c:pt>
                <c:pt idx="194">
                  <c:v>7.8</c:v>
                </c:pt>
                <c:pt idx="195">
                  <c:v>7.8</c:v>
                </c:pt>
                <c:pt idx="196">
                  <c:v>7.8</c:v>
                </c:pt>
                <c:pt idx="197">
                  <c:v>7.8</c:v>
                </c:pt>
                <c:pt idx="198">
                  <c:v>8</c:v>
                </c:pt>
                <c:pt idx="19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3D3-4006-9ED4-A21EFCFF9742}"/>
            </c:ext>
          </c:extLst>
        </c:ser>
        <c:ser>
          <c:idx val="7"/>
          <c:order val="7"/>
          <c:tx>
            <c:strRef>
              <c:f>save1!$FB$1012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save1!$FB$1013:$FB$1212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0.6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1.4</c:v>
                </c:pt>
                <c:pt idx="60">
                  <c:v>1.4</c:v>
                </c:pt>
                <c:pt idx="61">
                  <c:v>1.4</c:v>
                </c:pt>
                <c:pt idx="62">
                  <c:v>1.4</c:v>
                </c:pt>
                <c:pt idx="63">
                  <c:v>1.4</c:v>
                </c:pt>
                <c:pt idx="64">
                  <c:v>1.4</c:v>
                </c:pt>
                <c:pt idx="65">
                  <c:v>1.4</c:v>
                </c:pt>
                <c:pt idx="66">
                  <c:v>1.4</c:v>
                </c:pt>
                <c:pt idx="67">
                  <c:v>1.4</c:v>
                </c:pt>
                <c:pt idx="68">
                  <c:v>1.4</c:v>
                </c:pt>
                <c:pt idx="69">
                  <c:v>1.4</c:v>
                </c:pt>
                <c:pt idx="70">
                  <c:v>1.4</c:v>
                </c:pt>
                <c:pt idx="71">
                  <c:v>1.4</c:v>
                </c:pt>
                <c:pt idx="72">
                  <c:v>1.4</c:v>
                </c:pt>
                <c:pt idx="73">
                  <c:v>1.4</c:v>
                </c:pt>
                <c:pt idx="74">
                  <c:v>1.4</c:v>
                </c:pt>
                <c:pt idx="75">
                  <c:v>1.4</c:v>
                </c:pt>
                <c:pt idx="76">
                  <c:v>1.4</c:v>
                </c:pt>
                <c:pt idx="77">
                  <c:v>1.4</c:v>
                </c:pt>
                <c:pt idx="78">
                  <c:v>1.4</c:v>
                </c:pt>
                <c:pt idx="79">
                  <c:v>1.4</c:v>
                </c:pt>
                <c:pt idx="80">
                  <c:v>1.4</c:v>
                </c:pt>
                <c:pt idx="81">
                  <c:v>1.4</c:v>
                </c:pt>
                <c:pt idx="82">
                  <c:v>1.4</c:v>
                </c:pt>
                <c:pt idx="83">
                  <c:v>1.4</c:v>
                </c:pt>
                <c:pt idx="84">
                  <c:v>1.4</c:v>
                </c:pt>
                <c:pt idx="85">
                  <c:v>1.4</c:v>
                </c:pt>
                <c:pt idx="86">
                  <c:v>1.4</c:v>
                </c:pt>
                <c:pt idx="87">
                  <c:v>1.4</c:v>
                </c:pt>
                <c:pt idx="88">
                  <c:v>1.4</c:v>
                </c:pt>
                <c:pt idx="89">
                  <c:v>1.4</c:v>
                </c:pt>
                <c:pt idx="90">
                  <c:v>1.4</c:v>
                </c:pt>
                <c:pt idx="91">
                  <c:v>1.4</c:v>
                </c:pt>
                <c:pt idx="92">
                  <c:v>1.4</c:v>
                </c:pt>
                <c:pt idx="93">
                  <c:v>1.4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1.8</c:v>
                </c:pt>
                <c:pt idx="104">
                  <c:v>1.8</c:v>
                </c:pt>
                <c:pt idx="105">
                  <c:v>1.8</c:v>
                </c:pt>
                <c:pt idx="106">
                  <c:v>1.8</c:v>
                </c:pt>
                <c:pt idx="107">
                  <c:v>1.8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1.8</c:v>
                </c:pt>
                <c:pt idx="114">
                  <c:v>1.8</c:v>
                </c:pt>
                <c:pt idx="115">
                  <c:v>1.8</c:v>
                </c:pt>
                <c:pt idx="116">
                  <c:v>1.8</c:v>
                </c:pt>
                <c:pt idx="117">
                  <c:v>1.8</c:v>
                </c:pt>
                <c:pt idx="118">
                  <c:v>1.8</c:v>
                </c:pt>
                <c:pt idx="119">
                  <c:v>1.8</c:v>
                </c:pt>
                <c:pt idx="120">
                  <c:v>1.8</c:v>
                </c:pt>
                <c:pt idx="121">
                  <c:v>1.8</c:v>
                </c:pt>
                <c:pt idx="122">
                  <c:v>1.8</c:v>
                </c:pt>
                <c:pt idx="123">
                  <c:v>1.8</c:v>
                </c:pt>
                <c:pt idx="124">
                  <c:v>1.8</c:v>
                </c:pt>
                <c:pt idx="125">
                  <c:v>1.8</c:v>
                </c:pt>
                <c:pt idx="126">
                  <c:v>2.2000000000000002</c:v>
                </c:pt>
                <c:pt idx="127">
                  <c:v>2.2000000000000002</c:v>
                </c:pt>
                <c:pt idx="128">
                  <c:v>2.2000000000000002</c:v>
                </c:pt>
                <c:pt idx="129">
                  <c:v>2.2000000000000002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2.2000000000000002</c:v>
                </c:pt>
                <c:pt idx="139">
                  <c:v>2.2000000000000002</c:v>
                </c:pt>
                <c:pt idx="140">
                  <c:v>2.2000000000000002</c:v>
                </c:pt>
                <c:pt idx="141">
                  <c:v>2.2000000000000002</c:v>
                </c:pt>
                <c:pt idx="142">
                  <c:v>2.6</c:v>
                </c:pt>
                <c:pt idx="143">
                  <c:v>2.6</c:v>
                </c:pt>
                <c:pt idx="144">
                  <c:v>2.6</c:v>
                </c:pt>
                <c:pt idx="145">
                  <c:v>2.6</c:v>
                </c:pt>
                <c:pt idx="146">
                  <c:v>2.6</c:v>
                </c:pt>
                <c:pt idx="147">
                  <c:v>2.6</c:v>
                </c:pt>
                <c:pt idx="148">
                  <c:v>2.6</c:v>
                </c:pt>
                <c:pt idx="149">
                  <c:v>2.8</c:v>
                </c:pt>
                <c:pt idx="150">
                  <c:v>2.8</c:v>
                </c:pt>
                <c:pt idx="151">
                  <c:v>2.8</c:v>
                </c:pt>
                <c:pt idx="152">
                  <c:v>2.8</c:v>
                </c:pt>
                <c:pt idx="153">
                  <c:v>2.8</c:v>
                </c:pt>
                <c:pt idx="154">
                  <c:v>2.8</c:v>
                </c:pt>
                <c:pt idx="155">
                  <c:v>2.8</c:v>
                </c:pt>
                <c:pt idx="156">
                  <c:v>2.8</c:v>
                </c:pt>
                <c:pt idx="157">
                  <c:v>2.8</c:v>
                </c:pt>
                <c:pt idx="158">
                  <c:v>2.8</c:v>
                </c:pt>
                <c:pt idx="159">
                  <c:v>2.8</c:v>
                </c:pt>
                <c:pt idx="160">
                  <c:v>2.8</c:v>
                </c:pt>
                <c:pt idx="161">
                  <c:v>2.8</c:v>
                </c:pt>
                <c:pt idx="162">
                  <c:v>2.8</c:v>
                </c:pt>
                <c:pt idx="163">
                  <c:v>2.8</c:v>
                </c:pt>
                <c:pt idx="164">
                  <c:v>2.8</c:v>
                </c:pt>
                <c:pt idx="165">
                  <c:v>2.8</c:v>
                </c:pt>
                <c:pt idx="166">
                  <c:v>3</c:v>
                </c:pt>
                <c:pt idx="167">
                  <c:v>3</c:v>
                </c:pt>
                <c:pt idx="168">
                  <c:v>3</c:v>
                </c:pt>
                <c:pt idx="169">
                  <c:v>3</c:v>
                </c:pt>
                <c:pt idx="170">
                  <c:v>3</c:v>
                </c:pt>
                <c:pt idx="171">
                  <c:v>3</c:v>
                </c:pt>
                <c:pt idx="172">
                  <c:v>3</c:v>
                </c:pt>
                <c:pt idx="173">
                  <c:v>3</c:v>
                </c:pt>
                <c:pt idx="174">
                  <c:v>3</c:v>
                </c:pt>
                <c:pt idx="175">
                  <c:v>3</c:v>
                </c:pt>
                <c:pt idx="176">
                  <c:v>3.4</c:v>
                </c:pt>
                <c:pt idx="177">
                  <c:v>3.4</c:v>
                </c:pt>
                <c:pt idx="178">
                  <c:v>3.4</c:v>
                </c:pt>
                <c:pt idx="179">
                  <c:v>3.4</c:v>
                </c:pt>
                <c:pt idx="180">
                  <c:v>3.4</c:v>
                </c:pt>
                <c:pt idx="181">
                  <c:v>3.4</c:v>
                </c:pt>
                <c:pt idx="182">
                  <c:v>3.4</c:v>
                </c:pt>
                <c:pt idx="183">
                  <c:v>3.4</c:v>
                </c:pt>
                <c:pt idx="184">
                  <c:v>3.4</c:v>
                </c:pt>
                <c:pt idx="185">
                  <c:v>3.4</c:v>
                </c:pt>
                <c:pt idx="186">
                  <c:v>3.4</c:v>
                </c:pt>
                <c:pt idx="187">
                  <c:v>3.4</c:v>
                </c:pt>
                <c:pt idx="188">
                  <c:v>3.4</c:v>
                </c:pt>
                <c:pt idx="189">
                  <c:v>3.4</c:v>
                </c:pt>
                <c:pt idx="190">
                  <c:v>3.4</c:v>
                </c:pt>
                <c:pt idx="191">
                  <c:v>3.4</c:v>
                </c:pt>
                <c:pt idx="192">
                  <c:v>3.4</c:v>
                </c:pt>
                <c:pt idx="193">
                  <c:v>3.4</c:v>
                </c:pt>
                <c:pt idx="194">
                  <c:v>3.4</c:v>
                </c:pt>
                <c:pt idx="195">
                  <c:v>3.4</c:v>
                </c:pt>
                <c:pt idx="196">
                  <c:v>3.4</c:v>
                </c:pt>
                <c:pt idx="197">
                  <c:v>3.4</c:v>
                </c:pt>
                <c:pt idx="198">
                  <c:v>3.4</c:v>
                </c:pt>
                <c:pt idx="199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3D3-4006-9ED4-A21EFCFF9742}"/>
            </c:ext>
          </c:extLst>
        </c:ser>
        <c:ser>
          <c:idx val="8"/>
          <c:order val="8"/>
          <c:tx>
            <c:strRef>
              <c:f>save1!$FC$1012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save1!$FC$1013:$FC$1212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0.2</c:v>
                </c:pt>
                <c:pt idx="43">
                  <c:v>0.2</c:v>
                </c:pt>
                <c:pt idx="44">
                  <c:v>0.2</c:v>
                </c:pt>
                <c:pt idx="45">
                  <c:v>0.2</c:v>
                </c:pt>
                <c:pt idx="46">
                  <c:v>0.2</c:v>
                </c:pt>
                <c:pt idx="47">
                  <c:v>0.2</c:v>
                </c:pt>
                <c:pt idx="48">
                  <c:v>0.2</c:v>
                </c:pt>
                <c:pt idx="49">
                  <c:v>0.2</c:v>
                </c:pt>
                <c:pt idx="50">
                  <c:v>0.2</c:v>
                </c:pt>
                <c:pt idx="51">
                  <c:v>0.2</c:v>
                </c:pt>
                <c:pt idx="52">
                  <c:v>0.2</c:v>
                </c:pt>
                <c:pt idx="53">
                  <c:v>0.2</c:v>
                </c:pt>
                <c:pt idx="54">
                  <c:v>0.2</c:v>
                </c:pt>
                <c:pt idx="55">
                  <c:v>0.2</c:v>
                </c:pt>
                <c:pt idx="56">
                  <c:v>0.2</c:v>
                </c:pt>
                <c:pt idx="57">
                  <c:v>0.2</c:v>
                </c:pt>
                <c:pt idx="58">
                  <c:v>0.2</c:v>
                </c:pt>
                <c:pt idx="59">
                  <c:v>0.2</c:v>
                </c:pt>
                <c:pt idx="60">
                  <c:v>0.2</c:v>
                </c:pt>
                <c:pt idx="61">
                  <c:v>0.2</c:v>
                </c:pt>
                <c:pt idx="62">
                  <c:v>0.2</c:v>
                </c:pt>
                <c:pt idx="63">
                  <c:v>0.2</c:v>
                </c:pt>
                <c:pt idx="64">
                  <c:v>0.2</c:v>
                </c:pt>
                <c:pt idx="65">
                  <c:v>0.2</c:v>
                </c:pt>
                <c:pt idx="66">
                  <c:v>0.2</c:v>
                </c:pt>
                <c:pt idx="67">
                  <c:v>0.2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0.4</c:v>
                </c:pt>
                <c:pt idx="95">
                  <c:v>0.4</c:v>
                </c:pt>
                <c:pt idx="96">
                  <c:v>0.4</c:v>
                </c:pt>
                <c:pt idx="97">
                  <c:v>0.4</c:v>
                </c:pt>
                <c:pt idx="98">
                  <c:v>0.4</c:v>
                </c:pt>
                <c:pt idx="99">
                  <c:v>0.4</c:v>
                </c:pt>
                <c:pt idx="100">
                  <c:v>0.4</c:v>
                </c:pt>
                <c:pt idx="101">
                  <c:v>0.4</c:v>
                </c:pt>
                <c:pt idx="102">
                  <c:v>0.4</c:v>
                </c:pt>
                <c:pt idx="103">
                  <c:v>0.4</c:v>
                </c:pt>
                <c:pt idx="104">
                  <c:v>0.4</c:v>
                </c:pt>
                <c:pt idx="105">
                  <c:v>0.4</c:v>
                </c:pt>
                <c:pt idx="106">
                  <c:v>0.4</c:v>
                </c:pt>
                <c:pt idx="107">
                  <c:v>0.4</c:v>
                </c:pt>
                <c:pt idx="108">
                  <c:v>0.4</c:v>
                </c:pt>
                <c:pt idx="109">
                  <c:v>0.4</c:v>
                </c:pt>
                <c:pt idx="110">
                  <c:v>0.4</c:v>
                </c:pt>
                <c:pt idx="111">
                  <c:v>0.4</c:v>
                </c:pt>
                <c:pt idx="112">
                  <c:v>0.4</c:v>
                </c:pt>
                <c:pt idx="113">
                  <c:v>0.4</c:v>
                </c:pt>
                <c:pt idx="114">
                  <c:v>0.4</c:v>
                </c:pt>
                <c:pt idx="115">
                  <c:v>0.4</c:v>
                </c:pt>
                <c:pt idx="116">
                  <c:v>0.4</c:v>
                </c:pt>
                <c:pt idx="117">
                  <c:v>0.4</c:v>
                </c:pt>
                <c:pt idx="118">
                  <c:v>0.4</c:v>
                </c:pt>
                <c:pt idx="119">
                  <c:v>0.4</c:v>
                </c:pt>
                <c:pt idx="120">
                  <c:v>0.4</c:v>
                </c:pt>
                <c:pt idx="121">
                  <c:v>0.4</c:v>
                </c:pt>
                <c:pt idx="122">
                  <c:v>0.4</c:v>
                </c:pt>
                <c:pt idx="123">
                  <c:v>0.4</c:v>
                </c:pt>
                <c:pt idx="124">
                  <c:v>0.4</c:v>
                </c:pt>
                <c:pt idx="125">
                  <c:v>0.4</c:v>
                </c:pt>
                <c:pt idx="126">
                  <c:v>0.4</c:v>
                </c:pt>
                <c:pt idx="127">
                  <c:v>0.4</c:v>
                </c:pt>
                <c:pt idx="128">
                  <c:v>0.4</c:v>
                </c:pt>
                <c:pt idx="129">
                  <c:v>0.4</c:v>
                </c:pt>
                <c:pt idx="130">
                  <c:v>0.4</c:v>
                </c:pt>
                <c:pt idx="131">
                  <c:v>0.4</c:v>
                </c:pt>
                <c:pt idx="132">
                  <c:v>0.4</c:v>
                </c:pt>
                <c:pt idx="133">
                  <c:v>0.4</c:v>
                </c:pt>
                <c:pt idx="134">
                  <c:v>0.4</c:v>
                </c:pt>
                <c:pt idx="135">
                  <c:v>0.4</c:v>
                </c:pt>
                <c:pt idx="136">
                  <c:v>0.4</c:v>
                </c:pt>
                <c:pt idx="137">
                  <c:v>0.4</c:v>
                </c:pt>
                <c:pt idx="138">
                  <c:v>0.4</c:v>
                </c:pt>
                <c:pt idx="139">
                  <c:v>0.4</c:v>
                </c:pt>
                <c:pt idx="140">
                  <c:v>0.4</c:v>
                </c:pt>
                <c:pt idx="141">
                  <c:v>0.4</c:v>
                </c:pt>
                <c:pt idx="142">
                  <c:v>0.6</c:v>
                </c:pt>
                <c:pt idx="143">
                  <c:v>0.6</c:v>
                </c:pt>
                <c:pt idx="144">
                  <c:v>0.6</c:v>
                </c:pt>
                <c:pt idx="145">
                  <c:v>0.6</c:v>
                </c:pt>
                <c:pt idx="146">
                  <c:v>0.6</c:v>
                </c:pt>
                <c:pt idx="147">
                  <c:v>0.6</c:v>
                </c:pt>
                <c:pt idx="148">
                  <c:v>0.6</c:v>
                </c:pt>
                <c:pt idx="149">
                  <c:v>0.6</c:v>
                </c:pt>
                <c:pt idx="150">
                  <c:v>0.6</c:v>
                </c:pt>
                <c:pt idx="151">
                  <c:v>0.6</c:v>
                </c:pt>
                <c:pt idx="152">
                  <c:v>0.6</c:v>
                </c:pt>
                <c:pt idx="153">
                  <c:v>0.6</c:v>
                </c:pt>
                <c:pt idx="154">
                  <c:v>0.6</c:v>
                </c:pt>
                <c:pt idx="155">
                  <c:v>0.6</c:v>
                </c:pt>
                <c:pt idx="156">
                  <c:v>0.6</c:v>
                </c:pt>
                <c:pt idx="157">
                  <c:v>0.6</c:v>
                </c:pt>
                <c:pt idx="158">
                  <c:v>0.6</c:v>
                </c:pt>
                <c:pt idx="159">
                  <c:v>0.6</c:v>
                </c:pt>
                <c:pt idx="160">
                  <c:v>0.6</c:v>
                </c:pt>
                <c:pt idx="161">
                  <c:v>0.6</c:v>
                </c:pt>
                <c:pt idx="162">
                  <c:v>0.6</c:v>
                </c:pt>
                <c:pt idx="163">
                  <c:v>0.6</c:v>
                </c:pt>
                <c:pt idx="164">
                  <c:v>0.6</c:v>
                </c:pt>
                <c:pt idx="165">
                  <c:v>0.6</c:v>
                </c:pt>
                <c:pt idx="166">
                  <c:v>0.6</c:v>
                </c:pt>
                <c:pt idx="167">
                  <c:v>0.6</c:v>
                </c:pt>
                <c:pt idx="168">
                  <c:v>0.6</c:v>
                </c:pt>
                <c:pt idx="169">
                  <c:v>0.6</c:v>
                </c:pt>
                <c:pt idx="170">
                  <c:v>0.6</c:v>
                </c:pt>
                <c:pt idx="171">
                  <c:v>0.6</c:v>
                </c:pt>
                <c:pt idx="172">
                  <c:v>0.6</c:v>
                </c:pt>
                <c:pt idx="173">
                  <c:v>0.6</c:v>
                </c:pt>
                <c:pt idx="174">
                  <c:v>0.6</c:v>
                </c:pt>
                <c:pt idx="175">
                  <c:v>0.6</c:v>
                </c:pt>
                <c:pt idx="176">
                  <c:v>0.6</c:v>
                </c:pt>
                <c:pt idx="177">
                  <c:v>0.6</c:v>
                </c:pt>
                <c:pt idx="178">
                  <c:v>0.6</c:v>
                </c:pt>
                <c:pt idx="179">
                  <c:v>0.6</c:v>
                </c:pt>
                <c:pt idx="180">
                  <c:v>0.6</c:v>
                </c:pt>
                <c:pt idx="181">
                  <c:v>0.6</c:v>
                </c:pt>
                <c:pt idx="182">
                  <c:v>0.6</c:v>
                </c:pt>
                <c:pt idx="183">
                  <c:v>0.6</c:v>
                </c:pt>
                <c:pt idx="184">
                  <c:v>0.6</c:v>
                </c:pt>
                <c:pt idx="185">
                  <c:v>0.6</c:v>
                </c:pt>
                <c:pt idx="186">
                  <c:v>0.6</c:v>
                </c:pt>
                <c:pt idx="187">
                  <c:v>0.6</c:v>
                </c:pt>
                <c:pt idx="188">
                  <c:v>0.6</c:v>
                </c:pt>
                <c:pt idx="189">
                  <c:v>0.6</c:v>
                </c:pt>
                <c:pt idx="190">
                  <c:v>0.6</c:v>
                </c:pt>
                <c:pt idx="191">
                  <c:v>0.6</c:v>
                </c:pt>
                <c:pt idx="192">
                  <c:v>0.6</c:v>
                </c:pt>
                <c:pt idx="193">
                  <c:v>0.6</c:v>
                </c:pt>
                <c:pt idx="194">
                  <c:v>0.6</c:v>
                </c:pt>
                <c:pt idx="195">
                  <c:v>0.6</c:v>
                </c:pt>
                <c:pt idx="196">
                  <c:v>0.6</c:v>
                </c:pt>
                <c:pt idx="197">
                  <c:v>0.6</c:v>
                </c:pt>
                <c:pt idx="198">
                  <c:v>0.6</c:v>
                </c:pt>
                <c:pt idx="199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A3D3-4006-9ED4-A21EFCFF9742}"/>
            </c:ext>
          </c:extLst>
        </c:ser>
        <c:ser>
          <c:idx val="9"/>
          <c:order val="9"/>
          <c:tx>
            <c:strRef>
              <c:f>save1!$FD$1012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save1!$FD$1013:$FD$1212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0.6</c:v>
                </c:pt>
                <c:pt idx="27">
                  <c:v>0.6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1.2</c:v>
                </c:pt>
                <c:pt idx="38">
                  <c:v>1.2</c:v>
                </c:pt>
                <c:pt idx="39">
                  <c:v>1.2</c:v>
                </c:pt>
                <c:pt idx="40">
                  <c:v>1.4</c:v>
                </c:pt>
                <c:pt idx="41">
                  <c:v>1.4</c:v>
                </c:pt>
                <c:pt idx="42">
                  <c:v>1.4</c:v>
                </c:pt>
                <c:pt idx="43">
                  <c:v>1.4</c:v>
                </c:pt>
                <c:pt idx="44">
                  <c:v>1.4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2.2000000000000002</c:v>
                </c:pt>
                <c:pt idx="52">
                  <c:v>2.2000000000000002</c:v>
                </c:pt>
                <c:pt idx="53">
                  <c:v>2.2000000000000002</c:v>
                </c:pt>
                <c:pt idx="54">
                  <c:v>2.4</c:v>
                </c:pt>
                <c:pt idx="55">
                  <c:v>2.4</c:v>
                </c:pt>
                <c:pt idx="56">
                  <c:v>2.4</c:v>
                </c:pt>
                <c:pt idx="57">
                  <c:v>2.4</c:v>
                </c:pt>
                <c:pt idx="58">
                  <c:v>2.4</c:v>
                </c:pt>
                <c:pt idx="59">
                  <c:v>2.4</c:v>
                </c:pt>
                <c:pt idx="60">
                  <c:v>2.4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3.2</c:v>
                </c:pt>
                <c:pt idx="68">
                  <c:v>3.2</c:v>
                </c:pt>
                <c:pt idx="69">
                  <c:v>3.2</c:v>
                </c:pt>
                <c:pt idx="70">
                  <c:v>3.4</c:v>
                </c:pt>
                <c:pt idx="71">
                  <c:v>3.4</c:v>
                </c:pt>
                <c:pt idx="72">
                  <c:v>3.4</c:v>
                </c:pt>
                <c:pt idx="73">
                  <c:v>3.4</c:v>
                </c:pt>
                <c:pt idx="74">
                  <c:v>3.6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4</c:v>
                </c:pt>
                <c:pt idx="86">
                  <c:v>4</c:v>
                </c:pt>
                <c:pt idx="87">
                  <c:v>4</c:v>
                </c:pt>
                <c:pt idx="88">
                  <c:v>4</c:v>
                </c:pt>
                <c:pt idx="89">
                  <c:v>4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4.2</c:v>
                </c:pt>
                <c:pt idx="94">
                  <c:v>4.2</c:v>
                </c:pt>
                <c:pt idx="95">
                  <c:v>4.5999999999999996</c:v>
                </c:pt>
                <c:pt idx="96">
                  <c:v>4.5999999999999996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4.5999999999999996</c:v>
                </c:pt>
                <c:pt idx="104">
                  <c:v>4.5999999999999996</c:v>
                </c:pt>
                <c:pt idx="105">
                  <c:v>4.5999999999999996</c:v>
                </c:pt>
                <c:pt idx="106">
                  <c:v>4.5999999999999996</c:v>
                </c:pt>
                <c:pt idx="107">
                  <c:v>4.8</c:v>
                </c:pt>
                <c:pt idx="108">
                  <c:v>4.8</c:v>
                </c:pt>
                <c:pt idx="109">
                  <c:v>4.8</c:v>
                </c:pt>
                <c:pt idx="110">
                  <c:v>4.8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5.2</c:v>
                </c:pt>
                <c:pt idx="118">
                  <c:v>5.2</c:v>
                </c:pt>
                <c:pt idx="119">
                  <c:v>5.2</c:v>
                </c:pt>
                <c:pt idx="120">
                  <c:v>5.4</c:v>
                </c:pt>
                <c:pt idx="121">
                  <c:v>5.4</c:v>
                </c:pt>
                <c:pt idx="122">
                  <c:v>5.6</c:v>
                </c:pt>
                <c:pt idx="123">
                  <c:v>5.6</c:v>
                </c:pt>
                <c:pt idx="124">
                  <c:v>5.6</c:v>
                </c:pt>
                <c:pt idx="125">
                  <c:v>5.6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5.8</c:v>
                </c:pt>
                <c:pt idx="132">
                  <c:v>5.8</c:v>
                </c:pt>
                <c:pt idx="133">
                  <c:v>5.8</c:v>
                </c:pt>
                <c:pt idx="134">
                  <c:v>6.2</c:v>
                </c:pt>
                <c:pt idx="135">
                  <c:v>6.4</c:v>
                </c:pt>
                <c:pt idx="136">
                  <c:v>6.4</c:v>
                </c:pt>
                <c:pt idx="137">
                  <c:v>6.4</c:v>
                </c:pt>
                <c:pt idx="138">
                  <c:v>6.4</c:v>
                </c:pt>
                <c:pt idx="139">
                  <c:v>6.4</c:v>
                </c:pt>
                <c:pt idx="140">
                  <c:v>6.4</c:v>
                </c:pt>
                <c:pt idx="141">
                  <c:v>6.4</c:v>
                </c:pt>
                <c:pt idx="142">
                  <c:v>6.4</c:v>
                </c:pt>
                <c:pt idx="143">
                  <c:v>6.4</c:v>
                </c:pt>
                <c:pt idx="144">
                  <c:v>6.4</c:v>
                </c:pt>
                <c:pt idx="145">
                  <c:v>6.4</c:v>
                </c:pt>
                <c:pt idx="146">
                  <c:v>6.6</c:v>
                </c:pt>
                <c:pt idx="147">
                  <c:v>6.6</c:v>
                </c:pt>
                <c:pt idx="148">
                  <c:v>6.6</c:v>
                </c:pt>
                <c:pt idx="149">
                  <c:v>6.6</c:v>
                </c:pt>
                <c:pt idx="150">
                  <c:v>6.6</c:v>
                </c:pt>
                <c:pt idx="151">
                  <c:v>6.6</c:v>
                </c:pt>
                <c:pt idx="152">
                  <c:v>6.6</c:v>
                </c:pt>
                <c:pt idx="153">
                  <c:v>6.6</c:v>
                </c:pt>
                <c:pt idx="154">
                  <c:v>6.8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7.4</c:v>
                </c:pt>
                <c:pt idx="159">
                  <c:v>7.4</c:v>
                </c:pt>
                <c:pt idx="160">
                  <c:v>7.6</c:v>
                </c:pt>
                <c:pt idx="161">
                  <c:v>7.6</c:v>
                </c:pt>
                <c:pt idx="162">
                  <c:v>7.6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8.1999999999999993</c:v>
                </c:pt>
                <c:pt idx="168">
                  <c:v>8.1999999999999993</c:v>
                </c:pt>
                <c:pt idx="169">
                  <c:v>8.1999999999999993</c:v>
                </c:pt>
                <c:pt idx="170">
                  <c:v>8.1999999999999993</c:v>
                </c:pt>
                <c:pt idx="171">
                  <c:v>8.1999999999999993</c:v>
                </c:pt>
                <c:pt idx="172">
                  <c:v>8.1999999999999993</c:v>
                </c:pt>
                <c:pt idx="173">
                  <c:v>8.1999999999999993</c:v>
                </c:pt>
                <c:pt idx="174">
                  <c:v>8.1999999999999993</c:v>
                </c:pt>
                <c:pt idx="175">
                  <c:v>8.4</c:v>
                </c:pt>
                <c:pt idx="176">
                  <c:v>8.6</c:v>
                </c:pt>
                <c:pt idx="177">
                  <c:v>8.6</c:v>
                </c:pt>
                <c:pt idx="178">
                  <c:v>8.8000000000000007</c:v>
                </c:pt>
                <c:pt idx="179">
                  <c:v>9.1999999999999993</c:v>
                </c:pt>
                <c:pt idx="180">
                  <c:v>9.1999999999999993</c:v>
                </c:pt>
                <c:pt idx="181">
                  <c:v>9.1999999999999993</c:v>
                </c:pt>
                <c:pt idx="182">
                  <c:v>9.1999999999999993</c:v>
                </c:pt>
                <c:pt idx="183">
                  <c:v>9.1999999999999993</c:v>
                </c:pt>
                <c:pt idx="184">
                  <c:v>9.1999999999999993</c:v>
                </c:pt>
                <c:pt idx="185">
                  <c:v>9.1999999999999993</c:v>
                </c:pt>
                <c:pt idx="186">
                  <c:v>9.6</c:v>
                </c:pt>
                <c:pt idx="187">
                  <c:v>9.6</c:v>
                </c:pt>
                <c:pt idx="188">
                  <c:v>9.6</c:v>
                </c:pt>
                <c:pt idx="189">
                  <c:v>9.6</c:v>
                </c:pt>
                <c:pt idx="190">
                  <c:v>9.6</c:v>
                </c:pt>
                <c:pt idx="191">
                  <c:v>9.6</c:v>
                </c:pt>
                <c:pt idx="192">
                  <c:v>9.8000000000000007</c:v>
                </c:pt>
                <c:pt idx="193">
                  <c:v>9.8000000000000007</c:v>
                </c:pt>
                <c:pt idx="194">
                  <c:v>9.8000000000000007</c:v>
                </c:pt>
                <c:pt idx="195">
                  <c:v>9.8000000000000007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A3D3-4006-9ED4-A21EFCFF9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Rusted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save1!$EU$1214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save1!$EU$1215:$EU$1414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1.6</c:v>
                </c:pt>
                <c:pt idx="3">
                  <c:v>1.6</c:v>
                </c:pt>
                <c:pt idx="4">
                  <c:v>1.8</c:v>
                </c:pt>
                <c:pt idx="5">
                  <c:v>1.8</c:v>
                </c:pt>
                <c:pt idx="6">
                  <c:v>2.2000000000000002</c:v>
                </c:pt>
                <c:pt idx="7">
                  <c:v>2.4</c:v>
                </c:pt>
                <c:pt idx="8">
                  <c:v>3</c:v>
                </c:pt>
                <c:pt idx="9">
                  <c:v>3.8</c:v>
                </c:pt>
                <c:pt idx="10">
                  <c:v>4.5999999999999996</c:v>
                </c:pt>
                <c:pt idx="11">
                  <c:v>4.5999999999999996</c:v>
                </c:pt>
                <c:pt idx="12">
                  <c:v>4.5999999999999996</c:v>
                </c:pt>
                <c:pt idx="13">
                  <c:v>4.5999999999999996</c:v>
                </c:pt>
                <c:pt idx="14">
                  <c:v>4.8</c:v>
                </c:pt>
                <c:pt idx="15">
                  <c:v>4.8</c:v>
                </c:pt>
                <c:pt idx="16">
                  <c:v>4.8</c:v>
                </c:pt>
                <c:pt idx="17">
                  <c:v>5</c:v>
                </c:pt>
                <c:pt idx="18">
                  <c:v>5.2</c:v>
                </c:pt>
                <c:pt idx="19">
                  <c:v>6.6</c:v>
                </c:pt>
                <c:pt idx="20">
                  <c:v>7.4</c:v>
                </c:pt>
                <c:pt idx="21">
                  <c:v>9</c:v>
                </c:pt>
                <c:pt idx="22">
                  <c:v>10</c:v>
                </c:pt>
                <c:pt idx="23">
                  <c:v>10.199999999999999</c:v>
                </c:pt>
                <c:pt idx="24">
                  <c:v>10.6</c:v>
                </c:pt>
                <c:pt idx="25">
                  <c:v>11</c:v>
                </c:pt>
                <c:pt idx="26">
                  <c:v>12</c:v>
                </c:pt>
                <c:pt idx="27">
                  <c:v>12.6</c:v>
                </c:pt>
                <c:pt idx="28">
                  <c:v>13.2</c:v>
                </c:pt>
                <c:pt idx="29">
                  <c:v>13.2</c:v>
                </c:pt>
                <c:pt idx="30">
                  <c:v>14</c:v>
                </c:pt>
                <c:pt idx="31">
                  <c:v>14.2</c:v>
                </c:pt>
                <c:pt idx="32">
                  <c:v>14.6</c:v>
                </c:pt>
                <c:pt idx="33">
                  <c:v>14.6</c:v>
                </c:pt>
                <c:pt idx="34">
                  <c:v>14.8</c:v>
                </c:pt>
                <c:pt idx="35">
                  <c:v>14.8</c:v>
                </c:pt>
                <c:pt idx="36">
                  <c:v>14.8</c:v>
                </c:pt>
                <c:pt idx="37">
                  <c:v>15.4</c:v>
                </c:pt>
                <c:pt idx="38">
                  <c:v>15.4</c:v>
                </c:pt>
                <c:pt idx="39">
                  <c:v>16</c:v>
                </c:pt>
                <c:pt idx="40">
                  <c:v>16</c:v>
                </c:pt>
                <c:pt idx="41">
                  <c:v>17.2</c:v>
                </c:pt>
                <c:pt idx="42">
                  <c:v>18.600000000000001</c:v>
                </c:pt>
                <c:pt idx="43">
                  <c:v>18.8</c:v>
                </c:pt>
                <c:pt idx="44">
                  <c:v>19</c:v>
                </c:pt>
                <c:pt idx="45">
                  <c:v>19.2</c:v>
                </c:pt>
                <c:pt idx="46">
                  <c:v>19.2</c:v>
                </c:pt>
                <c:pt idx="47">
                  <c:v>19.399999999999999</c:v>
                </c:pt>
                <c:pt idx="48">
                  <c:v>19.600000000000001</c:v>
                </c:pt>
                <c:pt idx="49">
                  <c:v>19.600000000000001</c:v>
                </c:pt>
                <c:pt idx="50">
                  <c:v>20.2</c:v>
                </c:pt>
                <c:pt idx="51">
                  <c:v>22</c:v>
                </c:pt>
                <c:pt idx="52">
                  <c:v>22</c:v>
                </c:pt>
                <c:pt idx="53">
                  <c:v>23</c:v>
                </c:pt>
                <c:pt idx="54">
                  <c:v>24.2</c:v>
                </c:pt>
                <c:pt idx="55">
                  <c:v>26</c:v>
                </c:pt>
                <c:pt idx="56">
                  <c:v>27.2</c:v>
                </c:pt>
                <c:pt idx="57">
                  <c:v>28.4</c:v>
                </c:pt>
                <c:pt idx="58">
                  <c:v>28.4</c:v>
                </c:pt>
                <c:pt idx="59">
                  <c:v>28.6</c:v>
                </c:pt>
                <c:pt idx="60">
                  <c:v>29</c:v>
                </c:pt>
                <c:pt idx="61">
                  <c:v>29</c:v>
                </c:pt>
                <c:pt idx="62">
                  <c:v>29.2</c:v>
                </c:pt>
                <c:pt idx="63">
                  <c:v>29.8</c:v>
                </c:pt>
                <c:pt idx="64">
                  <c:v>31.2</c:v>
                </c:pt>
                <c:pt idx="65">
                  <c:v>32</c:v>
                </c:pt>
                <c:pt idx="66">
                  <c:v>33.4</c:v>
                </c:pt>
                <c:pt idx="67">
                  <c:v>34.6</c:v>
                </c:pt>
                <c:pt idx="68">
                  <c:v>34.799999999999997</c:v>
                </c:pt>
                <c:pt idx="69">
                  <c:v>34.799999999999997</c:v>
                </c:pt>
                <c:pt idx="70">
                  <c:v>35.200000000000003</c:v>
                </c:pt>
                <c:pt idx="71">
                  <c:v>35.4</c:v>
                </c:pt>
                <c:pt idx="72">
                  <c:v>36.6</c:v>
                </c:pt>
                <c:pt idx="73">
                  <c:v>37.4</c:v>
                </c:pt>
                <c:pt idx="74">
                  <c:v>37.799999999999997</c:v>
                </c:pt>
                <c:pt idx="75">
                  <c:v>40.200000000000003</c:v>
                </c:pt>
                <c:pt idx="76">
                  <c:v>40.4</c:v>
                </c:pt>
                <c:pt idx="77">
                  <c:v>40.4</c:v>
                </c:pt>
                <c:pt idx="78">
                  <c:v>40.6</c:v>
                </c:pt>
                <c:pt idx="79">
                  <c:v>41.8</c:v>
                </c:pt>
                <c:pt idx="80">
                  <c:v>42.4</c:v>
                </c:pt>
                <c:pt idx="81">
                  <c:v>42.4</c:v>
                </c:pt>
                <c:pt idx="82">
                  <c:v>42.4</c:v>
                </c:pt>
                <c:pt idx="83">
                  <c:v>42.6</c:v>
                </c:pt>
                <c:pt idx="84">
                  <c:v>42.6</c:v>
                </c:pt>
                <c:pt idx="85">
                  <c:v>42.8</c:v>
                </c:pt>
                <c:pt idx="86">
                  <c:v>43.2</c:v>
                </c:pt>
                <c:pt idx="87">
                  <c:v>43.2</c:v>
                </c:pt>
                <c:pt idx="88">
                  <c:v>44</c:v>
                </c:pt>
                <c:pt idx="89">
                  <c:v>44.8</c:v>
                </c:pt>
                <c:pt idx="90">
                  <c:v>45.2</c:v>
                </c:pt>
                <c:pt idx="91">
                  <c:v>45.4</c:v>
                </c:pt>
                <c:pt idx="92">
                  <c:v>45.6</c:v>
                </c:pt>
                <c:pt idx="93">
                  <c:v>45.6</c:v>
                </c:pt>
                <c:pt idx="94">
                  <c:v>46</c:v>
                </c:pt>
                <c:pt idx="95">
                  <c:v>46</c:v>
                </c:pt>
                <c:pt idx="96">
                  <c:v>46.6</c:v>
                </c:pt>
                <c:pt idx="97">
                  <c:v>47.6</c:v>
                </c:pt>
                <c:pt idx="98">
                  <c:v>47.6</c:v>
                </c:pt>
                <c:pt idx="99">
                  <c:v>47.6</c:v>
                </c:pt>
                <c:pt idx="100">
                  <c:v>48.2</c:v>
                </c:pt>
                <c:pt idx="101">
                  <c:v>48.2</c:v>
                </c:pt>
                <c:pt idx="102">
                  <c:v>48.6</c:v>
                </c:pt>
                <c:pt idx="103">
                  <c:v>48.6</c:v>
                </c:pt>
                <c:pt idx="104">
                  <c:v>49.6</c:v>
                </c:pt>
                <c:pt idx="105">
                  <c:v>50.2</c:v>
                </c:pt>
                <c:pt idx="106">
                  <c:v>50.2</c:v>
                </c:pt>
                <c:pt idx="107">
                  <c:v>50.6</c:v>
                </c:pt>
                <c:pt idx="108">
                  <c:v>51.2</c:v>
                </c:pt>
                <c:pt idx="109">
                  <c:v>51.2</c:v>
                </c:pt>
                <c:pt idx="110">
                  <c:v>52.4</c:v>
                </c:pt>
                <c:pt idx="111">
                  <c:v>52.6</c:v>
                </c:pt>
                <c:pt idx="112">
                  <c:v>53.2</c:v>
                </c:pt>
                <c:pt idx="113">
                  <c:v>53.4</c:v>
                </c:pt>
                <c:pt idx="114">
                  <c:v>55.6</c:v>
                </c:pt>
                <c:pt idx="115">
                  <c:v>55.8</c:v>
                </c:pt>
                <c:pt idx="116">
                  <c:v>56.6</c:v>
                </c:pt>
                <c:pt idx="117">
                  <c:v>56.6</c:v>
                </c:pt>
                <c:pt idx="118">
                  <c:v>56.8</c:v>
                </c:pt>
                <c:pt idx="119">
                  <c:v>58</c:v>
                </c:pt>
                <c:pt idx="120">
                  <c:v>58.4</c:v>
                </c:pt>
                <c:pt idx="121">
                  <c:v>58.6</c:v>
                </c:pt>
                <c:pt idx="122">
                  <c:v>58.6</c:v>
                </c:pt>
                <c:pt idx="123">
                  <c:v>60.2</c:v>
                </c:pt>
                <c:pt idx="124">
                  <c:v>60.2</c:v>
                </c:pt>
                <c:pt idx="125">
                  <c:v>61.4</c:v>
                </c:pt>
                <c:pt idx="126">
                  <c:v>61.8</c:v>
                </c:pt>
                <c:pt idx="127">
                  <c:v>62.4</c:v>
                </c:pt>
                <c:pt idx="128">
                  <c:v>62.4</c:v>
                </c:pt>
                <c:pt idx="129">
                  <c:v>63.4</c:v>
                </c:pt>
                <c:pt idx="130">
                  <c:v>64.2</c:v>
                </c:pt>
                <c:pt idx="131">
                  <c:v>64.2</c:v>
                </c:pt>
                <c:pt idx="132">
                  <c:v>64.400000000000006</c:v>
                </c:pt>
                <c:pt idx="133">
                  <c:v>65</c:v>
                </c:pt>
                <c:pt idx="134">
                  <c:v>66.8</c:v>
                </c:pt>
                <c:pt idx="135">
                  <c:v>67.2</c:v>
                </c:pt>
                <c:pt idx="136">
                  <c:v>67.599999999999994</c:v>
                </c:pt>
                <c:pt idx="137">
                  <c:v>67.8</c:v>
                </c:pt>
                <c:pt idx="138">
                  <c:v>68.599999999999994</c:v>
                </c:pt>
                <c:pt idx="139">
                  <c:v>68.8</c:v>
                </c:pt>
                <c:pt idx="140">
                  <c:v>69.8</c:v>
                </c:pt>
                <c:pt idx="141">
                  <c:v>69.8</c:v>
                </c:pt>
                <c:pt idx="142">
                  <c:v>69.8</c:v>
                </c:pt>
                <c:pt idx="143">
                  <c:v>70.599999999999994</c:v>
                </c:pt>
                <c:pt idx="144">
                  <c:v>71.400000000000006</c:v>
                </c:pt>
                <c:pt idx="145">
                  <c:v>71.599999999999994</c:v>
                </c:pt>
                <c:pt idx="146">
                  <c:v>72.2</c:v>
                </c:pt>
                <c:pt idx="147">
                  <c:v>72.2</c:v>
                </c:pt>
                <c:pt idx="148">
                  <c:v>72.2</c:v>
                </c:pt>
                <c:pt idx="149">
                  <c:v>72.8</c:v>
                </c:pt>
                <c:pt idx="150">
                  <c:v>72.8</c:v>
                </c:pt>
                <c:pt idx="151">
                  <c:v>73.400000000000006</c:v>
                </c:pt>
                <c:pt idx="152">
                  <c:v>74.8</c:v>
                </c:pt>
                <c:pt idx="153">
                  <c:v>75.599999999999994</c:v>
                </c:pt>
                <c:pt idx="154">
                  <c:v>75.599999999999994</c:v>
                </c:pt>
                <c:pt idx="155">
                  <c:v>75.599999999999994</c:v>
                </c:pt>
                <c:pt idx="156">
                  <c:v>76.599999999999994</c:v>
                </c:pt>
                <c:pt idx="157">
                  <c:v>76.599999999999994</c:v>
                </c:pt>
                <c:pt idx="158">
                  <c:v>76.599999999999994</c:v>
                </c:pt>
                <c:pt idx="159">
                  <c:v>77</c:v>
                </c:pt>
                <c:pt idx="160">
                  <c:v>77.599999999999994</c:v>
                </c:pt>
                <c:pt idx="161">
                  <c:v>77.599999999999994</c:v>
                </c:pt>
                <c:pt idx="162">
                  <c:v>77.599999999999994</c:v>
                </c:pt>
                <c:pt idx="163">
                  <c:v>78.2</c:v>
                </c:pt>
                <c:pt idx="164">
                  <c:v>78.400000000000006</c:v>
                </c:pt>
                <c:pt idx="165">
                  <c:v>81</c:v>
                </c:pt>
                <c:pt idx="166">
                  <c:v>81.599999999999994</c:v>
                </c:pt>
                <c:pt idx="167">
                  <c:v>81.599999999999994</c:v>
                </c:pt>
                <c:pt idx="168">
                  <c:v>81.599999999999994</c:v>
                </c:pt>
                <c:pt idx="169">
                  <c:v>81.8</c:v>
                </c:pt>
                <c:pt idx="170">
                  <c:v>82.2</c:v>
                </c:pt>
                <c:pt idx="171">
                  <c:v>82.8</c:v>
                </c:pt>
                <c:pt idx="172">
                  <c:v>83.6</c:v>
                </c:pt>
                <c:pt idx="173">
                  <c:v>83.6</c:v>
                </c:pt>
                <c:pt idx="174">
                  <c:v>84.2</c:v>
                </c:pt>
                <c:pt idx="175">
                  <c:v>84.2</c:v>
                </c:pt>
                <c:pt idx="176">
                  <c:v>84.4</c:v>
                </c:pt>
                <c:pt idx="177">
                  <c:v>84.4</c:v>
                </c:pt>
                <c:pt idx="178">
                  <c:v>84.6</c:v>
                </c:pt>
                <c:pt idx="179">
                  <c:v>85.2</c:v>
                </c:pt>
                <c:pt idx="180">
                  <c:v>85.2</c:v>
                </c:pt>
                <c:pt idx="181">
                  <c:v>86.2</c:v>
                </c:pt>
                <c:pt idx="182">
                  <c:v>87.4</c:v>
                </c:pt>
                <c:pt idx="183">
                  <c:v>87.4</c:v>
                </c:pt>
                <c:pt idx="184">
                  <c:v>88.4</c:v>
                </c:pt>
                <c:pt idx="185">
                  <c:v>89</c:v>
                </c:pt>
                <c:pt idx="186">
                  <c:v>89</c:v>
                </c:pt>
                <c:pt idx="187">
                  <c:v>89</c:v>
                </c:pt>
                <c:pt idx="188">
                  <c:v>90</c:v>
                </c:pt>
                <c:pt idx="189">
                  <c:v>92.2</c:v>
                </c:pt>
                <c:pt idx="190">
                  <c:v>92.2</c:v>
                </c:pt>
                <c:pt idx="191">
                  <c:v>92.4</c:v>
                </c:pt>
                <c:pt idx="192">
                  <c:v>92.8</c:v>
                </c:pt>
                <c:pt idx="193">
                  <c:v>92.8</c:v>
                </c:pt>
                <c:pt idx="194">
                  <c:v>93.6</c:v>
                </c:pt>
                <c:pt idx="195">
                  <c:v>94.2</c:v>
                </c:pt>
                <c:pt idx="196">
                  <c:v>94.2</c:v>
                </c:pt>
                <c:pt idx="197">
                  <c:v>94.2</c:v>
                </c:pt>
                <c:pt idx="198">
                  <c:v>95.2</c:v>
                </c:pt>
                <c:pt idx="199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E1C-4EBF-931B-E440894CC5FA}"/>
            </c:ext>
          </c:extLst>
        </c:ser>
        <c:ser>
          <c:idx val="1"/>
          <c:order val="1"/>
          <c:tx>
            <c:strRef>
              <c:f>save1!$EV$1214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save1!$EV$1215:$EV$1414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1</c:v>
                </c:pt>
                <c:pt idx="7">
                  <c:v>1</c:v>
                </c:pt>
                <c:pt idx="8">
                  <c:v>1.2</c:v>
                </c:pt>
                <c:pt idx="9">
                  <c:v>2.2000000000000002</c:v>
                </c:pt>
                <c:pt idx="10">
                  <c:v>2.6</c:v>
                </c:pt>
                <c:pt idx="11">
                  <c:v>2.6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3.2</c:v>
                </c:pt>
                <c:pt idx="16">
                  <c:v>3.2</c:v>
                </c:pt>
                <c:pt idx="17">
                  <c:v>3.4</c:v>
                </c:pt>
                <c:pt idx="18">
                  <c:v>3.4</c:v>
                </c:pt>
                <c:pt idx="19">
                  <c:v>3.6</c:v>
                </c:pt>
                <c:pt idx="20">
                  <c:v>4</c:v>
                </c:pt>
                <c:pt idx="21">
                  <c:v>4.5999999999999996</c:v>
                </c:pt>
                <c:pt idx="22">
                  <c:v>4.8</c:v>
                </c:pt>
                <c:pt idx="23">
                  <c:v>4.8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5.4</c:v>
                </c:pt>
                <c:pt idx="28">
                  <c:v>5.6</c:v>
                </c:pt>
                <c:pt idx="29">
                  <c:v>5.8</c:v>
                </c:pt>
                <c:pt idx="30">
                  <c:v>6</c:v>
                </c:pt>
                <c:pt idx="31">
                  <c:v>6</c:v>
                </c:pt>
                <c:pt idx="32">
                  <c:v>6.6</c:v>
                </c:pt>
                <c:pt idx="33">
                  <c:v>6.6</c:v>
                </c:pt>
                <c:pt idx="34">
                  <c:v>6.6</c:v>
                </c:pt>
                <c:pt idx="35">
                  <c:v>6.6</c:v>
                </c:pt>
                <c:pt idx="36">
                  <c:v>6.6</c:v>
                </c:pt>
                <c:pt idx="37">
                  <c:v>7</c:v>
                </c:pt>
                <c:pt idx="38">
                  <c:v>7.2</c:v>
                </c:pt>
                <c:pt idx="39">
                  <c:v>7.4</c:v>
                </c:pt>
                <c:pt idx="40">
                  <c:v>7.4</c:v>
                </c:pt>
                <c:pt idx="41">
                  <c:v>7.6</c:v>
                </c:pt>
                <c:pt idx="42">
                  <c:v>7.8</c:v>
                </c:pt>
                <c:pt idx="43">
                  <c:v>8</c:v>
                </c:pt>
                <c:pt idx="44">
                  <c:v>8</c:v>
                </c:pt>
                <c:pt idx="45">
                  <c:v>8.4</c:v>
                </c:pt>
                <c:pt idx="46">
                  <c:v>9</c:v>
                </c:pt>
                <c:pt idx="47">
                  <c:v>9.1999999999999993</c:v>
                </c:pt>
                <c:pt idx="48">
                  <c:v>9.4</c:v>
                </c:pt>
                <c:pt idx="49">
                  <c:v>9.4</c:v>
                </c:pt>
                <c:pt idx="50">
                  <c:v>9.6</c:v>
                </c:pt>
                <c:pt idx="51">
                  <c:v>9.8000000000000007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10.6</c:v>
                </c:pt>
                <c:pt idx="56">
                  <c:v>10.6</c:v>
                </c:pt>
                <c:pt idx="57">
                  <c:v>11</c:v>
                </c:pt>
                <c:pt idx="58">
                  <c:v>11.6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12.2</c:v>
                </c:pt>
                <c:pt idx="63">
                  <c:v>12.2</c:v>
                </c:pt>
                <c:pt idx="64">
                  <c:v>12.2</c:v>
                </c:pt>
                <c:pt idx="65">
                  <c:v>12.4</c:v>
                </c:pt>
                <c:pt idx="66">
                  <c:v>12.4</c:v>
                </c:pt>
                <c:pt idx="67">
                  <c:v>12.6</c:v>
                </c:pt>
                <c:pt idx="68">
                  <c:v>12.8</c:v>
                </c:pt>
                <c:pt idx="69">
                  <c:v>12.8</c:v>
                </c:pt>
                <c:pt idx="70">
                  <c:v>13.4</c:v>
                </c:pt>
                <c:pt idx="71">
                  <c:v>13.6</c:v>
                </c:pt>
                <c:pt idx="72">
                  <c:v>13.6</c:v>
                </c:pt>
                <c:pt idx="73">
                  <c:v>13.6</c:v>
                </c:pt>
                <c:pt idx="74">
                  <c:v>13.8</c:v>
                </c:pt>
                <c:pt idx="75">
                  <c:v>14.2</c:v>
                </c:pt>
                <c:pt idx="76">
                  <c:v>14.2</c:v>
                </c:pt>
                <c:pt idx="77">
                  <c:v>14.2</c:v>
                </c:pt>
                <c:pt idx="78">
                  <c:v>14.4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15.4</c:v>
                </c:pt>
                <c:pt idx="83">
                  <c:v>15.4</c:v>
                </c:pt>
                <c:pt idx="84">
                  <c:v>15.6</c:v>
                </c:pt>
                <c:pt idx="85">
                  <c:v>15.6</c:v>
                </c:pt>
                <c:pt idx="86">
                  <c:v>15.8</c:v>
                </c:pt>
                <c:pt idx="87">
                  <c:v>15.8</c:v>
                </c:pt>
                <c:pt idx="88">
                  <c:v>15.8</c:v>
                </c:pt>
                <c:pt idx="89">
                  <c:v>15.8</c:v>
                </c:pt>
                <c:pt idx="90">
                  <c:v>15.8</c:v>
                </c:pt>
                <c:pt idx="91">
                  <c:v>16</c:v>
                </c:pt>
                <c:pt idx="92">
                  <c:v>16.2</c:v>
                </c:pt>
                <c:pt idx="93">
                  <c:v>16.2</c:v>
                </c:pt>
                <c:pt idx="94">
                  <c:v>16.600000000000001</c:v>
                </c:pt>
                <c:pt idx="95">
                  <c:v>16.600000000000001</c:v>
                </c:pt>
                <c:pt idx="96">
                  <c:v>16.600000000000001</c:v>
                </c:pt>
                <c:pt idx="97">
                  <c:v>16.600000000000001</c:v>
                </c:pt>
                <c:pt idx="98">
                  <c:v>16.8</c:v>
                </c:pt>
                <c:pt idx="99">
                  <c:v>16.8</c:v>
                </c:pt>
                <c:pt idx="100">
                  <c:v>16.8</c:v>
                </c:pt>
                <c:pt idx="101">
                  <c:v>17</c:v>
                </c:pt>
                <c:pt idx="102">
                  <c:v>18</c:v>
                </c:pt>
                <c:pt idx="103">
                  <c:v>18</c:v>
                </c:pt>
                <c:pt idx="104">
                  <c:v>18.2</c:v>
                </c:pt>
                <c:pt idx="105">
                  <c:v>18.600000000000001</c:v>
                </c:pt>
                <c:pt idx="106">
                  <c:v>18.8</c:v>
                </c:pt>
                <c:pt idx="107">
                  <c:v>19</c:v>
                </c:pt>
                <c:pt idx="108">
                  <c:v>19.399999999999999</c:v>
                </c:pt>
                <c:pt idx="109">
                  <c:v>19.399999999999999</c:v>
                </c:pt>
                <c:pt idx="110">
                  <c:v>19.8</c:v>
                </c:pt>
                <c:pt idx="111">
                  <c:v>19.8</c:v>
                </c:pt>
                <c:pt idx="112">
                  <c:v>20</c:v>
                </c:pt>
                <c:pt idx="113">
                  <c:v>20.2</c:v>
                </c:pt>
                <c:pt idx="114">
                  <c:v>20.399999999999999</c:v>
                </c:pt>
                <c:pt idx="115">
                  <c:v>20.6</c:v>
                </c:pt>
                <c:pt idx="116">
                  <c:v>20.6</c:v>
                </c:pt>
                <c:pt idx="117">
                  <c:v>20.8</c:v>
                </c:pt>
                <c:pt idx="118">
                  <c:v>21</c:v>
                </c:pt>
                <c:pt idx="119">
                  <c:v>21</c:v>
                </c:pt>
                <c:pt idx="120">
                  <c:v>21.4</c:v>
                </c:pt>
                <c:pt idx="121">
                  <c:v>21.4</c:v>
                </c:pt>
                <c:pt idx="122">
                  <c:v>21.4</c:v>
                </c:pt>
                <c:pt idx="123">
                  <c:v>21.4</c:v>
                </c:pt>
                <c:pt idx="124">
                  <c:v>21.6</c:v>
                </c:pt>
                <c:pt idx="125">
                  <c:v>21.6</c:v>
                </c:pt>
                <c:pt idx="126">
                  <c:v>21.8</c:v>
                </c:pt>
                <c:pt idx="127">
                  <c:v>21.8</c:v>
                </c:pt>
                <c:pt idx="128">
                  <c:v>22</c:v>
                </c:pt>
                <c:pt idx="129">
                  <c:v>22</c:v>
                </c:pt>
                <c:pt idx="130">
                  <c:v>22.6</c:v>
                </c:pt>
                <c:pt idx="131">
                  <c:v>22.8</c:v>
                </c:pt>
                <c:pt idx="132">
                  <c:v>23.2</c:v>
                </c:pt>
                <c:pt idx="133">
                  <c:v>23.2</c:v>
                </c:pt>
                <c:pt idx="134">
                  <c:v>23.2</c:v>
                </c:pt>
                <c:pt idx="135">
                  <c:v>23.2</c:v>
                </c:pt>
                <c:pt idx="136">
                  <c:v>23.2</c:v>
                </c:pt>
                <c:pt idx="137">
                  <c:v>23.4</c:v>
                </c:pt>
                <c:pt idx="138">
                  <c:v>23.6</c:v>
                </c:pt>
                <c:pt idx="139">
                  <c:v>23.6</c:v>
                </c:pt>
                <c:pt idx="140">
                  <c:v>23.8</c:v>
                </c:pt>
                <c:pt idx="141">
                  <c:v>23.8</c:v>
                </c:pt>
                <c:pt idx="142">
                  <c:v>23.8</c:v>
                </c:pt>
                <c:pt idx="143">
                  <c:v>23.8</c:v>
                </c:pt>
                <c:pt idx="144">
                  <c:v>23.8</c:v>
                </c:pt>
                <c:pt idx="145">
                  <c:v>24.2</c:v>
                </c:pt>
                <c:pt idx="146">
                  <c:v>24.2</c:v>
                </c:pt>
                <c:pt idx="147">
                  <c:v>24.4</c:v>
                </c:pt>
                <c:pt idx="148">
                  <c:v>24.4</c:v>
                </c:pt>
                <c:pt idx="149">
                  <c:v>24.6</c:v>
                </c:pt>
                <c:pt idx="150">
                  <c:v>24.6</c:v>
                </c:pt>
                <c:pt idx="151">
                  <c:v>24.6</c:v>
                </c:pt>
                <c:pt idx="152">
                  <c:v>24.6</c:v>
                </c:pt>
                <c:pt idx="153">
                  <c:v>24.6</c:v>
                </c:pt>
                <c:pt idx="154">
                  <c:v>24.8</c:v>
                </c:pt>
                <c:pt idx="155">
                  <c:v>25.2</c:v>
                </c:pt>
                <c:pt idx="156">
                  <c:v>25.4</c:v>
                </c:pt>
                <c:pt idx="157">
                  <c:v>26</c:v>
                </c:pt>
                <c:pt idx="158">
                  <c:v>26.4</c:v>
                </c:pt>
                <c:pt idx="159">
                  <c:v>26.4</c:v>
                </c:pt>
                <c:pt idx="160">
                  <c:v>26.6</c:v>
                </c:pt>
                <c:pt idx="161">
                  <c:v>27</c:v>
                </c:pt>
                <c:pt idx="162">
                  <c:v>27</c:v>
                </c:pt>
                <c:pt idx="163">
                  <c:v>27.2</c:v>
                </c:pt>
                <c:pt idx="164">
                  <c:v>27.4</c:v>
                </c:pt>
                <c:pt idx="165">
                  <c:v>27.6</c:v>
                </c:pt>
                <c:pt idx="166">
                  <c:v>27.6</c:v>
                </c:pt>
                <c:pt idx="167">
                  <c:v>27.6</c:v>
                </c:pt>
                <c:pt idx="168">
                  <c:v>27.8</c:v>
                </c:pt>
                <c:pt idx="169">
                  <c:v>27.8</c:v>
                </c:pt>
                <c:pt idx="170">
                  <c:v>27.8</c:v>
                </c:pt>
                <c:pt idx="171">
                  <c:v>27.8</c:v>
                </c:pt>
                <c:pt idx="172">
                  <c:v>27.8</c:v>
                </c:pt>
                <c:pt idx="173">
                  <c:v>27.8</c:v>
                </c:pt>
                <c:pt idx="174">
                  <c:v>27.8</c:v>
                </c:pt>
                <c:pt idx="175">
                  <c:v>28.8</c:v>
                </c:pt>
                <c:pt idx="176">
                  <c:v>28.8</c:v>
                </c:pt>
                <c:pt idx="177">
                  <c:v>29.2</c:v>
                </c:pt>
                <c:pt idx="178">
                  <c:v>29.2</c:v>
                </c:pt>
                <c:pt idx="179">
                  <c:v>29.2</c:v>
                </c:pt>
                <c:pt idx="180">
                  <c:v>29.2</c:v>
                </c:pt>
                <c:pt idx="181">
                  <c:v>29.2</c:v>
                </c:pt>
                <c:pt idx="182">
                  <c:v>29.2</c:v>
                </c:pt>
                <c:pt idx="183">
                  <c:v>29.4</c:v>
                </c:pt>
                <c:pt idx="184">
                  <c:v>30.2</c:v>
                </c:pt>
                <c:pt idx="185">
                  <c:v>31</c:v>
                </c:pt>
                <c:pt idx="186">
                  <c:v>31.2</c:v>
                </c:pt>
                <c:pt idx="187">
                  <c:v>31.8</c:v>
                </c:pt>
                <c:pt idx="188">
                  <c:v>32.200000000000003</c:v>
                </c:pt>
                <c:pt idx="189">
                  <c:v>32.6</c:v>
                </c:pt>
                <c:pt idx="190">
                  <c:v>32.799999999999997</c:v>
                </c:pt>
                <c:pt idx="191">
                  <c:v>32.799999999999997</c:v>
                </c:pt>
                <c:pt idx="192">
                  <c:v>33</c:v>
                </c:pt>
                <c:pt idx="193">
                  <c:v>33</c:v>
                </c:pt>
                <c:pt idx="194">
                  <c:v>33.200000000000003</c:v>
                </c:pt>
                <c:pt idx="195">
                  <c:v>33.200000000000003</c:v>
                </c:pt>
                <c:pt idx="196">
                  <c:v>33.4</c:v>
                </c:pt>
                <c:pt idx="197">
                  <c:v>33.6</c:v>
                </c:pt>
                <c:pt idx="198">
                  <c:v>33.799999999999997</c:v>
                </c:pt>
                <c:pt idx="199">
                  <c:v>33.799999999999997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E1C-4EBF-931B-E440894CC5FA}"/>
            </c:ext>
          </c:extLst>
        </c:ser>
        <c:ser>
          <c:idx val="2"/>
          <c:order val="2"/>
          <c:tx>
            <c:strRef>
              <c:f>save1!$EW$1214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save1!$EW$1215:$EW$1414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0.6</c:v>
                </c:pt>
                <c:pt idx="5">
                  <c:v>0.8</c:v>
                </c:pt>
                <c:pt idx="6">
                  <c:v>1</c:v>
                </c:pt>
                <c:pt idx="7">
                  <c:v>1</c:v>
                </c:pt>
                <c:pt idx="8">
                  <c:v>1.2</c:v>
                </c:pt>
                <c:pt idx="9">
                  <c:v>1.2</c:v>
                </c:pt>
                <c:pt idx="10">
                  <c:v>1.2</c:v>
                </c:pt>
                <c:pt idx="11">
                  <c:v>1.2</c:v>
                </c:pt>
                <c:pt idx="12">
                  <c:v>1.4</c:v>
                </c:pt>
                <c:pt idx="13">
                  <c:v>1.4</c:v>
                </c:pt>
                <c:pt idx="14">
                  <c:v>1.8</c:v>
                </c:pt>
                <c:pt idx="15">
                  <c:v>2</c:v>
                </c:pt>
                <c:pt idx="16">
                  <c:v>2.2000000000000002</c:v>
                </c:pt>
                <c:pt idx="17">
                  <c:v>2</c:v>
                </c:pt>
                <c:pt idx="18">
                  <c:v>2.2000000000000002</c:v>
                </c:pt>
                <c:pt idx="19">
                  <c:v>2.2000000000000002</c:v>
                </c:pt>
                <c:pt idx="20">
                  <c:v>2</c:v>
                </c:pt>
                <c:pt idx="21">
                  <c:v>2.2000000000000002</c:v>
                </c:pt>
                <c:pt idx="22">
                  <c:v>2.4</c:v>
                </c:pt>
                <c:pt idx="23">
                  <c:v>2.2000000000000002</c:v>
                </c:pt>
                <c:pt idx="24">
                  <c:v>2.2000000000000002</c:v>
                </c:pt>
                <c:pt idx="25">
                  <c:v>2.2000000000000002</c:v>
                </c:pt>
                <c:pt idx="26">
                  <c:v>2.6</c:v>
                </c:pt>
                <c:pt idx="27">
                  <c:v>3</c:v>
                </c:pt>
                <c:pt idx="28">
                  <c:v>3.2</c:v>
                </c:pt>
                <c:pt idx="29">
                  <c:v>3.2</c:v>
                </c:pt>
                <c:pt idx="30">
                  <c:v>3.6</c:v>
                </c:pt>
                <c:pt idx="31">
                  <c:v>4</c:v>
                </c:pt>
                <c:pt idx="32">
                  <c:v>3.4</c:v>
                </c:pt>
                <c:pt idx="33">
                  <c:v>3.6</c:v>
                </c:pt>
                <c:pt idx="34">
                  <c:v>3.8</c:v>
                </c:pt>
                <c:pt idx="35">
                  <c:v>3.8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4.2</c:v>
                </c:pt>
                <c:pt idx="40">
                  <c:v>4.2</c:v>
                </c:pt>
                <c:pt idx="41">
                  <c:v>4.8</c:v>
                </c:pt>
                <c:pt idx="42">
                  <c:v>4.8</c:v>
                </c:pt>
                <c:pt idx="43">
                  <c:v>5</c:v>
                </c:pt>
                <c:pt idx="44">
                  <c:v>5.2</c:v>
                </c:pt>
                <c:pt idx="45">
                  <c:v>5.4</c:v>
                </c:pt>
                <c:pt idx="46">
                  <c:v>5.6</c:v>
                </c:pt>
                <c:pt idx="47">
                  <c:v>5.6</c:v>
                </c:pt>
                <c:pt idx="48">
                  <c:v>5.6</c:v>
                </c:pt>
                <c:pt idx="49">
                  <c:v>6.4</c:v>
                </c:pt>
                <c:pt idx="50">
                  <c:v>6.4</c:v>
                </c:pt>
                <c:pt idx="51">
                  <c:v>6.2</c:v>
                </c:pt>
                <c:pt idx="52">
                  <c:v>6.4</c:v>
                </c:pt>
                <c:pt idx="53">
                  <c:v>6.6</c:v>
                </c:pt>
                <c:pt idx="54">
                  <c:v>6.8</c:v>
                </c:pt>
                <c:pt idx="55">
                  <c:v>7.4</c:v>
                </c:pt>
                <c:pt idx="56">
                  <c:v>7.4</c:v>
                </c:pt>
                <c:pt idx="57">
                  <c:v>7.4</c:v>
                </c:pt>
                <c:pt idx="58">
                  <c:v>7.8</c:v>
                </c:pt>
                <c:pt idx="59">
                  <c:v>8.1999999999999993</c:v>
                </c:pt>
                <c:pt idx="60">
                  <c:v>8.1999999999999993</c:v>
                </c:pt>
                <c:pt idx="61">
                  <c:v>8</c:v>
                </c:pt>
                <c:pt idx="62">
                  <c:v>8.4</c:v>
                </c:pt>
                <c:pt idx="63">
                  <c:v>8.4</c:v>
                </c:pt>
                <c:pt idx="64">
                  <c:v>8.4</c:v>
                </c:pt>
                <c:pt idx="65">
                  <c:v>8.6</c:v>
                </c:pt>
                <c:pt idx="66">
                  <c:v>8.6</c:v>
                </c:pt>
                <c:pt idx="67">
                  <c:v>8.6</c:v>
                </c:pt>
                <c:pt idx="68">
                  <c:v>9</c:v>
                </c:pt>
                <c:pt idx="69">
                  <c:v>9.1999999999999993</c:v>
                </c:pt>
                <c:pt idx="70">
                  <c:v>9.1999999999999993</c:v>
                </c:pt>
                <c:pt idx="71">
                  <c:v>8.8000000000000007</c:v>
                </c:pt>
                <c:pt idx="72">
                  <c:v>9.1999999999999993</c:v>
                </c:pt>
                <c:pt idx="73">
                  <c:v>9.4</c:v>
                </c:pt>
                <c:pt idx="74">
                  <c:v>9.6</c:v>
                </c:pt>
                <c:pt idx="75">
                  <c:v>9.1999999999999993</c:v>
                </c:pt>
                <c:pt idx="76">
                  <c:v>9.4</c:v>
                </c:pt>
                <c:pt idx="77">
                  <c:v>9.6</c:v>
                </c:pt>
                <c:pt idx="78">
                  <c:v>9.6</c:v>
                </c:pt>
                <c:pt idx="79">
                  <c:v>10.4</c:v>
                </c:pt>
                <c:pt idx="80">
                  <c:v>10.6</c:v>
                </c:pt>
                <c:pt idx="81">
                  <c:v>10.8</c:v>
                </c:pt>
                <c:pt idx="82">
                  <c:v>11</c:v>
                </c:pt>
                <c:pt idx="83">
                  <c:v>11</c:v>
                </c:pt>
                <c:pt idx="84">
                  <c:v>11.6</c:v>
                </c:pt>
                <c:pt idx="85">
                  <c:v>11.8</c:v>
                </c:pt>
                <c:pt idx="86">
                  <c:v>12.2</c:v>
                </c:pt>
                <c:pt idx="87">
                  <c:v>12</c:v>
                </c:pt>
                <c:pt idx="88">
                  <c:v>12.4</c:v>
                </c:pt>
                <c:pt idx="89">
                  <c:v>12.2</c:v>
                </c:pt>
                <c:pt idx="90">
                  <c:v>12.4</c:v>
                </c:pt>
                <c:pt idx="91">
                  <c:v>12.4</c:v>
                </c:pt>
                <c:pt idx="92">
                  <c:v>12.6</c:v>
                </c:pt>
                <c:pt idx="93">
                  <c:v>12.4</c:v>
                </c:pt>
                <c:pt idx="94">
                  <c:v>12.4</c:v>
                </c:pt>
                <c:pt idx="95">
                  <c:v>12.4</c:v>
                </c:pt>
                <c:pt idx="96">
                  <c:v>12.6</c:v>
                </c:pt>
                <c:pt idx="97">
                  <c:v>12.4</c:v>
                </c:pt>
                <c:pt idx="98">
                  <c:v>13</c:v>
                </c:pt>
                <c:pt idx="99">
                  <c:v>13</c:v>
                </c:pt>
                <c:pt idx="100">
                  <c:v>13.2</c:v>
                </c:pt>
                <c:pt idx="101">
                  <c:v>13.8</c:v>
                </c:pt>
                <c:pt idx="102">
                  <c:v>13.8</c:v>
                </c:pt>
                <c:pt idx="103">
                  <c:v>14</c:v>
                </c:pt>
                <c:pt idx="104">
                  <c:v>14.2</c:v>
                </c:pt>
                <c:pt idx="105">
                  <c:v>14.2</c:v>
                </c:pt>
                <c:pt idx="106">
                  <c:v>13.8</c:v>
                </c:pt>
                <c:pt idx="107">
                  <c:v>14.2</c:v>
                </c:pt>
                <c:pt idx="108">
                  <c:v>14.4</c:v>
                </c:pt>
                <c:pt idx="109">
                  <c:v>14.6</c:v>
                </c:pt>
                <c:pt idx="110">
                  <c:v>14.8</c:v>
                </c:pt>
                <c:pt idx="111">
                  <c:v>15.2</c:v>
                </c:pt>
                <c:pt idx="112">
                  <c:v>15.2</c:v>
                </c:pt>
                <c:pt idx="113">
                  <c:v>15.2</c:v>
                </c:pt>
                <c:pt idx="114">
                  <c:v>15.6</c:v>
                </c:pt>
                <c:pt idx="115">
                  <c:v>15.6</c:v>
                </c:pt>
                <c:pt idx="116">
                  <c:v>15.8</c:v>
                </c:pt>
                <c:pt idx="117">
                  <c:v>15.8</c:v>
                </c:pt>
                <c:pt idx="118">
                  <c:v>15.8</c:v>
                </c:pt>
                <c:pt idx="119">
                  <c:v>15.8</c:v>
                </c:pt>
                <c:pt idx="120">
                  <c:v>16</c:v>
                </c:pt>
                <c:pt idx="121">
                  <c:v>16</c:v>
                </c:pt>
                <c:pt idx="122">
                  <c:v>15.6</c:v>
                </c:pt>
                <c:pt idx="123">
                  <c:v>15.2</c:v>
                </c:pt>
                <c:pt idx="124">
                  <c:v>15.2</c:v>
                </c:pt>
                <c:pt idx="125">
                  <c:v>15.4</c:v>
                </c:pt>
                <c:pt idx="126">
                  <c:v>15.2</c:v>
                </c:pt>
                <c:pt idx="127">
                  <c:v>15.6</c:v>
                </c:pt>
                <c:pt idx="128">
                  <c:v>15.2</c:v>
                </c:pt>
                <c:pt idx="129">
                  <c:v>15.6</c:v>
                </c:pt>
                <c:pt idx="130">
                  <c:v>15.6</c:v>
                </c:pt>
                <c:pt idx="131">
                  <c:v>15.8</c:v>
                </c:pt>
                <c:pt idx="132">
                  <c:v>15.8</c:v>
                </c:pt>
                <c:pt idx="133">
                  <c:v>16.2</c:v>
                </c:pt>
                <c:pt idx="134">
                  <c:v>16.600000000000001</c:v>
                </c:pt>
                <c:pt idx="135">
                  <c:v>16.8</c:v>
                </c:pt>
                <c:pt idx="136">
                  <c:v>16.8</c:v>
                </c:pt>
                <c:pt idx="137">
                  <c:v>17</c:v>
                </c:pt>
                <c:pt idx="138">
                  <c:v>17.399999999999999</c:v>
                </c:pt>
                <c:pt idx="139">
                  <c:v>17.399999999999999</c:v>
                </c:pt>
                <c:pt idx="140">
                  <c:v>17.2</c:v>
                </c:pt>
                <c:pt idx="141">
                  <c:v>17</c:v>
                </c:pt>
                <c:pt idx="142">
                  <c:v>17</c:v>
                </c:pt>
                <c:pt idx="143">
                  <c:v>17.399999999999999</c:v>
                </c:pt>
                <c:pt idx="144">
                  <c:v>17.600000000000001</c:v>
                </c:pt>
                <c:pt idx="145">
                  <c:v>18</c:v>
                </c:pt>
                <c:pt idx="146">
                  <c:v>17.8</c:v>
                </c:pt>
                <c:pt idx="147">
                  <c:v>17.8</c:v>
                </c:pt>
                <c:pt idx="148">
                  <c:v>18.2</c:v>
                </c:pt>
                <c:pt idx="149">
                  <c:v>18.399999999999999</c:v>
                </c:pt>
                <c:pt idx="150">
                  <c:v>18.8</c:v>
                </c:pt>
                <c:pt idx="151">
                  <c:v>18.8</c:v>
                </c:pt>
                <c:pt idx="152">
                  <c:v>18.8</c:v>
                </c:pt>
                <c:pt idx="153">
                  <c:v>18.8</c:v>
                </c:pt>
                <c:pt idx="154">
                  <c:v>19</c:v>
                </c:pt>
                <c:pt idx="155">
                  <c:v>19.399999999999999</c:v>
                </c:pt>
                <c:pt idx="156">
                  <c:v>19.399999999999999</c:v>
                </c:pt>
                <c:pt idx="157">
                  <c:v>20</c:v>
                </c:pt>
                <c:pt idx="158">
                  <c:v>20</c:v>
                </c:pt>
                <c:pt idx="159">
                  <c:v>20.8</c:v>
                </c:pt>
                <c:pt idx="160">
                  <c:v>20.6</c:v>
                </c:pt>
                <c:pt idx="161">
                  <c:v>21</c:v>
                </c:pt>
                <c:pt idx="162">
                  <c:v>21.2</c:v>
                </c:pt>
                <c:pt idx="163">
                  <c:v>20.8</c:v>
                </c:pt>
                <c:pt idx="164">
                  <c:v>20.6</c:v>
                </c:pt>
                <c:pt idx="165">
                  <c:v>20.6</c:v>
                </c:pt>
                <c:pt idx="166">
                  <c:v>20.6</c:v>
                </c:pt>
                <c:pt idx="167">
                  <c:v>20.6</c:v>
                </c:pt>
                <c:pt idx="168">
                  <c:v>20.8</c:v>
                </c:pt>
                <c:pt idx="169">
                  <c:v>20.8</c:v>
                </c:pt>
                <c:pt idx="170">
                  <c:v>21.6</c:v>
                </c:pt>
                <c:pt idx="171">
                  <c:v>21.8</c:v>
                </c:pt>
                <c:pt idx="172">
                  <c:v>21.6</c:v>
                </c:pt>
                <c:pt idx="173">
                  <c:v>21.6</c:v>
                </c:pt>
                <c:pt idx="174">
                  <c:v>22</c:v>
                </c:pt>
                <c:pt idx="175">
                  <c:v>21.4</c:v>
                </c:pt>
                <c:pt idx="176">
                  <c:v>21.8</c:v>
                </c:pt>
                <c:pt idx="177">
                  <c:v>21.2</c:v>
                </c:pt>
                <c:pt idx="178">
                  <c:v>21</c:v>
                </c:pt>
                <c:pt idx="179">
                  <c:v>21.4</c:v>
                </c:pt>
                <c:pt idx="180">
                  <c:v>21.2</c:v>
                </c:pt>
                <c:pt idx="181">
                  <c:v>21</c:v>
                </c:pt>
                <c:pt idx="182">
                  <c:v>21.2</c:v>
                </c:pt>
                <c:pt idx="183">
                  <c:v>21.6</c:v>
                </c:pt>
                <c:pt idx="184">
                  <c:v>21.8</c:v>
                </c:pt>
                <c:pt idx="185">
                  <c:v>21.6</c:v>
                </c:pt>
                <c:pt idx="186">
                  <c:v>22.2</c:v>
                </c:pt>
                <c:pt idx="187">
                  <c:v>22</c:v>
                </c:pt>
                <c:pt idx="188">
                  <c:v>22.6</c:v>
                </c:pt>
                <c:pt idx="189">
                  <c:v>22.6</c:v>
                </c:pt>
                <c:pt idx="190">
                  <c:v>22.8</c:v>
                </c:pt>
                <c:pt idx="191">
                  <c:v>22.4</c:v>
                </c:pt>
                <c:pt idx="192">
                  <c:v>22.2</c:v>
                </c:pt>
                <c:pt idx="193">
                  <c:v>22.6</c:v>
                </c:pt>
                <c:pt idx="194">
                  <c:v>23</c:v>
                </c:pt>
                <c:pt idx="195">
                  <c:v>23</c:v>
                </c:pt>
                <c:pt idx="196">
                  <c:v>23.2</c:v>
                </c:pt>
                <c:pt idx="197">
                  <c:v>23.4</c:v>
                </c:pt>
                <c:pt idx="198">
                  <c:v>23.4</c:v>
                </c:pt>
                <c:pt idx="199">
                  <c:v>23.4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E1C-4EBF-931B-E440894CC5FA}"/>
            </c:ext>
          </c:extLst>
        </c:ser>
        <c:ser>
          <c:idx val="3"/>
          <c:order val="3"/>
          <c:tx>
            <c:strRef>
              <c:f>save1!$EX$1214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save1!$EX$1215:$EX$1414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0.8</c:v>
                </c:pt>
                <c:pt idx="6">
                  <c:v>0.8</c:v>
                </c:pt>
                <c:pt idx="7">
                  <c:v>0.8</c:v>
                </c:pt>
                <c:pt idx="8">
                  <c:v>0.8</c:v>
                </c:pt>
                <c:pt idx="9">
                  <c:v>1</c:v>
                </c:pt>
                <c:pt idx="10">
                  <c:v>1.4</c:v>
                </c:pt>
                <c:pt idx="11">
                  <c:v>1.6</c:v>
                </c:pt>
                <c:pt idx="12">
                  <c:v>1.8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2.4</c:v>
                </c:pt>
                <c:pt idx="18">
                  <c:v>2.4</c:v>
                </c:pt>
                <c:pt idx="19">
                  <c:v>3</c:v>
                </c:pt>
                <c:pt idx="20">
                  <c:v>4.5999999999999996</c:v>
                </c:pt>
                <c:pt idx="21">
                  <c:v>5.4</c:v>
                </c:pt>
                <c:pt idx="22">
                  <c:v>5.6</c:v>
                </c:pt>
                <c:pt idx="23">
                  <c:v>5.6</c:v>
                </c:pt>
                <c:pt idx="24">
                  <c:v>6</c:v>
                </c:pt>
                <c:pt idx="25">
                  <c:v>6</c:v>
                </c:pt>
                <c:pt idx="26">
                  <c:v>6.2</c:v>
                </c:pt>
                <c:pt idx="27">
                  <c:v>6.2</c:v>
                </c:pt>
                <c:pt idx="28">
                  <c:v>6.6</c:v>
                </c:pt>
                <c:pt idx="29">
                  <c:v>6.8</c:v>
                </c:pt>
                <c:pt idx="30">
                  <c:v>7.4</c:v>
                </c:pt>
                <c:pt idx="31">
                  <c:v>7.4</c:v>
                </c:pt>
                <c:pt idx="32">
                  <c:v>7.6</c:v>
                </c:pt>
                <c:pt idx="33">
                  <c:v>7.6</c:v>
                </c:pt>
                <c:pt idx="34">
                  <c:v>8.1999999999999993</c:v>
                </c:pt>
                <c:pt idx="35">
                  <c:v>8.1999999999999993</c:v>
                </c:pt>
                <c:pt idx="36">
                  <c:v>8.1999999999999993</c:v>
                </c:pt>
                <c:pt idx="37">
                  <c:v>8.4</c:v>
                </c:pt>
                <c:pt idx="38">
                  <c:v>8.8000000000000007</c:v>
                </c:pt>
                <c:pt idx="39">
                  <c:v>9</c:v>
                </c:pt>
                <c:pt idx="40">
                  <c:v>9.1999999999999993</c:v>
                </c:pt>
                <c:pt idx="41">
                  <c:v>9.4</c:v>
                </c:pt>
                <c:pt idx="42">
                  <c:v>9.8000000000000007</c:v>
                </c:pt>
                <c:pt idx="43">
                  <c:v>10</c:v>
                </c:pt>
                <c:pt idx="44">
                  <c:v>10</c:v>
                </c:pt>
                <c:pt idx="45">
                  <c:v>10.4</c:v>
                </c:pt>
                <c:pt idx="46">
                  <c:v>10.8</c:v>
                </c:pt>
                <c:pt idx="47">
                  <c:v>10.8</c:v>
                </c:pt>
                <c:pt idx="48">
                  <c:v>11</c:v>
                </c:pt>
                <c:pt idx="49">
                  <c:v>11.2</c:v>
                </c:pt>
                <c:pt idx="50">
                  <c:v>11.6</c:v>
                </c:pt>
                <c:pt idx="51">
                  <c:v>12</c:v>
                </c:pt>
                <c:pt idx="52">
                  <c:v>12.2</c:v>
                </c:pt>
                <c:pt idx="53">
                  <c:v>12.2</c:v>
                </c:pt>
                <c:pt idx="54">
                  <c:v>12.2</c:v>
                </c:pt>
                <c:pt idx="55">
                  <c:v>12.4</c:v>
                </c:pt>
                <c:pt idx="56">
                  <c:v>13</c:v>
                </c:pt>
                <c:pt idx="57">
                  <c:v>13.2</c:v>
                </c:pt>
                <c:pt idx="58">
                  <c:v>13.4</c:v>
                </c:pt>
                <c:pt idx="59">
                  <c:v>14</c:v>
                </c:pt>
                <c:pt idx="60">
                  <c:v>14.2</c:v>
                </c:pt>
                <c:pt idx="61">
                  <c:v>14.4</c:v>
                </c:pt>
                <c:pt idx="62">
                  <c:v>14.6</c:v>
                </c:pt>
                <c:pt idx="63">
                  <c:v>14.8</c:v>
                </c:pt>
                <c:pt idx="64">
                  <c:v>15</c:v>
                </c:pt>
                <c:pt idx="65">
                  <c:v>15.2</c:v>
                </c:pt>
                <c:pt idx="66">
                  <c:v>15.6</c:v>
                </c:pt>
                <c:pt idx="67">
                  <c:v>15.6</c:v>
                </c:pt>
                <c:pt idx="68">
                  <c:v>15.8</c:v>
                </c:pt>
                <c:pt idx="69">
                  <c:v>15.8</c:v>
                </c:pt>
                <c:pt idx="70">
                  <c:v>16</c:v>
                </c:pt>
                <c:pt idx="71">
                  <c:v>16</c:v>
                </c:pt>
                <c:pt idx="72">
                  <c:v>16.399999999999999</c:v>
                </c:pt>
                <c:pt idx="73">
                  <c:v>17</c:v>
                </c:pt>
                <c:pt idx="74">
                  <c:v>17.2</c:v>
                </c:pt>
                <c:pt idx="75">
                  <c:v>17.399999999999999</c:v>
                </c:pt>
                <c:pt idx="76">
                  <c:v>17.399999999999999</c:v>
                </c:pt>
                <c:pt idx="77">
                  <c:v>17.399999999999999</c:v>
                </c:pt>
                <c:pt idx="78">
                  <c:v>18.2</c:v>
                </c:pt>
                <c:pt idx="79">
                  <c:v>19</c:v>
                </c:pt>
                <c:pt idx="80">
                  <c:v>19</c:v>
                </c:pt>
                <c:pt idx="81">
                  <c:v>19.2</c:v>
                </c:pt>
                <c:pt idx="82">
                  <c:v>19.399999999999999</c:v>
                </c:pt>
                <c:pt idx="83">
                  <c:v>19.8</c:v>
                </c:pt>
                <c:pt idx="84">
                  <c:v>19.8</c:v>
                </c:pt>
                <c:pt idx="85">
                  <c:v>20</c:v>
                </c:pt>
                <c:pt idx="86">
                  <c:v>20.2</c:v>
                </c:pt>
                <c:pt idx="87">
                  <c:v>20.6</c:v>
                </c:pt>
                <c:pt idx="88">
                  <c:v>20.8</c:v>
                </c:pt>
                <c:pt idx="89">
                  <c:v>21.2</c:v>
                </c:pt>
                <c:pt idx="90">
                  <c:v>21.4</c:v>
                </c:pt>
                <c:pt idx="91">
                  <c:v>21.6</c:v>
                </c:pt>
                <c:pt idx="92">
                  <c:v>22</c:v>
                </c:pt>
                <c:pt idx="93">
                  <c:v>22.4</c:v>
                </c:pt>
                <c:pt idx="94">
                  <c:v>22.8</c:v>
                </c:pt>
                <c:pt idx="95">
                  <c:v>23</c:v>
                </c:pt>
                <c:pt idx="96">
                  <c:v>23.6</c:v>
                </c:pt>
                <c:pt idx="97">
                  <c:v>23.8</c:v>
                </c:pt>
                <c:pt idx="98">
                  <c:v>24.4</c:v>
                </c:pt>
                <c:pt idx="99">
                  <c:v>24.4</c:v>
                </c:pt>
                <c:pt idx="100">
                  <c:v>24.6</c:v>
                </c:pt>
                <c:pt idx="101">
                  <c:v>24.6</c:v>
                </c:pt>
                <c:pt idx="102">
                  <c:v>25</c:v>
                </c:pt>
                <c:pt idx="103">
                  <c:v>25</c:v>
                </c:pt>
                <c:pt idx="104">
                  <c:v>25.6</c:v>
                </c:pt>
                <c:pt idx="105">
                  <c:v>26</c:v>
                </c:pt>
                <c:pt idx="106">
                  <c:v>26.4</c:v>
                </c:pt>
                <c:pt idx="107">
                  <c:v>26.4</c:v>
                </c:pt>
                <c:pt idx="108">
                  <c:v>26.4</c:v>
                </c:pt>
                <c:pt idx="109">
                  <c:v>26.6</c:v>
                </c:pt>
                <c:pt idx="110">
                  <c:v>27.2</c:v>
                </c:pt>
                <c:pt idx="111">
                  <c:v>27.2</c:v>
                </c:pt>
                <c:pt idx="112">
                  <c:v>27.6</c:v>
                </c:pt>
                <c:pt idx="113">
                  <c:v>28</c:v>
                </c:pt>
                <c:pt idx="114">
                  <c:v>28.6</c:v>
                </c:pt>
                <c:pt idx="115">
                  <c:v>29</c:v>
                </c:pt>
                <c:pt idx="116">
                  <c:v>29</c:v>
                </c:pt>
                <c:pt idx="117">
                  <c:v>29</c:v>
                </c:pt>
                <c:pt idx="118">
                  <c:v>29.6</c:v>
                </c:pt>
                <c:pt idx="119">
                  <c:v>29.6</c:v>
                </c:pt>
                <c:pt idx="120">
                  <c:v>30.2</c:v>
                </c:pt>
                <c:pt idx="121">
                  <c:v>30.2</c:v>
                </c:pt>
                <c:pt idx="122">
                  <c:v>30.2</c:v>
                </c:pt>
                <c:pt idx="123">
                  <c:v>30.4</c:v>
                </c:pt>
                <c:pt idx="124">
                  <c:v>30.4</c:v>
                </c:pt>
                <c:pt idx="125">
                  <c:v>31.6</c:v>
                </c:pt>
                <c:pt idx="126">
                  <c:v>32.4</c:v>
                </c:pt>
                <c:pt idx="127">
                  <c:v>32.799999999999997</c:v>
                </c:pt>
                <c:pt idx="128">
                  <c:v>33.200000000000003</c:v>
                </c:pt>
                <c:pt idx="129">
                  <c:v>33.4</c:v>
                </c:pt>
                <c:pt idx="130">
                  <c:v>33.799999999999997</c:v>
                </c:pt>
                <c:pt idx="131">
                  <c:v>33.799999999999997</c:v>
                </c:pt>
                <c:pt idx="132">
                  <c:v>33.799999999999997</c:v>
                </c:pt>
                <c:pt idx="133">
                  <c:v>34.200000000000003</c:v>
                </c:pt>
                <c:pt idx="134">
                  <c:v>34.6</c:v>
                </c:pt>
                <c:pt idx="135">
                  <c:v>34.6</c:v>
                </c:pt>
                <c:pt idx="136">
                  <c:v>35</c:v>
                </c:pt>
                <c:pt idx="137">
                  <c:v>35.4</c:v>
                </c:pt>
                <c:pt idx="138">
                  <c:v>36</c:v>
                </c:pt>
                <c:pt idx="139">
                  <c:v>36</c:v>
                </c:pt>
                <c:pt idx="140">
                  <c:v>36.200000000000003</c:v>
                </c:pt>
                <c:pt idx="141">
                  <c:v>36.200000000000003</c:v>
                </c:pt>
                <c:pt idx="142">
                  <c:v>36.200000000000003</c:v>
                </c:pt>
                <c:pt idx="143">
                  <c:v>36.799999999999997</c:v>
                </c:pt>
                <c:pt idx="144">
                  <c:v>37</c:v>
                </c:pt>
                <c:pt idx="145">
                  <c:v>37.200000000000003</c:v>
                </c:pt>
                <c:pt idx="146">
                  <c:v>37.4</c:v>
                </c:pt>
                <c:pt idx="147">
                  <c:v>37.4</c:v>
                </c:pt>
                <c:pt idx="148">
                  <c:v>37.4</c:v>
                </c:pt>
                <c:pt idx="149">
                  <c:v>37.799999999999997</c:v>
                </c:pt>
                <c:pt idx="150">
                  <c:v>38</c:v>
                </c:pt>
                <c:pt idx="151">
                  <c:v>38.4</c:v>
                </c:pt>
                <c:pt idx="152">
                  <c:v>38.799999999999997</c:v>
                </c:pt>
                <c:pt idx="153">
                  <c:v>39.4</c:v>
                </c:pt>
                <c:pt idx="154">
                  <c:v>39.6</c:v>
                </c:pt>
                <c:pt idx="155">
                  <c:v>39.6</c:v>
                </c:pt>
                <c:pt idx="156">
                  <c:v>40</c:v>
                </c:pt>
                <c:pt idx="157">
                  <c:v>40</c:v>
                </c:pt>
                <c:pt idx="158">
                  <c:v>40.6</c:v>
                </c:pt>
                <c:pt idx="159">
                  <c:v>40.6</c:v>
                </c:pt>
                <c:pt idx="160">
                  <c:v>41.2</c:v>
                </c:pt>
                <c:pt idx="161">
                  <c:v>41.8</c:v>
                </c:pt>
                <c:pt idx="162">
                  <c:v>42.2</c:v>
                </c:pt>
                <c:pt idx="163">
                  <c:v>42.2</c:v>
                </c:pt>
                <c:pt idx="164">
                  <c:v>42.4</c:v>
                </c:pt>
                <c:pt idx="165">
                  <c:v>43.2</c:v>
                </c:pt>
                <c:pt idx="166">
                  <c:v>43.4</c:v>
                </c:pt>
                <c:pt idx="167">
                  <c:v>43.4</c:v>
                </c:pt>
                <c:pt idx="168">
                  <c:v>43.6</c:v>
                </c:pt>
                <c:pt idx="169">
                  <c:v>43.6</c:v>
                </c:pt>
                <c:pt idx="170">
                  <c:v>43.6</c:v>
                </c:pt>
                <c:pt idx="171">
                  <c:v>43.6</c:v>
                </c:pt>
                <c:pt idx="172">
                  <c:v>43.6</c:v>
                </c:pt>
                <c:pt idx="173">
                  <c:v>43.8</c:v>
                </c:pt>
                <c:pt idx="174">
                  <c:v>44</c:v>
                </c:pt>
                <c:pt idx="175">
                  <c:v>44</c:v>
                </c:pt>
                <c:pt idx="176">
                  <c:v>44.4</c:v>
                </c:pt>
                <c:pt idx="177">
                  <c:v>45.4</c:v>
                </c:pt>
                <c:pt idx="178">
                  <c:v>45.4</c:v>
                </c:pt>
                <c:pt idx="179">
                  <c:v>45.4</c:v>
                </c:pt>
                <c:pt idx="180">
                  <c:v>45.4</c:v>
                </c:pt>
                <c:pt idx="181">
                  <c:v>45.8</c:v>
                </c:pt>
                <c:pt idx="182">
                  <c:v>45.8</c:v>
                </c:pt>
                <c:pt idx="183">
                  <c:v>46.2</c:v>
                </c:pt>
                <c:pt idx="184">
                  <c:v>46.4</c:v>
                </c:pt>
                <c:pt idx="185">
                  <c:v>46.6</c:v>
                </c:pt>
                <c:pt idx="186">
                  <c:v>46.8</c:v>
                </c:pt>
                <c:pt idx="187">
                  <c:v>46.8</c:v>
                </c:pt>
                <c:pt idx="188">
                  <c:v>47</c:v>
                </c:pt>
                <c:pt idx="189">
                  <c:v>47.8</c:v>
                </c:pt>
                <c:pt idx="190">
                  <c:v>48</c:v>
                </c:pt>
                <c:pt idx="191">
                  <c:v>48</c:v>
                </c:pt>
                <c:pt idx="192">
                  <c:v>48.4</c:v>
                </c:pt>
                <c:pt idx="193">
                  <c:v>48.4</c:v>
                </c:pt>
                <c:pt idx="194">
                  <c:v>48.8</c:v>
                </c:pt>
                <c:pt idx="195">
                  <c:v>49</c:v>
                </c:pt>
                <c:pt idx="196">
                  <c:v>49.2</c:v>
                </c:pt>
                <c:pt idx="197">
                  <c:v>49.2</c:v>
                </c:pt>
                <c:pt idx="198">
                  <c:v>49.6</c:v>
                </c:pt>
                <c:pt idx="199">
                  <c:v>49.6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E1C-4EBF-931B-E440894CC5FA}"/>
            </c:ext>
          </c:extLst>
        </c:ser>
        <c:ser>
          <c:idx val="4"/>
          <c:order val="4"/>
          <c:tx>
            <c:strRef>
              <c:f>save1!$EY$1214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save1!$EY$1215:$EY$1414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0.4</c:v>
                </c:pt>
                <c:pt idx="15">
                  <c:v>0.4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0.8</c:v>
                </c:pt>
                <c:pt idx="20">
                  <c:v>0.8</c:v>
                </c:pt>
                <c:pt idx="21">
                  <c:v>1</c:v>
                </c:pt>
                <c:pt idx="22">
                  <c:v>1</c:v>
                </c:pt>
                <c:pt idx="23">
                  <c:v>1.4</c:v>
                </c:pt>
                <c:pt idx="24">
                  <c:v>1.4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2.2000000000000002</c:v>
                </c:pt>
                <c:pt idx="38">
                  <c:v>2.2000000000000002</c:v>
                </c:pt>
                <c:pt idx="39">
                  <c:v>2.2000000000000002</c:v>
                </c:pt>
                <c:pt idx="40">
                  <c:v>2.2000000000000002</c:v>
                </c:pt>
                <c:pt idx="41">
                  <c:v>2.2000000000000002</c:v>
                </c:pt>
                <c:pt idx="42">
                  <c:v>2.2000000000000002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2.4</c:v>
                </c:pt>
                <c:pt idx="49">
                  <c:v>2.4</c:v>
                </c:pt>
                <c:pt idx="50">
                  <c:v>2.6</c:v>
                </c:pt>
                <c:pt idx="51">
                  <c:v>2.6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2.8</c:v>
                </c:pt>
                <c:pt idx="59">
                  <c:v>2.8</c:v>
                </c:pt>
                <c:pt idx="60">
                  <c:v>3</c:v>
                </c:pt>
                <c:pt idx="61">
                  <c:v>3.2</c:v>
                </c:pt>
                <c:pt idx="62">
                  <c:v>3.2</c:v>
                </c:pt>
                <c:pt idx="63">
                  <c:v>3.2</c:v>
                </c:pt>
                <c:pt idx="64">
                  <c:v>3.2</c:v>
                </c:pt>
                <c:pt idx="65">
                  <c:v>3.2</c:v>
                </c:pt>
                <c:pt idx="66">
                  <c:v>3.2</c:v>
                </c:pt>
                <c:pt idx="67">
                  <c:v>3.4</c:v>
                </c:pt>
                <c:pt idx="68">
                  <c:v>3.4</c:v>
                </c:pt>
                <c:pt idx="69">
                  <c:v>3.4</c:v>
                </c:pt>
                <c:pt idx="70">
                  <c:v>3.6</c:v>
                </c:pt>
                <c:pt idx="71">
                  <c:v>3.6</c:v>
                </c:pt>
                <c:pt idx="72">
                  <c:v>3.6</c:v>
                </c:pt>
                <c:pt idx="73">
                  <c:v>3.6</c:v>
                </c:pt>
                <c:pt idx="74">
                  <c:v>3.6</c:v>
                </c:pt>
                <c:pt idx="75">
                  <c:v>3.6</c:v>
                </c:pt>
                <c:pt idx="76">
                  <c:v>3.6</c:v>
                </c:pt>
                <c:pt idx="77">
                  <c:v>3.6</c:v>
                </c:pt>
                <c:pt idx="78">
                  <c:v>3.6</c:v>
                </c:pt>
                <c:pt idx="79">
                  <c:v>3.6</c:v>
                </c:pt>
                <c:pt idx="80">
                  <c:v>3.8</c:v>
                </c:pt>
                <c:pt idx="81">
                  <c:v>3.8</c:v>
                </c:pt>
                <c:pt idx="82">
                  <c:v>3.8</c:v>
                </c:pt>
                <c:pt idx="83">
                  <c:v>3.8</c:v>
                </c:pt>
                <c:pt idx="84">
                  <c:v>3.8</c:v>
                </c:pt>
                <c:pt idx="85">
                  <c:v>3.8</c:v>
                </c:pt>
                <c:pt idx="86">
                  <c:v>3.8</c:v>
                </c:pt>
                <c:pt idx="87">
                  <c:v>3.8</c:v>
                </c:pt>
                <c:pt idx="88">
                  <c:v>3.8</c:v>
                </c:pt>
                <c:pt idx="89">
                  <c:v>4</c:v>
                </c:pt>
                <c:pt idx="90">
                  <c:v>4.2</c:v>
                </c:pt>
                <c:pt idx="91">
                  <c:v>4.2</c:v>
                </c:pt>
                <c:pt idx="92">
                  <c:v>4.2</c:v>
                </c:pt>
                <c:pt idx="93">
                  <c:v>4.4000000000000004</c:v>
                </c:pt>
                <c:pt idx="94">
                  <c:v>4.4000000000000004</c:v>
                </c:pt>
                <c:pt idx="95">
                  <c:v>4.4000000000000004</c:v>
                </c:pt>
                <c:pt idx="96">
                  <c:v>4.4000000000000004</c:v>
                </c:pt>
                <c:pt idx="97">
                  <c:v>4.5999999999999996</c:v>
                </c:pt>
                <c:pt idx="98">
                  <c:v>4.5999999999999996</c:v>
                </c:pt>
                <c:pt idx="99">
                  <c:v>4.5999999999999996</c:v>
                </c:pt>
                <c:pt idx="100">
                  <c:v>4.5999999999999996</c:v>
                </c:pt>
                <c:pt idx="101">
                  <c:v>4.5999999999999996</c:v>
                </c:pt>
                <c:pt idx="102">
                  <c:v>4.5999999999999996</c:v>
                </c:pt>
                <c:pt idx="103">
                  <c:v>4.5999999999999996</c:v>
                </c:pt>
                <c:pt idx="104">
                  <c:v>4.5999999999999996</c:v>
                </c:pt>
                <c:pt idx="105">
                  <c:v>4.5999999999999996</c:v>
                </c:pt>
                <c:pt idx="106">
                  <c:v>4.8</c:v>
                </c:pt>
                <c:pt idx="107">
                  <c:v>4.8</c:v>
                </c:pt>
                <c:pt idx="108">
                  <c:v>4.8</c:v>
                </c:pt>
                <c:pt idx="109">
                  <c:v>4.8</c:v>
                </c:pt>
                <c:pt idx="110">
                  <c:v>5</c:v>
                </c:pt>
                <c:pt idx="111">
                  <c:v>5</c:v>
                </c:pt>
                <c:pt idx="112">
                  <c:v>5.4</c:v>
                </c:pt>
                <c:pt idx="113">
                  <c:v>5.4</c:v>
                </c:pt>
                <c:pt idx="114">
                  <c:v>5.4</c:v>
                </c:pt>
                <c:pt idx="115">
                  <c:v>5.6</c:v>
                </c:pt>
                <c:pt idx="116">
                  <c:v>5.6</c:v>
                </c:pt>
                <c:pt idx="117">
                  <c:v>5.6</c:v>
                </c:pt>
                <c:pt idx="118">
                  <c:v>5.6</c:v>
                </c:pt>
                <c:pt idx="119">
                  <c:v>5.6</c:v>
                </c:pt>
                <c:pt idx="120">
                  <c:v>5.6</c:v>
                </c:pt>
                <c:pt idx="121">
                  <c:v>5.6</c:v>
                </c:pt>
                <c:pt idx="122">
                  <c:v>5.8</c:v>
                </c:pt>
                <c:pt idx="123">
                  <c:v>5.8</c:v>
                </c:pt>
                <c:pt idx="124">
                  <c:v>5.8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6.2</c:v>
                </c:pt>
                <c:pt idx="137">
                  <c:v>6.2</c:v>
                </c:pt>
                <c:pt idx="138">
                  <c:v>6.2</c:v>
                </c:pt>
                <c:pt idx="139">
                  <c:v>6.2</c:v>
                </c:pt>
                <c:pt idx="140">
                  <c:v>6.2</c:v>
                </c:pt>
                <c:pt idx="141">
                  <c:v>6.4</c:v>
                </c:pt>
                <c:pt idx="142">
                  <c:v>6.4</c:v>
                </c:pt>
                <c:pt idx="143">
                  <c:v>6.4</c:v>
                </c:pt>
                <c:pt idx="144">
                  <c:v>6.4</c:v>
                </c:pt>
                <c:pt idx="145">
                  <c:v>6.4</c:v>
                </c:pt>
                <c:pt idx="146">
                  <c:v>6.6</c:v>
                </c:pt>
                <c:pt idx="147">
                  <c:v>6.8</c:v>
                </c:pt>
                <c:pt idx="148">
                  <c:v>7</c:v>
                </c:pt>
                <c:pt idx="149">
                  <c:v>7</c:v>
                </c:pt>
                <c:pt idx="150">
                  <c:v>7</c:v>
                </c:pt>
                <c:pt idx="151">
                  <c:v>7.2</c:v>
                </c:pt>
                <c:pt idx="152">
                  <c:v>7.4</c:v>
                </c:pt>
                <c:pt idx="153">
                  <c:v>7.4</c:v>
                </c:pt>
                <c:pt idx="154">
                  <c:v>7.6</c:v>
                </c:pt>
                <c:pt idx="155">
                  <c:v>7.6</c:v>
                </c:pt>
                <c:pt idx="156">
                  <c:v>7.6</c:v>
                </c:pt>
                <c:pt idx="157">
                  <c:v>7.6</c:v>
                </c:pt>
                <c:pt idx="158">
                  <c:v>7.6</c:v>
                </c:pt>
                <c:pt idx="159">
                  <c:v>7.6</c:v>
                </c:pt>
                <c:pt idx="160">
                  <c:v>7.6</c:v>
                </c:pt>
                <c:pt idx="161">
                  <c:v>7.6</c:v>
                </c:pt>
                <c:pt idx="162">
                  <c:v>7.8</c:v>
                </c:pt>
                <c:pt idx="163">
                  <c:v>7.8</c:v>
                </c:pt>
                <c:pt idx="164">
                  <c:v>7.8</c:v>
                </c:pt>
                <c:pt idx="165">
                  <c:v>7.8</c:v>
                </c:pt>
                <c:pt idx="166">
                  <c:v>7.8</c:v>
                </c:pt>
                <c:pt idx="167">
                  <c:v>7.8</c:v>
                </c:pt>
                <c:pt idx="168">
                  <c:v>7.8</c:v>
                </c:pt>
                <c:pt idx="169">
                  <c:v>7.8</c:v>
                </c:pt>
                <c:pt idx="170">
                  <c:v>7.8</c:v>
                </c:pt>
                <c:pt idx="171">
                  <c:v>7.8</c:v>
                </c:pt>
                <c:pt idx="172">
                  <c:v>7.8</c:v>
                </c:pt>
                <c:pt idx="173">
                  <c:v>8</c:v>
                </c:pt>
                <c:pt idx="174">
                  <c:v>8</c:v>
                </c:pt>
                <c:pt idx="175">
                  <c:v>8</c:v>
                </c:pt>
                <c:pt idx="176">
                  <c:v>8</c:v>
                </c:pt>
                <c:pt idx="177">
                  <c:v>8.1999999999999993</c:v>
                </c:pt>
                <c:pt idx="178">
                  <c:v>8.1999999999999993</c:v>
                </c:pt>
                <c:pt idx="179">
                  <c:v>8.1999999999999993</c:v>
                </c:pt>
                <c:pt idx="180">
                  <c:v>8.1999999999999993</c:v>
                </c:pt>
                <c:pt idx="181">
                  <c:v>8.1999999999999993</c:v>
                </c:pt>
                <c:pt idx="182">
                  <c:v>8.6</c:v>
                </c:pt>
                <c:pt idx="183">
                  <c:v>8.6</c:v>
                </c:pt>
                <c:pt idx="184">
                  <c:v>8.6</c:v>
                </c:pt>
                <c:pt idx="185">
                  <c:v>8.8000000000000007</c:v>
                </c:pt>
                <c:pt idx="186">
                  <c:v>8.8000000000000007</c:v>
                </c:pt>
                <c:pt idx="187">
                  <c:v>8.8000000000000007</c:v>
                </c:pt>
                <c:pt idx="188">
                  <c:v>9</c:v>
                </c:pt>
                <c:pt idx="189">
                  <c:v>9</c:v>
                </c:pt>
                <c:pt idx="190">
                  <c:v>9.1999999999999993</c:v>
                </c:pt>
                <c:pt idx="191">
                  <c:v>9.6</c:v>
                </c:pt>
                <c:pt idx="192">
                  <c:v>9.6</c:v>
                </c:pt>
                <c:pt idx="193">
                  <c:v>9.6</c:v>
                </c:pt>
                <c:pt idx="194">
                  <c:v>9.6</c:v>
                </c:pt>
                <c:pt idx="195">
                  <c:v>9.6</c:v>
                </c:pt>
                <c:pt idx="196">
                  <c:v>9.6</c:v>
                </c:pt>
                <c:pt idx="197">
                  <c:v>9.6</c:v>
                </c:pt>
                <c:pt idx="198">
                  <c:v>9.6</c:v>
                </c:pt>
                <c:pt idx="199">
                  <c:v>9.8000000000000007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E1C-4EBF-931B-E440894CC5FA}"/>
            </c:ext>
          </c:extLst>
        </c:ser>
        <c:ser>
          <c:idx val="5"/>
          <c:order val="5"/>
          <c:tx>
            <c:strRef>
              <c:f>save1!$EZ$1214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save1!$EZ$1215:$EZ$1414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1</c:v>
                </c:pt>
                <c:pt idx="3">
                  <c:v>1.2</c:v>
                </c:pt>
                <c:pt idx="4">
                  <c:v>1.8</c:v>
                </c:pt>
                <c:pt idx="5">
                  <c:v>2.4</c:v>
                </c:pt>
                <c:pt idx="6">
                  <c:v>2.8</c:v>
                </c:pt>
                <c:pt idx="7">
                  <c:v>3.2</c:v>
                </c:pt>
                <c:pt idx="8">
                  <c:v>4</c:v>
                </c:pt>
                <c:pt idx="9">
                  <c:v>4.5999999999999996</c:v>
                </c:pt>
                <c:pt idx="10">
                  <c:v>5</c:v>
                </c:pt>
                <c:pt idx="11">
                  <c:v>5</c:v>
                </c:pt>
                <c:pt idx="12">
                  <c:v>5.2</c:v>
                </c:pt>
                <c:pt idx="13">
                  <c:v>5.6</c:v>
                </c:pt>
                <c:pt idx="14">
                  <c:v>6</c:v>
                </c:pt>
                <c:pt idx="15">
                  <c:v>6</c:v>
                </c:pt>
                <c:pt idx="16">
                  <c:v>6.4</c:v>
                </c:pt>
                <c:pt idx="17">
                  <c:v>6.6</c:v>
                </c:pt>
                <c:pt idx="18">
                  <c:v>7</c:v>
                </c:pt>
                <c:pt idx="19">
                  <c:v>7.4</c:v>
                </c:pt>
                <c:pt idx="20">
                  <c:v>7.8</c:v>
                </c:pt>
                <c:pt idx="21">
                  <c:v>8.1999999999999993</c:v>
                </c:pt>
                <c:pt idx="22">
                  <c:v>8.4</c:v>
                </c:pt>
                <c:pt idx="23">
                  <c:v>8.8000000000000007</c:v>
                </c:pt>
                <c:pt idx="24">
                  <c:v>9</c:v>
                </c:pt>
                <c:pt idx="25">
                  <c:v>9</c:v>
                </c:pt>
                <c:pt idx="26">
                  <c:v>9</c:v>
                </c:pt>
                <c:pt idx="27">
                  <c:v>9.1999999999999993</c:v>
                </c:pt>
                <c:pt idx="28">
                  <c:v>9.8000000000000007</c:v>
                </c:pt>
                <c:pt idx="29">
                  <c:v>10.199999999999999</c:v>
                </c:pt>
                <c:pt idx="30">
                  <c:v>10.6</c:v>
                </c:pt>
                <c:pt idx="31">
                  <c:v>11</c:v>
                </c:pt>
                <c:pt idx="32">
                  <c:v>11.6</c:v>
                </c:pt>
                <c:pt idx="33">
                  <c:v>11.8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13</c:v>
                </c:pt>
                <c:pt idx="38">
                  <c:v>13</c:v>
                </c:pt>
                <c:pt idx="39">
                  <c:v>13.2</c:v>
                </c:pt>
                <c:pt idx="40">
                  <c:v>13.2</c:v>
                </c:pt>
                <c:pt idx="41">
                  <c:v>13.6</c:v>
                </c:pt>
                <c:pt idx="42">
                  <c:v>14.2</c:v>
                </c:pt>
                <c:pt idx="43">
                  <c:v>14.6</c:v>
                </c:pt>
                <c:pt idx="44">
                  <c:v>14.6</c:v>
                </c:pt>
                <c:pt idx="45">
                  <c:v>15</c:v>
                </c:pt>
                <c:pt idx="46">
                  <c:v>15.8</c:v>
                </c:pt>
                <c:pt idx="47">
                  <c:v>16.2</c:v>
                </c:pt>
                <c:pt idx="48">
                  <c:v>16.600000000000001</c:v>
                </c:pt>
                <c:pt idx="49">
                  <c:v>16.8</c:v>
                </c:pt>
                <c:pt idx="50">
                  <c:v>17.2</c:v>
                </c:pt>
                <c:pt idx="51">
                  <c:v>17.8</c:v>
                </c:pt>
                <c:pt idx="52">
                  <c:v>18</c:v>
                </c:pt>
                <c:pt idx="53">
                  <c:v>18.2</c:v>
                </c:pt>
                <c:pt idx="54">
                  <c:v>18.399999999999999</c:v>
                </c:pt>
                <c:pt idx="55">
                  <c:v>19.2</c:v>
                </c:pt>
                <c:pt idx="56">
                  <c:v>19.600000000000001</c:v>
                </c:pt>
                <c:pt idx="57">
                  <c:v>20</c:v>
                </c:pt>
                <c:pt idx="58">
                  <c:v>20.6</c:v>
                </c:pt>
                <c:pt idx="59">
                  <c:v>21.2</c:v>
                </c:pt>
                <c:pt idx="60">
                  <c:v>21.8</c:v>
                </c:pt>
                <c:pt idx="61">
                  <c:v>22.2</c:v>
                </c:pt>
                <c:pt idx="62">
                  <c:v>22.4</c:v>
                </c:pt>
                <c:pt idx="63">
                  <c:v>22.6</c:v>
                </c:pt>
                <c:pt idx="64">
                  <c:v>22.8</c:v>
                </c:pt>
                <c:pt idx="65">
                  <c:v>23</c:v>
                </c:pt>
                <c:pt idx="66">
                  <c:v>23.6</c:v>
                </c:pt>
                <c:pt idx="67">
                  <c:v>24</c:v>
                </c:pt>
                <c:pt idx="68">
                  <c:v>24.4</c:v>
                </c:pt>
                <c:pt idx="69">
                  <c:v>24.4</c:v>
                </c:pt>
                <c:pt idx="70">
                  <c:v>25</c:v>
                </c:pt>
                <c:pt idx="71">
                  <c:v>25.4</c:v>
                </c:pt>
                <c:pt idx="72">
                  <c:v>25.8</c:v>
                </c:pt>
                <c:pt idx="73">
                  <c:v>26.2</c:v>
                </c:pt>
                <c:pt idx="74">
                  <c:v>26.4</c:v>
                </c:pt>
                <c:pt idx="75">
                  <c:v>27</c:v>
                </c:pt>
                <c:pt idx="76">
                  <c:v>27.4</c:v>
                </c:pt>
                <c:pt idx="77">
                  <c:v>27.4</c:v>
                </c:pt>
                <c:pt idx="78">
                  <c:v>27.8</c:v>
                </c:pt>
                <c:pt idx="79">
                  <c:v>28.4</c:v>
                </c:pt>
                <c:pt idx="80">
                  <c:v>28.8</c:v>
                </c:pt>
                <c:pt idx="81">
                  <c:v>29</c:v>
                </c:pt>
                <c:pt idx="82">
                  <c:v>29.2</c:v>
                </c:pt>
                <c:pt idx="83">
                  <c:v>29.4</c:v>
                </c:pt>
                <c:pt idx="84">
                  <c:v>29.4</c:v>
                </c:pt>
                <c:pt idx="85">
                  <c:v>29.6</c:v>
                </c:pt>
                <c:pt idx="86">
                  <c:v>30</c:v>
                </c:pt>
                <c:pt idx="87">
                  <c:v>30.2</c:v>
                </c:pt>
                <c:pt idx="88">
                  <c:v>30.6</c:v>
                </c:pt>
                <c:pt idx="89">
                  <c:v>31.4</c:v>
                </c:pt>
                <c:pt idx="90">
                  <c:v>32.200000000000003</c:v>
                </c:pt>
                <c:pt idx="91">
                  <c:v>32.200000000000003</c:v>
                </c:pt>
                <c:pt idx="92">
                  <c:v>32.6</c:v>
                </c:pt>
                <c:pt idx="93">
                  <c:v>33.200000000000003</c:v>
                </c:pt>
                <c:pt idx="94">
                  <c:v>33.4</c:v>
                </c:pt>
                <c:pt idx="95">
                  <c:v>33.799999999999997</c:v>
                </c:pt>
                <c:pt idx="96">
                  <c:v>34.200000000000003</c:v>
                </c:pt>
                <c:pt idx="97">
                  <c:v>34.799999999999997</c:v>
                </c:pt>
                <c:pt idx="98">
                  <c:v>35.4</c:v>
                </c:pt>
                <c:pt idx="99">
                  <c:v>35.4</c:v>
                </c:pt>
                <c:pt idx="100">
                  <c:v>35.6</c:v>
                </c:pt>
                <c:pt idx="101">
                  <c:v>35.799999999999997</c:v>
                </c:pt>
                <c:pt idx="102">
                  <c:v>36.4</c:v>
                </c:pt>
                <c:pt idx="103">
                  <c:v>36.6</c:v>
                </c:pt>
                <c:pt idx="104">
                  <c:v>37.4</c:v>
                </c:pt>
                <c:pt idx="105">
                  <c:v>37.799999999999997</c:v>
                </c:pt>
                <c:pt idx="106">
                  <c:v>38.4</c:v>
                </c:pt>
                <c:pt idx="107">
                  <c:v>38.6</c:v>
                </c:pt>
                <c:pt idx="108">
                  <c:v>39.200000000000003</c:v>
                </c:pt>
                <c:pt idx="109">
                  <c:v>39.4</c:v>
                </c:pt>
                <c:pt idx="110">
                  <c:v>40.200000000000003</c:v>
                </c:pt>
                <c:pt idx="111">
                  <c:v>40.200000000000003</c:v>
                </c:pt>
                <c:pt idx="112">
                  <c:v>41</c:v>
                </c:pt>
                <c:pt idx="113">
                  <c:v>41.4</c:v>
                </c:pt>
                <c:pt idx="114">
                  <c:v>42.2</c:v>
                </c:pt>
                <c:pt idx="115">
                  <c:v>42.6</c:v>
                </c:pt>
                <c:pt idx="116">
                  <c:v>43</c:v>
                </c:pt>
                <c:pt idx="117">
                  <c:v>43</c:v>
                </c:pt>
                <c:pt idx="118">
                  <c:v>43.2</c:v>
                </c:pt>
                <c:pt idx="119">
                  <c:v>43.4</c:v>
                </c:pt>
                <c:pt idx="120">
                  <c:v>44</c:v>
                </c:pt>
                <c:pt idx="121">
                  <c:v>44</c:v>
                </c:pt>
                <c:pt idx="122">
                  <c:v>44.4</c:v>
                </c:pt>
                <c:pt idx="123">
                  <c:v>45</c:v>
                </c:pt>
                <c:pt idx="124">
                  <c:v>45.2</c:v>
                </c:pt>
                <c:pt idx="125">
                  <c:v>46.4</c:v>
                </c:pt>
                <c:pt idx="126">
                  <c:v>46.8</c:v>
                </c:pt>
                <c:pt idx="127">
                  <c:v>47.2</c:v>
                </c:pt>
                <c:pt idx="128">
                  <c:v>48.2</c:v>
                </c:pt>
                <c:pt idx="129">
                  <c:v>48.4</c:v>
                </c:pt>
                <c:pt idx="130">
                  <c:v>49.2</c:v>
                </c:pt>
                <c:pt idx="131">
                  <c:v>49.2</c:v>
                </c:pt>
                <c:pt idx="132">
                  <c:v>49.6</c:v>
                </c:pt>
                <c:pt idx="133">
                  <c:v>50.2</c:v>
                </c:pt>
                <c:pt idx="134">
                  <c:v>50.8</c:v>
                </c:pt>
                <c:pt idx="135">
                  <c:v>51.2</c:v>
                </c:pt>
                <c:pt idx="136">
                  <c:v>51.4</c:v>
                </c:pt>
                <c:pt idx="137">
                  <c:v>51.8</c:v>
                </c:pt>
                <c:pt idx="138">
                  <c:v>52.2</c:v>
                </c:pt>
                <c:pt idx="139">
                  <c:v>52.4</c:v>
                </c:pt>
                <c:pt idx="140">
                  <c:v>53</c:v>
                </c:pt>
                <c:pt idx="141">
                  <c:v>53.6</c:v>
                </c:pt>
                <c:pt idx="142">
                  <c:v>53.6</c:v>
                </c:pt>
                <c:pt idx="143">
                  <c:v>54</c:v>
                </c:pt>
                <c:pt idx="144">
                  <c:v>54.2</c:v>
                </c:pt>
                <c:pt idx="145">
                  <c:v>54.6</c:v>
                </c:pt>
                <c:pt idx="146">
                  <c:v>55.2</c:v>
                </c:pt>
                <c:pt idx="147">
                  <c:v>55.4</c:v>
                </c:pt>
                <c:pt idx="148">
                  <c:v>55.6</c:v>
                </c:pt>
                <c:pt idx="149">
                  <c:v>56</c:v>
                </c:pt>
                <c:pt idx="150">
                  <c:v>56</c:v>
                </c:pt>
                <c:pt idx="151">
                  <c:v>56.2</c:v>
                </c:pt>
                <c:pt idx="152">
                  <c:v>56.8</c:v>
                </c:pt>
                <c:pt idx="153">
                  <c:v>57.2</c:v>
                </c:pt>
                <c:pt idx="154">
                  <c:v>57.6</c:v>
                </c:pt>
                <c:pt idx="155">
                  <c:v>58</c:v>
                </c:pt>
                <c:pt idx="156">
                  <c:v>58.6</c:v>
                </c:pt>
                <c:pt idx="157">
                  <c:v>59.2</c:v>
                </c:pt>
                <c:pt idx="158">
                  <c:v>59.4</c:v>
                </c:pt>
                <c:pt idx="159">
                  <c:v>59.6</c:v>
                </c:pt>
                <c:pt idx="160">
                  <c:v>59.8</c:v>
                </c:pt>
                <c:pt idx="161">
                  <c:v>60.4</c:v>
                </c:pt>
                <c:pt idx="162">
                  <c:v>60.6</c:v>
                </c:pt>
                <c:pt idx="163">
                  <c:v>61</c:v>
                </c:pt>
                <c:pt idx="164">
                  <c:v>61.6</c:v>
                </c:pt>
                <c:pt idx="165">
                  <c:v>62</c:v>
                </c:pt>
                <c:pt idx="166">
                  <c:v>62.4</c:v>
                </c:pt>
                <c:pt idx="167">
                  <c:v>62.6</c:v>
                </c:pt>
                <c:pt idx="168">
                  <c:v>62.8</c:v>
                </c:pt>
                <c:pt idx="169">
                  <c:v>63</c:v>
                </c:pt>
                <c:pt idx="170">
                  <c:v>63.2</c:v>
                </c:pt>
                <c:pt idx="171">
                  <c:v>63.4</c:v>
                </c:pt>
                <c:pt idx="172">
                  <c:v>64</c:v>
                </c:pt>
                <c:pt idx="173">
                  <c:v>64.400000000000006</c:v>
                </c:pt>
                <c:pt idx="174">
                  <c:v>65</c:v>
                </c:pt>
                <c:pt idx="175">
                  <c:v>66</c:v>
                </c:pt>
                <c:pt idx="176">
                  <c:v>66.400000000000006</c:v>
                </c:pt>
                <c:pt idx="177">
                  <c:v>67.2</c:v>
                </c:pt>
                <c:pt idx="178">
                  <c:v>67.400000000000006</c:v>
                </c:pt>
                <c:pt idx="179">
                  <c:v>67.599999999999994</c:v>
                </c:pt>
                <c:pt idx="180">
                  <c:v>67.8</c:v>
                </c:pt>
                <c:pt idx="181">
                  <c:v>68.400000000000006</c:v>
                </c:pt>
                <c:pt idx="182">
                  <c:v>69</c:v>
                </c:pt>
                <c:pt idx="183">
                  <c:v>69.400000000000006</c:v>
                </c:pt>
                <c:pt idx="184">
                  <c:v>69.599999999999994</c:v>
                </c:pt>
                <c:pt idx="185">
                  <c:v>70.2</c:v>
                </c:pt>
                <c:pt idx="186">
                  <c:v>70.599999999999994</c:v>
                </c:pt>
                <c:pt idx="187">
                  <c:v>71</c:v>
                </c:pt>
                <c:pt idx="188">
                  <c:v>71.8</c:v>
                </c:pt>
                <c:pt idx="189">
                  <c:v>72.599999999999994</c:v>
                </c:pt>
                <c:pt idx="190">
                  <c:v>73</c:v>
                </c:pt>
                <c:pt idx="191">
                  <c:v>73.8</c:v>
                </c:pt>
                <c:pt idx="192">
                  <c:v>74</c:v>
                </c:pt>
                <c:pt idx="193">
                  <c:v>74</c:v>
                </c:pt>
                <c:pt idx="194">
                  <c:v>74.400000000000006</c:v>
                </c:pt>
                <c:pt idx="195">
                  <c:v>74.8</c:v>
                </c:pt>
                <c:pt idx="196">
                  <c:v>75</c:v>
                </c:pt>
                <c:pt idx="197">
                  <c:v>75</c:v>
                </c:pt>
                <c:pt idx="198">
                  <c:v>75.400000000000006</c:v>
                </c:pt>
                <c:pt idx="199">
                  <c:v>75.400000000000006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E1C-4EBF-931B-E440894CC5FA}"/>
            </c:ext>
          </c:extLst>
        </c:ser>
        <c:ser>
          <c:idx val="6"/>
          <c:order val="6"/>
          <c:tx>
            <c:strRef>
              <c:f>save1!$FA$1214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save1!$FA$1215:$FA$1414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0.6</c:v>
                </c:pt>
                <c:pt idx="14">
                  <c:v>0.6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1.2</c:v>
                </c:pt>
                <c:pt idx="19">
                  <c:v>1.2</c:v>
                </c:pt>
                <c:pt idx="20">
                  <c:v>1.2</c:v>
                </c:pt>
                <c:pt idx="21">
                  <c:v>1.2</c:v>
                </c:pt>
                <c:pt idx="22">
                  <c:v>1.2</c:v>
                </c:pt>
                <c:pt idx="23">
                  <c:v>1.2</c:v>
                </c:pt>
                <c:pt idx="24">
                  <c:v>1.2</c:v>
                </c:pt>
                <c:pt idx="25">
                  <c:v>1.2</c:v>
                </c:pt>
                <c:pt idx="26">
                  <c:v>1.4</c:v>
                </c:pt>
                <c:pt idx="27">
                  <c:v>1.4</c:v>
                </c:pt>
                <c:pt idx="28">
                  <c:v>1.4</c:v>
                </c:pt>
                <c:pt idx="29">
                  <c:v>1.6</c:v>
                </c:pt>
                <c:pt idx="30">
                  <c:v>1.6</c:v>
                </c:pt>
                <c:pt idx="31">
                  <c:v>1.6</c:v>
                </c:pt>
                <c:pt idx="32">
                  <c:v>1.6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1.8</c:v>
                </c:pt>
                <c:pt idx="49">
                  <c:v>1.8</c:v>
                </c:pt>
                <c:pt idx="50">
                  <c:v>1.8</c:v>
                </c:pt>
                <c:pt idx="51">
                  <c:v>1.8</c:v>
                </c:pt>
                <c:pt idx="52">
                  <c:v>1.8</c:v>
                </c:pt>
                <c:pt idx="53">
                  <c:v>1.8</c:v>
                </c:pt>
                <c:pt idx="54">
                  <c:v>1.8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2.2000000000000002</c:v>
                </c:pt>
                <c:pt idx="75">
                  <c:v>2.2000000000000002</c:v>
                </c:pt>
                <c:pt idx="76">
                  <c:v>2.2000000000000002</c:v>
                </c:pt>
                <c:pt idx="77">
                  <c:v>2.2000000000000002</c:v>
                </c:pt>
                <c:pt idx="78">
                  <c:v>2.2000000000000002</c:v>
                </c:pt>
                <c:pt idx="79">
                  <c:v>2.2000000000000002</c:v>
                </c:pt>
                <c:pt idx="80">
                  <c:v>2.2000000000000002</c:v>
                </c:pt>
                <c:pt idx="81">
                  <c:v>2.4</c:v>
                </c:pt>
                <c:pt idx="82">
                  <c:v>2.6</c:v>
                </c:pt>
                <c:pt idx="83">
                  <c:v>2.6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3.2</c:v>
                </c:pt>
                <c:pt idx="99">
                  <c:v>3.4</c:v>
                </c:pt>
                <c:pt idx="100">
                  <c:v>3.4</c:v>
                </c:pt>
                <c:pt idx="101">
                  <c:v>3.4</c:v>
                </c:pt>
                <c:pt idx="102">
                  <c:v>3.4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</c:v>
                </c:pt>
                <c:pt idx="107">
                  <c:v>4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4.2</c:v>
                </c:pt>
                <c:pt idx="112">
                  <c:v>4.2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4.2</c:v>
                </c:pt>
                <c:pt idx="121">
                  <c:v>4.2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4.5999999999999996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5.2</c:v>
                </c:pt>
                <c:pt idx="136">
                  <c:v>5.2</c:v>
                </c:pt>
                <c:pt idx="137">
                  <c:v>5.2</c:v>
                </c:pt>
                <c:pt idx="138">
                  <c:v>5.2</c:v>
                </c:pt>
                <c:pt idx="139">
                  <c:v>5.2</c:v>
                </c:pt>
                <c:pt idx="140">
                  <c:v>5.2</c:v>
                </c:pt>
                <c:pt idx="141">
                  <c:v>5.4</c:v>
                </c:pt>
                <c:pt idx="142">
                  <c:v>5.4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5.4</c:v>
                </c:pt>
                <c:pt idx="149">
                  <c:v>5.4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5.8</c:v>
                </c:pt>
                <c:pt idx="162">
                  <c:v>5.8</c:v>
                </c:pt>
                <c:pt idx="163">
                  <c:v>6</c:v>
                </c:pt>
                <c:pt idx="164">
                  <c:v>6.2</c:v>
                </c:pt>
                <c:pt idx="165">
                  <c:v>6.2</c:v>
                </c:pt>
                <c:pt idx="166">
                  <c:v>6.2</c:v>
                </c:pt>
                <c:pt idx="167">
                  <c:v>6.2</c:v>
                </c:pt>
                <c:pt idx="168">
                  <c:v>6.4</c:v>
                </c:pt>
                <c:pt idx="169">
                  <c:v>6.4</c:v>
                </c:pt>
                <c:pt idx="170">
                  <c:v>6.4</c:v>
                </c:pt>
                <c:pt idx="171">
                  <c:v>6.4</c:v>
                </c:pt>
                <c:pt idx="172">
                  <c:v>6.4</c:v>
                </c:pt>
                <c:pt idx="173">
                  <c:v>6.4</c:v>
                </c:pt>
                <c:pt idx="174">
                  <c:v>6.6</c:v>
                </c:pt>
                <c:pt idx="175">
                  <c:v>6.8</c:v>
                </c:pt>
                <c:pt idx="176">
                  <c:v>7</c:v>
                </c:pt>
                <c:pt idx="177">
                  <c:v>7</c:v>
                </c:pt>
                <c:pt idx="178">
                  <c:v>7</c:v>
                </c:pt>
                <c:pt idx="179">
                  <c:v>7</c:v>
                </c:pt>
                <c:pt idx="180">
                  <c:v>7</c:v>
                </c:pt>
                <c:pt idx="181">
                  <c:v>7</c:v>
                </c:pt>
                <c:pt idx="182">
                  <c:v>7</c:v>
                </c:pt>
                <c:pt idx="183">
                  <c:v>7</c:v>
                </c:pt>
                <c:pt idx="184">
                  <c:v>7</c:v>
                </c:pt>
                <c:pt idx="185">
                  <c:v>7</c:v>
                </c:pt>
                <c:pt idx="186">
                  <c:v>7</c:v>
                </c:pt>
                <c:pt idx="187">
                  <c:v>7</c:v>
                </c:pt>
                <c:pt idx="188">
                  <c:v>7</c:v>
                </c:pt>
                <c:pt idx="189">
                  <c:v>7</c:v>
                </c:pt>
                <c:pt idx="190">
                  <c:v>7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7.2</c:v>
                </c:pt>
                <c:pt idx="198">
                  <c:v>7.2</c:v>
                </c:pt>
                <c:pt idx="199">
                  <c:v>7.2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E1C-4EBF-931B-E440894CC5FA}"/>
            </c:ext>
          </c:extLst>
        </c:ser>
        <c:ser>
          <c:idx val="7"/>
          <c:order val="7"/>
          <c:tx>
            <c:strRef>
              <c:f>save1!$FB$1214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save1!$FB$1215:$FB$1414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0.4</c:v>
                </c:pt>
                <c:pt idx="30">
                  <c:v>0.4</c:v>
                </c:pt>
                <c:pt idx="31">
                  <c:v>0.4</c:v>
                </c:pt>
                <c:pt idx="32">
                  <c:v>0.4</c:v>
                </c:pt>
                <c:pt idx="33">
                  <c:v>0.4</c:v>
                </c:pt>
                <c:pt idx="34">
                  <c:v>0.4</c:v>
                </c:pt>
                <c:pt idx="35">
                  <c:v>0.4</c:v>
                </c:pt>
                <c:pt idx="36">
                  <c:v>0.4</c:v>
                </c:pt>
                <c:pt idx="37">
                  <c:v>0.4</c:v>
                </c:pt>
                <c:pt idx="38">
                  <c:v>0.4</c:v>
                </c:pt>
                <c:pt idx="39">
                  <c:v>0.4</c:v>
                </c:pt>
                <c:pt idx="40">
                  <c:v>0.4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0.6</c:v>
                </c:pt>
                <c:pt idx="66">
                  <c:v>0.6</c:v>
                </c:pt>
                <c:pt idx="67">
                  <c:v>0.6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0.8</c:v>
                </c:pt>
                <c:pt idx="74">
                  <c:v>0.8</c:v>
                </c:pt>
                <c:pt idx="75">
                  <c:v>0.8</c:v>
                </c:pt>
                <c:pt idx="76">
                  <c:v>0.8</c:v>
                </c:pt>
                <c:pt idx="77">
                  <c:v>0.8</c:v>
                </c:pt>
                <c:pt idx="78">
                  <c:v>0.8</c:v>
                </c:pt>
                <c:pt idx="79">
                  <c:v>0.8</c:v>
                </c:pt>
                <c:pt idx="80">
                  <c:v>0.8</c:v>
                </c:pt>
                <c:pt idx="81">
                  <c:v>0.8</c:v>
                </c:pt>
                <c:pt idx="82">
                  <c:v>0.8</c:v>
                </c:pt>
                <c:pt idx="83">
                  <c:v>0.8</c:v>
                </c:pt>
                <c:pt idx="84">
                  <c:v>0.8</c:v>
                </c:pt>
                <c:pt idx="85">
                  <c:v>0.8</c:v>
                </c:pt>
                <c:pt idx="86">
                  <c:v>0.8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1.2</c:v>
                </c:pt>
                <c:pt idx="99">
                  <c:v>1.2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1.2</c:v>
                </c:pt>
                <c:pt idx="115">
                  <c:v>1.2</c:v>
                </c:pt>
                <c:pt idx="116">
                  <c:v>1.2</c:v>
                </c:pt>
                <c:pt idx="117">
                  <c:v>1.2</c:v>
                </c:pt>
                <c:pt idx="118">
                  <c:v>1.2</c:v>
                </c:pt>
                <c:pt idx="119">
                  <c:v>1.2</c:v>
                </c:pt>
                <c:pt idx="120">
                  <c:v>1.2</c:v>
                </c:pt>
                <c:pt idx="121">
                  <c:v>1.2</c:v>
                </c:pt>
                <c:pt idx="122">
                  <c:v>1.2</c:v>
                </c:pt>
                <c:pt idx="123">
                  <c:v>1.2</c:v>
                </c:pt>
                <c:pt idx="124">
                  <c:v>1.2</c:v>
                </c:pt>
                <c:pt idx="125">
                  <c:v>1.2</c:v>
                </c:pt>
                <c:pt idx="126">
                  <c:v>1.4</c:v>
                </c:pt>
                <c:pt idx="127">
                  <c:v>1.4</c:v>
                </c:pt>
                <c:pt idx="128">
                  <c:v>1.4</c:v>
                </c:pt>
                <c:pt idx="129">
                  <c:v>1.4</c:v>
                </c:pt>
                <c:pt idx="130">
                  <c:v>1.4</c:v>
                </c:pt>
                <c:pt idx="131">
                  <c:v>1.4</c:v>
                </c:pt>
                <c:pt idx="132">
                  <c:v>1.4</c:v>
                </c:pt>
                <c:pt idx="133">
                  <c:v>1.4</c:v>
                </c:pt>
                <c:pt idx="134">
                  <c:v>1.4</c:v>
                </c:pt>
                <c:pt idx="135">
                  <c:v>1.4</c:v>
                </c:pt>
                <c:pt idx="136">
                  <c:v>1.4</c:v>
                </c:pt>
                <c:pt idx="137">
                  <c:v>1.4</c:v>
                </c:pt>
                <c:pt idx="138">
                  <c:v>1.4</c:v>
                </c:pt>
                <c:pt idx="139">
                  <c:v>1.4</c:v>
                </c:pt>
                <c:pt idx="140">
                  <c:v>1.4</c:v>
                </c:pt>
                <c:pt idx="141">
                  <c:v>1.4</c:v>
                </c:pt>
                <c:pt idx="142">
                  <c:v>1.4</c:v>
                </c:pt>
                <c:pt idx="143">
                  <c:v>1.4</c:v>
                </c:pt>
                <c:pt idx="144">
                  <c:v>1.4</c:v>
                </c:pt>
                <c:pt idx="145">
                  <c:v>1.4</c:v>
                </c:pt>
                <c:pt idx="146">
                  <c:v>1.4</c:v>
                </c:pt>
                <c:pt idx="147">
                  <c:v>1.4</c:v>
                </c:pt>
                <c:pt idx="148">
                  <c:v>1.4</c:v>
                </c:pt>
                <c:pt idx="149">
                  <c:v>1.4</c:v>
                </c:pt>
                <c:pt idx="150">
                  <c:v>1.4</c:v>
                </c:pt>
                <c:pt idx="151">
                  <c:v>1.4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1.4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1.6</c:v>
                </c:pt>
                <c:pt idx="164">
                  <c:v>1.6</c:v>
                </c:pt>
                <c:pt idx="165">
                  <c:v>1.6</c:v>
                </c:pt>
                <c:pt idx="166">
                  <c:v>1.6</c:v>
                </c:pt>
                <c:pt idx="167">
                  <c:v>1.6</c:v>
                </c:pt>
                <c:pt idx="168">
                  <c:v>1.6</c:v>
                </c:pt>
                <c:pt idx="169">
                  <c:v>1.6</c:v>
                </c:pt>
                <c:pt idx="170">
                  <c:v>1.6</c:v>
                </c:pt>
                <c:pt idx="171">
                  <c:v>1.6</c:v>
                </c:pt>
                <c:pt idx="172">
                  <c:v>1.6</c:v>
                </c:pt>
                <c:pt idx="173">
                  <c:v>1.6</c:v>
                </c:pt>
                <c:pt idx="174">
                  <c:v>1.6</c:v>
                </c:pt>
                <c:pt idx="175">
                  <c:v>1.6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E1C-4EBF-931B-E440894CC5FA}"/>
            </c:ext>
          </c:extLst>
        </c:ser>
        <c:ser>
          <c:idx val="8"/>
          <c:order val="8"/>
          <c:tx>
            <c:strRef>
              <c:f>save1!$FC$1214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save1!$FC$1215:$FC$1414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0.2</c:v>
                </c:pt>
                <c:pt idx="69">
                  <c:v>0.2</c:v>
                </c:pt>
                <c:pt idx="70">
                  <c:v>0.2</c:v>
                </c:pt>
                <c:pt idx="71">
                  <c:v>0.2</c:v>
                </c:pt>
                <c:pt idx="72">
                  <c:v>0.2</c:v>
                </c:pt>
                <c:pt idx="73">
                  <c:v>0.2</c:v>
                </c:pt>
                <c:pt idx="74">
                  <c:v>0.2</c:v>
                </c:pt>
                <c:pt idx="75">
                  <c:v>0.2</c:v>
                </c:pt>
                <c:pt idx="76">
                  <c:v>0.2</c:v>
                </c:pt>
                <c:pt idx="77">
                  <c:v>0.2</c:v>
                </c:pt>
                <c:pt idx="78">
                  <c:v>0.2</c:v>
                </c:pt>
                <c:pt idx="79">
                  <c:v>0.2</c:v>
                </c:pt>
                <c:pt idx="80">
                  <c:v>0.2</c:v>
                </c:pt>
                <c:pt idx="81">
                  <c:v>0.2</c:v>
                </c:pt>
                <c:pt idx="82">
                  <c:v>0.2</c:v>
                </c:pt>
                <c:pt idx="83">
                  <c:v>0.2</c:v>
                </c:pt>
                <c:pt idx="84">
                  <c:v>0.2</c:v>
                </c:pt>
                <c:pt idx="85">
                  <c:v>0.2</c:v>
                </c:pt>
                <c:pt idx="86">
                  <c:v>0.2</c:v>
                </c:pt>
                <c:pt idx="87">
                  <c:v>0.2</c:v>
                </c:pt>
                <c:pt idx="88">
                  <c:v>0.2</c:v>
                </c:pt>
                <c:pt idx="89">
                  <c:v>0.2</c:v>
                </c:pt>
                <c:pt idx="90">
                  <c:v>0.2</c:v>
                </c:pt>
                <c:pt idx="91">
                  <c:v>0.2</c:v>
                </c:pt>
                <c:pt idx="92">
                  <c:v>0.2</c:v>
                </c:pt>
                <c:pt idx="93">
                  <c:v>0.2</c:v>
                </c:pt>
                <c:pt idx="94">
                  <c:v>0.2</c:v>
                </c:pt>
                <c:pt idx="95">
                  <c:v>0.2</c:v>
                </c:pt>
                <c:pt idx="96">
                  <c:v>0.2</c:v>
                </c:pt>
                <c:pt idx="97">
                  <c:v>0.2</c:v>
                </c:pt>
                <c:pt idx="98">
                  <c:v>0.2</c:v>
                </c:pt>
                <c:pt idx="99">
                  <c:v>0.2</c:v>
                </c:pt>
                <c:pt idx="100">
                  <c:v>0.2</c:v>
                </c:pt>
                <c:pt idx="101">
                  <c:v>0.2</c:v>
                </c:pt>
                <c:pt idx="102">
                  <c:v>0.2</c:v>
                </c:pt>
                <c:pt idx="103">
                  <c:v>0.2</c:v>
                </c:pt>
                <c:pt idx="104">
                  <c:v>0.2</c:v>
                </c:pt>
                <c:pt idx="105">
                  <c:v>0.2</c:v>
                </c:pt>
                <c:pt idx="106">
                  <c:v>0.2</c:v>
                </c:pt>
                <c:pt idx="107">
                  <c:v>0.2</c:v>
                </c:pt>
                <c:pt idx="108">
                  <c:v>0.2</c:v>
                </c:pt>
                <c:pt idx="109">
                  <c:v>0.2</c:v>
                </c:pt>
                <c:pt idx="110">
                  <c:v>0.2</c:v>
                </c:pt>
                <c:pt idx="111">
                  <c:v>0.2</c:v>
                </c:pt>
                <c:pt idx="112">
                  <c:v>0.2</c:v>
                </c:pt>
                <c:pt idx="113">
                  <c:v>0.2</c:v>
                </c:pt>
                <c:pt idx="114">
                  <c:v>0.2</c:v>
                </c:pt>
                <c:pt idx="115">
                  <c:v>0.2</c:v>
                </c:pt>
                <c:pt idx="116">
                  <c:v>0.2</c:v>
                </c:pt>
                <c:pt idx="117">
                  <c:v>0.2</c:v>
                </c:pt>
                <c:pt idx="118">
                  <c:v>0.2</c:v>
                </c:pt>
                <c:pt idx="119">
                  <c:v>0.2</c:v>
                </c:pt>
                <c:pt idx="120">
                  <c:v>0.2</c:v>
                </c:pt>
                <c:pt idx="121">
                  <c:v>0.2</c:v>
                </c:pt>
                <c:pt idx="122">
                  <c:v>0.2</c:v>
                </c:pt>
                <c:pt idx="123">
                  <c:v>0.2</c:v>
                </c:pt>
                <c:pt idx="124">
                  <c:v>0.2</c:v>
                </c:pt>
                <c:pt idx="125">
                  <c:v>0.2</c:v>
                </c:pt>
                <c:pt idx="126">
                  <c:v>0.2</c:v>
                </c:pt>
                <c:pt idx="127">
                  <c:v>0.2</c:v>
                </c:pt>
                <c:pt idx="128">
                  <c:v>0.2</c:v>
                </c:pt>
                <c:pt idx="129">
                  <c:v>0.2</c:v>
                </c:pt>
                <c:pt idx="130">
                  <c:v>0.2</c:v>
                </c:pt>
                <c:pt idx="131">
                  <c:v>0.2</c:v>
                </c:pt>
                <c:pt idx="132">
                  <c:v>0.2</c:v>
                </c:pt>
                <c:pt idx="133">
                  <c:v>0.2</c:v>
                </c:pt>
                <c:pt idx="134">
                  <c:v>0.2</c:v>
                </c:pt>
                <c:pt idx="135">
                  <c:v>0.2</c:v>
                </c:pt>
                <c:pt idx="136">
                  <c:v>0.2</c:v>
                </c:pt>
                <c:pt idx="137">
                  <c:v>0.2</c:v>
                </c:pt>
                <c:pt idx="138">
                  <c:v>0.2</c:v>
                </c:pt>
                <c:pt idx="139">
                  <c:v>0.2</c:v>
                </c:pt>
                <c:pt idx="140">
                  <c:v>0.2</c:v>
                </c:pt>
                <c:pt idx="141">
                  <c:v>0.2</c:v>
                </c:pt>
                <c:pt idx="142">
                  <c:v>0.2</c:v>
                </c:pt>
                <c:pt idx="143">
                  <c:v>0.2</c:v>
                </c:pt>
                <c:pt idx="144">
                  <c:v>0.2</c:v>
                </c:pt>
                <c:pt idx="145">
                  <c:v>0.2</c:v>
                </c:pt>
                <c:pt idx="146">
                  <c:v>0.2</c:v>
                </c:pt>
                <c:pt idx="147">
                  <c:v>0.2</c:v>
                </c:pt>
                <c:pt idx="148">
                  <c:v>0.2</c:v>
                </c:pt>
                <c:pt idx="149">
                  <c:v>0.2</c:v>
                </c:pt>
                <c:pt idx="150">
                  <c:v>0.2</c:v>
                </c:pt>
                <c:pt idx="151">
                  <c:v>0.2</c:v>
                </c:pt>
                <c:pt idx="152">
                  <c:v>0.2</c:v>
                </c:pt>
                <c:pt idx="153">
                  <c:v>0.2</c:v>
                </c:pt>
                <c:pt idx="154">
                  <c:v>0.2</c:v>
                </c:pt>
                <c:pt idx="155">
                  <c:v>0.2</c:v>
                </c:pt>
                <c:pt idx="156">
                  <c:v>0.2</c:v>
                </c:pt>
                <c:pt idx="157">
                  <c:v>0.2</c:v>
                </c:pt>
                <c:pt idx="158">
                  <c:v>0.2</c:v>
                </c:pt>
                <c:pt idx="159">
                  <c:v>0.2</c:v>
                </c:pt>
                <c:pt idx="160">
                  <c:v>0.2</c:v>
                </c:pt>
                <c:pt idx="161">
                  <c:v>0.2</c:v>
                </c:pt>
                <c:pt idx="162">
                  <c:v>0.2</c:v>
                </c:pt>
                <c:pt idx="163">
                  <c:v>0.2</c:v>
                </c:pt>
                <c:pt idx="164">
                  <c:v>0.2</c:v>
                </c:pt>
                <c:pt idx="165">
                  <c:v>0.2</c:v>
                </c:pt>
                <c:pt idx="166">
                  <c:v>0.2</c:v>
                </c:pt>
                <c:pt idx="167">
                  <c:v>0.2</c:v>
                </c:pt>
                <c:pt idx="168">
                  <c:v>0.2</c:v>
                </c:pt>
                <c:pt idx="169">
                  <c:v>0.2</c:v>
                </c:pt>
                <c:pt idx="170">
                  <c:v>0.2</c:v>
                </c:pt>
                <c:pt idx="171">
                  <c:v>0.2</c:v>
                </c:pt>
                <c:pt idx="172">
                  <c:v>0.2</c:v>
                </c:pt>
                <c:pt idx="173">
                  <c:v>0.2</c:v>
                </c:pt>
                <c:pt idx="174">
                  <c:v>0.2</c:v>
                </c:pt>
                <c:pt idx="175">
                  <c:v>0.2</c:v>
                </c:pt>
                <c:pt idx="176">
                  <c:v>0.4</c:v>
                </c:pt>
                <c:pt idx="177">
                  <c:v>0.4</c:v>
                </c:pt>
                <c:pt idx="178">
                  <c:v>0.4</c:v>
                </c:pt>
                <c:pt idx="179">
                  <c:v>0.4</c:v>
                </c:pt>
                <c:pt idx="180">
                  <c:v>0.4</c:v>
                </c:pt>
                <c:pt idx="181">
                  <c:v>0.4</c:v>
                </c:pt>
                <c:pt idx="182">
                  <c:v>0.4</c:v>
                </c:pt>
                <c:pt idx="183">
                  <c:v>0.4</c:v>
                </c:pt>
                <c:pt idx="184">
                  <c:v>0.4</c:v>
                </c:pt>
                <c:pt idx="185">
                  <c:v>0.4</c:v>
                </c:pt>
                <c:pt idx="186">
                  <c:v>0.4</c:v>
                </c:pt>
                <c:pt idx="187">
                  <c:v>0.4</c:v>
                </c:pt>
                <c:pt idx="188">
                  <c:v>0.4</c:v>
                </c:pt>
                <c:pt idx="189">
                  <c:v>0.4</c:v>
                </c:pt>
                <c:pt idx="190">
                  <c:v>0.4</c:v>
                </c:pt>
                <c:pt idx="191">
                  <c:v>0.4</c:v>
                </c:pt>
                <c:pt idx="192">
                  <c:v>0.4</c:v>
                </c:pt>
                <c:pt idx="193">
                  <c:v>0.4</c:v>
                </c:pt>
                <c:pt idx="194">
                  <c:v>0.4</c:v>
                </c:pt>
                <c:pt idx="195">
                  <c:v>0.4</c:v>
                </c:pt>
                <c:pt idx="196">
                  <c:v>0.4</c:v>
                </c:pt>
                <c:pt idx="197">
                  <c:v>0.4</c:v>
                </c:pt>
                <c:pt idx="198">
                  <c:v>0.4</c:v>
                </c:pt>
                <c:pt idx="199">
                  <c:v>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8E1C-4EBF-931B-E440894CC5FA}"/>
            </c:ext>
          </c:extLst>
        </c:ser>
        <c:ser>
          <c:idx val="9"/>
          <c:order val="9"/>
          <c:tx>
            <c:strRef>
              <c:f>save1!$FD$1214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save1!$FD$1215:$FD$1414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0.6</c:v>
                </c:pt>
                <c:pt idx="16">
                  <c:v>0.6</c:v>
                </c:pt>
                <c:pt idx="17">
                  <c:v>0.6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0.6</c:v>
                </c:pt>
                <c:pt idx="30">
                  <c:v>0.6</c:v>
                </c:pt>
                <c:pt idx="31">
                  <c:v>0.8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1.2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1.2</c:v>
                </c:pt>
                <c:pt idx="55">
                  <c:v>1.2</c:v>
                </c:pt>
                <c:pt idx="56">
                  <c:v>1.2</c:v>
                </c:pt>
                <c:pt idx="57">
                  <c:v>1.2</c:v>
                </c:pt>
                <c:pt idx="58">
                  <c:v>1.2</c:v>
                </c:pt>
                <c:pt idx="59">
                  <c:v>1.2</c:v>
                </c:pt>
                <c:pt idx="60">
                  <c:v>1.4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1.6</c:v>
                </c:pt>
                <c:pt idx="68">
                  <c:v>1.8</c:v>
                </c:pt>
                <c:pt idx="69">
                  <c:v>1.8</c:v>
                </c:pt>
                <c:pt idx="70">
                  <c:v>1.8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2</c:v>
                </c:pt>
                <c:pt idx="87">
                  <c:v>2</c:v>
                </c:pt>
                <c:pt idx="88">
                  <c:v>2</c:v>
                </c:pt>
                <c:pt idx="89">
                  <c:v>2.2000000000000002</c:v>
                </c:pt>
                <c:pt idx="90">
                  <c:v>2.2000000000000002</c:v>
                </c:pt>
                <c:pt idx="91">
                  <c:v>2.2000000000000002</c:v>
                </c:pt>
                <c:pt idx="92">
                  <c:v>2.2000000000000002</c:v>
                </c:pt>
                <c:pt idx="93">
                  <c:v>2.4</c:v>
                </c:pt>
                <c:pt idx="94">
                  <c:v>2.4</c:v>
                </c:pt>
                <c:pt idx="95">
                  <c:v>2.6</c:v>
                </c:pt>
                <c:pt idx="96">
                  <c:v>2.6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3</c:v>
                </c:pt>
                <c:pt idx="106">
                  <c:v>3.2</c:v>
                </c:pt>
                <c:pt idx="107">
                  <c:v>3.2</c:v>
                </c:pt>
                <c:pt idx="108">
                  <c:v>3.2</c:v>
                </c:pt>
                <c:pt idx="109">
                  <c:v>3.2</c:v>
                </c:pt>
                <c:pt idx="110">
                  <c:v>3.2</c:v>
                </c:pt>
                <c:pt idx="111">
                  <c:v>3.2</c:v>
                </c:pt>
                <c:pt idx="112">
                  <c:v>3.2</c:v>
                </c:pt>
                <c:pt idx="113">
                  <c:v>3.2</c:v>
                </c:pt>
                <c:pt idx="114">
                  <c:v>3.2</c:v>
                </c:pt>
                <c:pt idx="115">
                  <c:v>3.2</c:v>
                </c:pt>
                <c:pt idx="116">
                  <c:v>3.2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3.4</c:v>
                </c:pt>
                <c:pt idx="123">
                  <c:v>3.6</c:v>
                </c:pt>
                <c:pt idx="124">
                  <c:v>3.6</c:v>
                </c:pt>
                <c:pt idx="125">
                  <c:v>3.6</c:v>
                </c:pt>
                <c:pt idx="126">
                  <c:v>3.8</c:v>
                </c:pt>
                <c:pt idx="127">
                  <c:v>3.8</c:v>
                </c:pt>
                <c:pt idx="128">
                  <c:v>4</c:v>
                </c:pt>
                <c:pt idx="129">
                  <c:v>4</c:v>
                </c:pt>
                <c:pt idx="130">
                  <c:v>4</c:v>
                </c:pt>
                <c:pt idx="131">
                  <c:v>4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4.8</c:v>
                </c:pt>
                <c:pt idx="143">
                  <c:v>4.8</c:v>
                </c:pt>
                <c:pt idx="144">
                  <c:v>4.8</c:v>
                </c:pt>
                <c:pt idx="145">
                  <c:v>4.8</c:v>
                </c:pt>
                <c:pt idx="146">
                  <c:v>4.8</c:v>
                </c:pt>
                <c:pt idx="147">
                  <c:v>4.8</c:v>
                </c:pt>
                <c:pt idx="148">
                  <c:v>4.8</c:v>
                </c:pt>
                <c:pt idx="149">
                  <c:v>4.8</c:v>
                </c:pt>
                <c:pt idx="150">
                  <c:v>4.8</c:v>
                </c:pt>
                <c:pt idx="151">
                  <c:v>4.8</c:v>
                </c:pt>
                <c:pt idx="152">
                  <c:v>4.8</c:v>
                </c:pt>
                <c:pt idx="153">
                  <c:v>4.8</c:v>
                </c:pt>
                <c:pt idx="154">
                  <c:v>4.8</c:v>
                </c:pt>
                <c:pt idx="155">
                  <c:v>4.8</c:v>
                </c:pt>
                <c:pt idx="156">
                  <c:v>5</c:v>
                </c:pt>
                <c:pt idx="157">
                  <c:v>5.2</c:v>
                </c:pt>
                <c:pt idx="158">
                  <c:v>5.2</c:v>
                </c:pt>
                <c:pt idx="159">
                  <c:v>5.2</c:v>
                </c:pt>
                <c:pt idx="160">
                  <c:v>5.2</c:v>
                </c:pt>
                <c:pt idx="161">
                  <c:v>5.2</c:v>
                </c:pt>
                <c:pt idx="162">
                  <c:v>5.2</c:v>
                </c:pt>
                <c:pt idx="163">
                  <c:v>5.4</c:v>
                </c:pt>
                <c:pt idx="164">
                  <c:v>5.6</c:v>
                </c:pt>
                <c:pt idx="165">
                  <c:v>5.6</c:v>
                </c:pt>
                <c:pt idx="166">
                  <c:v>5.6</c:v>
                </c:pt>
                <c:pt idx="167">
                  <c:v>5.8</c:v>
                </c:pt>
                <c:pt idx="168">
                  <c:v>5.8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</c:v>
                </c:pt>
                <c:pt idx="174">
                  <c:v>6</c:v>
                </c:pt>
                <c:pt idx="175">
                  <c:v>6.2</c:v>
                </c:pt>
                <c:pt idx="176">
                  <c:v>6.2</c:v>
                </c:pt>
                <c:pt idx="177">
                  <c:v>6.4</c:v>
                </c:pt>
                <c:pt idx="178">
                  <c:v>6.6</c:v>
                </c:pt>
                <c:pt idx="179">
                  <c:v>6.6</c:v>
                </c:pt>
                <c:pt idx="180">
                  <c:v>6.8</c:v>
                </c:pt>
                <c:pt idx="181">
                  <c:v>6.8</c:v>
                </c:pt>
                <c:pt idx="182">
                  <c:v>6.8</c:v>
                </c:pt>
                <c:pt idx="183">
                  <c:v>6.8</c:v>
                </c:pt>
                <c:pt idx="184">
                  <c:v>6.8</c:v>
                </c:pt>
                <c:pt idx="185">
                  <c:v>6.8</c:v>
                </c:pt>
                <c:pt idx="186">
                  <c:v>7</c:v>
                </c:pt>
                <c:pt idx="187">
                  <c:v>7.2</c:v>
                </c:pt>
                <c:pt idx="188">
                  <c:v>7.2</c:v>
                </c:pt>
                <c:pt idx="189">
                  <c:v>7.2</c:v>
                </c:pt>
                <c:pt idx="190">
                  <c:v>7.2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7.4</c:v>
                </c:pt>
                <c:pt idx="196">
                  <c:v>7.4</c:v>
                </c:pt>
                <c:pt idx="197">
                  <c:v>7.4</c:v>
                </c:pt>
                <c:pt idx="198">
                  <c:v>7.6</c:v>
                </c:pt>
                <c:pt idx="199">
                  <c:v>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8E1C-4EBF-931B-E440894CC5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Lucky Foot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save1!$EU$1416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save1!$EU$1417:$EU$1616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2.6</c:v>
                </c:pt>
                <c:pt idx="6">
                  <c:v>2.8</c:v>
                </c:pt>
                <c:pt idx="7">
                  <c:v>4.8</c:v>
                </c:pt>
                <c:pt idx="8">
                  <c:v>4.8</c:v>
                </c:pt>
                <c:pt idx="9">
                  <c:v>5.2</c:v>
                </c:pt>
                <c:pt idx="10">
                  <c:v>5.2</c:v>
                </c:pt>
                <c:pt idx="11">
                  <c:v>5.4</c:v>
                </c:pt>
                <c:pt idx="12">
                  <c:v>7</c:v>
                </c:pt>
                <c:pt idx="13">
                  <c:v>7.6</c:v>
                </c:pt>
                <c:pt idx="14">
                  <c:v>7.6</c:v>
                </c:pt>
                <c:pt idx="15">
                  <c:v>7.6</c:v>
                </c:pt>
                <c:pt idx="16">
                  <c:v>7.6</c:v>
                </c:pt>
                <c:pt idx="17">
                  <c:v>7.6</c:v>
                </c:pt>
                <c:pt idx="18">
                  <c:v>7.8</c:v>
                </c:pt>
                <c:pt idx="19">
                  <c:v>8.4</c:v>
                </c:pt>
                <c:pt idx="20">
                  <c:v>8.8000000000000007</c:v>
                </c:pt>
                <c:pt idx="21">
                  <c:v>8.8000000000000007</c:v>
                </c:pt>
                <c:pt idx="22">
                  <c:v>8.8000000000000007</c:v>
                </c:pt>
                <c:pt idx="23">
                  <c:v>9.4</c:v>
                </c:pt>
                <c:pt idx="24">
                  <c:v>10.199999999999999</c:v>
                </c:pt>
                <c:pt idx="25">
                  <c:v>10.4</c:v>
                </c:pt>
                <c:pt idx="26">
                  <c:v>10.4</c:v>
                </c:pt>
                <c:pt idx="27">
                  <c:v>10.4</c:v>
                </c:pt>
                <c:pt idx="28">
                  <c:v>10.4</c:v>
                </c:pt>
                <c:pt idx="29">
                  <c:v>10.4</c:v>
                </c:pt>
                <c:pt idx="30">
                  <c:v>11.8</c:v>
                </c:pt>
                <c:pt idx="31">
                  <c:v>11.8</c:v>
                </c:pt>
                <c:pt idx="32">
                  <c:v>11.8</c:v>
                </c:pt>
                <c:pt idx="33">
                  <c:v>12</c:v>
                </c:pt>
                <c:pt idx="34">
                  <c:v>12.6</c:v>
                </c:pt>
                <c:pt idx="35">
                  <c:v>13.2</c:v>
                </c:pt>
                <c:pt idx="36">
                  <c:v>14</c:v>
                </c:pt>
                <c:pt idx="37">
                  <c:v>15.2</c:v>
                </c:pt>
                <c:pt idx="38">
                  <c:v>15.2</c:v>
                </c:pt>
                <c:pt idx="39">
                  <c:v>15.4</c:v>
                </c:pt>
                <c:pt idx="40">
                  <c:v>16.2</c:v>
                </c:pt>
                <c:pt idx="41">
                  <c:v>18.2</c:v>
                </c:pt>
                <c:pt idx="42">
                  <c:v>18.399999999999999</c:v>
                </c:pt>
                <c:pt idx="43">
                  <c:v>18.399999999999999</c:v>
                </c:pt>
                <c:pt idx="44">
                  <c:v>18.8</c:v>
                </c:pt>
                <c:pt idx="45">
                  <c:v>19.2</c:v>
                </c:pt>
                <c:pt idx="46">
                  <c:v>19.2</c:v>
                </c:pt>
                <c:pt idx="47">
                  <c:v>19.8</c:v>
                </c:pt>
                <c:pt idx="48">
                  <c:v>20</c:v>
                </c:pt>
                <c:pt idx="49">
                  <c:v>21.8</c:v>
                </c:pt>
                <c:pt idx="50">
                  <c:v>22.2</c:v>
                </c:pt>
                <c:pt idx="51">
                  <c:v>22.4</c:v>
                </c:pt>
                <c:pt idx="52">
                  <c:v>22.6</c:v>
                </c:pt>
                <c:pt idx="53">
                  <c:v>23</c:v>
                </c:pt>
                <c:pt idx="54">
                  <c:v>23</c:v>
                </c:pt>
                <c:pt idx="55">
                  <c:v>23</c:v>
                </c:pt>
                <c:pt idx="56">
                  <c:v>23.2</c:v>
                </c:pt>
                <c:pt idx="57">
                  <c:v>24.6</c:v>
                </c:pt>
                <c:pt idx="58">
                  <c:v>25.8</c:v>
                </c:pt>
                <c:pt idx="59">
                  <c:v>26</c:v>
                </c:pt>
                <c:pt idx="60">
                  <c:v>26</c:v>
                </c:pt>
                <c:pt idx="61">
                  <c:v>26.6</c:v>
                </c:pt>
                <c:pt idx="62">
                  <c:v>27.4</c:v>
                </c:pt>
                <c:pt idx="63">
                  <c:v>28</c:v>
                </c:pt>
                <c:pt idx="64">
                  <c:v>28.2</c:v>
                </c:pt>
                <c:pt idx="65">
                  <c:v>28.6</c:v>
                </c:pt>
                <c:pt idx="66">
                  <c:v>28.6</c:v>
                </c:pt>
                <c:pt idx="67">
                  <c:v>30.8</c:v>
                </c:pt>
                <c:pt idx="68">
                  <c:v>31</c:v>
                </c:pt>
                <c:pt idx="69">
                  <c:v>31.8</c:v>
                </c:pt>
                <c:pt idx="70">
                  <c:v>32.6</c:v>
                </c:pt>
                <c:pt idx="71">
                  <c:v>32.6</c:v>
                </c:pt>
                <c:pt idx="72">
                  <c:v>33.4</c:v>
                </c:pt>
                <c:pt idx="73">
                  <c:v>33.4</c:v>
                </c:pt>
                <c:pt idx="74">
                  <c:v>33.4</c:v>
                </c:pt>
                <c:pt idx="75">
                  <c:v>33.6</c:v>
                </c:pt>
                <c:pt idx="76">
                  <c:v>34.200000000000003</c:v>
                </c:pt>
                <c:pt idx="77">
                  <c:v>34.200000000000003</c:v>
                </c:pt>
                <c:pt idx="78">
                  <c:v>34.6</c:v>
                </c:pt>
                <c:pt idx="79">
                  <c:v>35.4</c:v>
                </c:pt>
                <c:pt idx="80">
                  <c:v>35.6</c:v>
                </c:pt>
                <c:pt idx="81">
                  <c:v>35.799999999999997</c:v>
                </c:pt>
                <c:pt idx="82">
                  <c:v>36.200000000000003</c:v>
                </c:pt>
                <c:pt idx="83">
                  <c:v>36.799999999999997</c:v>
                </c:pt>
                <c:pt idx="84">
                  <c:v>36.799999999999997</c:v>
                </c:pt>
                <c:pt idx="85">
                  <c:v>38.6</c:v>
                </c:pt>
                <c:pt idx="86">
                  <c:v>38.6</c:v>
                </c:pt>
                <c:pt idx="87">
                  <c:v>39.4</c:v>
                </c:pt>
                <c:pt idx="88">
                  <c:v>40</c:v>
                </c:pt>
                <c:pt idx="89">
                  <c:v>40.200000000000003</c:v>
                </c:pt>
                <c:pt idx="90">
                  <c:v>41.2</c:v>
                </c:pt>
                <c:pt idx="91">
                  <c:v>41.8</c:v>
                </c:pt>
                <c:pt idx="92">
                  <c:v>42</c:v>
                </c:pt>
                <c:pt idx="93">
                  <c:v>43.4</c:v>
                </c:pt>
                <c:pt idx="94">
                  <c:v>43.4</c:v>
                </c:pt>
                <c:pt idx="95">
                  <c:v>43.4</c:v>
                </c:pt>
                <c:pt idx="96">
                  <c:v>44.4</c:v>
                </c:pt>
                <c:pt idx="97">
                  <c:v>45</c:v>
                </c:pt>
                <c:pt idx="98">
                  <c:v>45</c:v>
                </c:pt>
                <c:pt idx="99">
                  <c:v>45.6</c:v>
                </c:pt>
                <c:pt idx="100">
                  <c:v>46.4</c:v>
                </c:pt>
                <c:pt idx="101">
                  <c:v>47</c:v>
                </c:pt>
                <c:pt idx="102">
                  <c:v>48</c:v>
                </c:pt>
                <c:pt idx="103">
                  <c:v>48</c:v>
                </c:pt>
                <c:pt idx="104">
                  <c:v>48</c:v>
                </c:pt>
                <c:pt idx="105">
                  <c:v>48</c:v>
                </c:pt>
                <c:pt idx="106">
                  <c:v>48.6</c:v>
                </c:pt>
                <c:pt idx="107">
                  <c:v>48.8</c:v>
                </c:pt>
                <c:pt idx="108">
                  <c:v>49</c:v>
                </c:pt>
                <c:pt idx="109">
                  <c:v>49</c:v>
                </c:pt>
                <c:pt idx="110">
                  <c:v>49.8</c:v>
                </c:pt>
                <c:pt idx="111">
                  <c:v>50</c:v>
                </c:pt>
                <c:pt idx="112">
                  <c:v>50</c:v>
                </c:pt>
                <c:pt idx="113">
                  <c:v>51</c:v>
                </c:pt>
                <c:pt idx="114">
                  <c:v>51.2</c:v>
                </c:pt>
                <c:pt idx="115">
                  <c:v>51.2</c:v>
                </c:pt>
                <c:pt idx="116">
                  <c:v>51.6</c:v>
                </c:pt>
                <c:pt idx="117">
                  <c:v>53</c:v>
                </c:pt>
                <c:pt idx="118">
                  <c:v>54.4</c:v>
                </c:pt>
                <c:pt idx="119">
                  <c:v>56.2</c:v>
                </c:pt>
                <c:pt idx="120">
                  <c:v>56.4</c:v>
                </c:pt>
                <c:pt idx="121">
                  <c:v>56.4</c:v>
                </c:pt>
                <c:pt idx="122">
                  <c:v>57</c:v>
                </c:pt>
                <c:pt idx="123">
                  <c:v>57</c:v>
                </c:pt>
                <c:pt idx="124">
                  <c:v>57.2</c:v>
                </c:pt>
                <c:pt idx="125">
                  <c:v>57.4</c:v>
                </c:pt>
                <c:pt idx="126">
                  <c:v>57.4</c:v>
                </c:pt>
                <c:pt idx="127">
                  <c:v>58.2</c:v>
                </c:pt>
                <c:pt idx="128">
                  <c:v>58.4</c:v>
                </c:pt>
                <c:pt idx="129">
                  <c:v>59.2</c:v>
                </c:pt>
                <c:pt idx="130">
                  <c:v>59.2</c:v>
                </c:pt>
                <c:pt idx="131">
                  <c:v>59.2</c:v>
                </c:pt>
                <c:pt idx="132">
                  <c:v>59.6</c:v>
                </c:pt>
                <c:pt idx="133">
                  <c:v>59.6</c:v>
                </c:pt>
                <c:pt idx="134">
                  <c:v>60.8</c:v>
                </c:pt>
                <c:pt idx="135">
                  <c:v>61.4</c:v>
                </c:pt>
                <c:pt idx="136">
                  <c:v>61.4</c:v>
                </c:pt>
                <c:pt idx="137">
                  <c:v>61.6</c:v>
                </c:pt>
                <c:pt idx="138">
                  <c:v>61.6</c:v>
                </c:pt>
                <c:pt idx="139">
                  <c:v>62.4</c:v>
                </c:pt>
                <c:pt idx="140">
                  <c:v>62.4</c:v>
                </c:pt>
                <c:pt idx="141">
                  <c:v>62.8</c:v>
                </c:pt>
                <c:pt idx="142">
                  <c:v>62.8</c:v>
                </c:pt>
                <c:pt idx="143">
                  <c:v>62.8</c:v>
                </c:pt>
                <c:pt idx="144">
                  <c:v>62.8</c:v>
                </c:pt>
                <c:pt idx="145">
                  <c:v>63.8</c:v>
                </c:pt>
                <c:pt idx="146">
                  <c:v>67.2</c:v>
                </c:pt>
                <c:pt idx="147">
                  <c:v>67.8</c:v>
                </c:pt>
                <c:pt idx="148">
                  <c:v>68.8</c:v>
                </c:pt>
                <c:pt idx="149">
                  <c:v>70</c:v>
                </c:pt>
                <c:pt idx="150">
                  <c:v>70</c:v>
                </c:pt>
                <c:pt idx="151">
                  <c:v>71.8</c:v>
                </c:pt>
                <c:pt idx="152">
                  <c:v>72</c:v>
                </c:pt>
                <c:pt idx="153">
                  <c:v>73</c:v>
                </c:pt>
                <c:pt idx="154">
                  <c:v>74</c:v>
                </c:pt>
                <c:pt idx="155">
                  <c:v>74.8</c:v>
                </c:pt>
                <c:pt idx="156">
                  <c:v>75.400000000000006</c:v>
                </c:pt>
                <c:pt idx="157">
                  <c:v>77</c:v>
                </c:pt>
                <c:pt idx="158">
                  <c:v>77</c:v>
                </c:pt>
                <c:pt idx="159">
                  <c:v>78.599999999999994</c:v>
                </c:pt>
                <c:pt idx="160">
                  <c:v>80.2</c:v>
                </c:pt>
                <c:pt idx="161">
                  <c:v>80.599999999999994</c:v>
                </c:pt>
                <c:pt idx="162">
                  <c:v>81.2</c:v>
                </c:pt>
                <c:pt idx="163">
                  <c:v>81.2</c:v>
                </c:pt>
                <c:pt idx="164">
                  <c:v>81.400000000000006</c:v>
                </c:pt>
                <c:pt idx="165">
                  <c:v>82.2</c:v>
                </c:pt>
                <c:pt idx="166">
                  <c:v>84.2</c:v>
                </c:pt>
                <c:pt idx="167">
                  <c:v>84.2</c:v>
                </c:pt>
                <c:pt idx="168">
                  <c:v>84.6</c:v>
                </c:pt>
                <c:pt idx="169">
                  <c:v>85</c:v>
                </c:pt>
                <c:pt idx="170">
                  <c:v>85.2</c:v>
                </c:pt>
                <c:pt idx="171">
                  <c:v>85.6</c:v>
                </c:pt>
                <c:pt idx="172">
                  <c:v>86.4</c:v>
                </c:pt>
                <c:pt idx="173">
                  <c:v>86.4</c:v>
                </c:pt>
                <c:pt idx="174">
                  <c:v>87.2</c:v>
                </c:pt>
                <c:pt idx="175">
                  <c:v>87.4</c:v>
                </c:pt>
                <c:pt idx="176">
                  <c:v>87.6</c:v>
                </c:pt>
                <c:pt idx="177">
                  <c:v>88.2</c:v>
                </c:pt>
                <c:pt idx="178">
                  <c:v>88.6</c:v>
                </c:pt>
                <c:pt idx="179">
                  <c:v>89.4</c:v>
                </c:pt>
                <c:pt idx="180">
                  <c:v>89.6</c:v>
                </c:pt>
                <c:pt idx="181">
                  <c:v>89.6</c:v>
                </c:pt>
                <c:pt idx="182">
                  <c:v>90.2</c:v>
                </c:pt>
                <c:pt idx="183">
                  <c:v>91.2</c:v>
                </c:pt>
                <c:pt idx="184">
                  <c:v>91.4</c:v>
                </c:pt>
                <c:pt idx="185">
                  <c:v>91.4</c:v>
                </c:pt>
                <c:pt idx="186">
                  <c:v>93</c:v>
                </c:pt>
                <c:pt idx="187">
                  <c:v>93</c:v>
                </c:pt>
                <c:pt idx="188">
                  <c:v>94</c:v>
                </c:pt>
                <c:pt idx="189">
                  <c:v>94</c:v>
                </c:pt>
                <c:pt idx="190">
                  <c:v>94.6</c:v>
                </c:pt>
                <c:pt idx="191">
                  <c:v>95.2</c:v>
                </c:pt>
                <c:pt idx="192">
                  <c:v>97</c:v>
                </c:pt>
                <c:pt idx="193">
                  <c:v>97</c:v>
                </c:pt>
                <c:pt idx="194">
                  <c:v>97.6</c:v>
                </c:pt>
                <c:pt idx="195">
                  <c:v>97.6</c:v>
                </c:pt>
                <c:pt idx="196">
                  <c:v>97.6</c:v>
                </c:pt>
                <c:pt idx="197">
                  <c:v>97.6</c:v>
                </c:pt>
                <c:pt idx="198">
                  <c:v>98.8</c:v>
                </c:pt>
                <c:pt idx="199">
                  <c:v>99.2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AF-4D1D-8125-BD21E414C4E0}"/>
            </c:ext>
          </c:extLst>
        </c:ser>
        <c:ser>
          <c:idx val="1"/>
          <c:order val="1"/>
          <c:tx>
            <c:strRef>
              <c:f>save1!$EV$1416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save1!$EV$1417:$EV$1616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0.4</c:v>
                </c:pt>
                <c:pt idx="3">
                  <c:v>0.4</c:v>
                </c:pt>
                <c:pt idx="4">
                  <c:v>0.8</c:v>
                </c:pt>
                <c:pt idx="5">
                  <c:v>0.8</c:v>
                </c:pt>
                <c:pt idx="6">
                  <c:v>1.2</c:v>
                </c:pt>
                <c:pt idx="7">
                  <c:v>1.8</c:v>
                </c:pt>
                <c:pt idx="8">
                  <c:v>2.4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  <c:pt idx="15">
                  <c:v>3</c:v>
                </c:pt>
                <c:pt idx="16">
                  <c:v>3</c:v>
                </c:pt>
                <c:pt idx="17">
                  <c:v>3.2</c:v>
                </c:pt>
                <c:pt idx="18">
                  <c:v>3.2</c:v>
                </c:pt>
                <c:pt idx="19">
                  <c:v>3.8</c:v>
                </c:pt>
                <c:pt idx="20">
                  <c:v>3.8</c:v>
                </c:pt>
                <c:pt idx="21">
                  <c:v>3.8</c:v>
                </c:pt>
                <c:pt idx="22">
                  <c:v>3.8</c:v>
                </c:pt>
                <c:pt idx="23">
                  <c:v>4</c:v>
                </c:pt>
                <c:pt idx="24">
                  <c:v>4.4000000000000004</c:v>
                </c:pt>
                <c:pt idx="25">
                  <c:v>4.4000000000000004</c:v>
                </c:pt>
                <c:pt idx="26">
                  <c:v>4.5999999999999996</c:v>
                </c:pt>
                <c:pt idx="27">
                  <c:v>4.8</c:v>
                </c:pt>
                <c:pt idx="28">
                  <c:v>5.2</c:v>
                </c:pt>
                <c:pt idx="29">
                  <c:v>5.2</c:v>
                </c:pt>
                <c:pt idx="30">
                  <c:v>5.4</c:v>
                </c:pt>
                <c:pt idx="31">
                  <c:v>5.6</c:v>
                </c:pt>
                <c:pt idx="32">
                  <c:v>5.6</c:v>
                </c:pt>
                <c:pt idx="33">
                  <c:v>5.8</c:v>
                </c:pt>
                <c:pt idx="34">
                  <c:v>6</c:v>
                </c:pt>
                <c:pt idx="35">
                  <c:v>6</c:v>
                </c:pt>
                <c:pt idx="36">
                  <c:v>6.4</c:v>
                </c:pt>
                <c:pt idx="37">
                  <c:v>6.6</c:v>
                </c:pt>
                <c:pt idx="38">
                  <c:v>6.8</c:v>
                </c:pt>
                <c:pt idx="39">
                  <c:v>7.4</c:v>
                </c:pt>
                <c:pt idx="40">
                  <c:v>7.4</c:v>
                </c:pt>
                <c:pt idx="41">
                  <c:v>7.8</c:v>
                </c:pt>
                <c:pt idx="42">
                  <c:v>8</c:v>
                </c:pt>
                <c:pt idx="43">
                  <c:v>8.1999999999999993</c:v>
                </c:pt>
                <c:pt idx="44">
                  <c:v>8.4</c:v>
                </c:pt>
                <c:pt idx="45">
                  <c:v>8.6</c:v>
                </c:pt>
                <c:pt idx="46">
                  <c:v>8.8000000000000007</c:v>
                </c:pt>
                <c:pt idx="47">
                  <c:v>8.8000000000000007</c:v>
                </c:pt>
                <c:pt idx="48">
                  <c:v>9.4</c:v>
                </c:pt>
                <c:pt idx="49">
                  <c:v>9.4</c:v>
                </c:pt>
                <c:pt idx="50">
                  <c:v>9.8000000000000007</c:v>
                </c:pt>
                <c:pt idx="51">
                  <c:v>10</c:v>
                </c:pt>
                <c:pt idx="52">
                  <c:v>10.199999999999999</c:v>
                </c:pt>
                <c:pt idx="53">
                  <c:v>10.199999999999999</c:v>
                </c:pt>
                <c:pt idx="54">
                  <c:v>10.199999999999999</c:v>
                </c:pt>
                <c:pt idx="55">
                  <c:v>10.6</c:v>
                </c:pt>
                <c:pt idx="56">
                  <c:v>11</c:v>
                </c:pt>
                <c:pt idx="57">
                  <c:v>11</c:v>
                </c:pt>
                <c:pt idx="58">
                  <c:v>11.2</c:v>
                </c:pt>
                <c:pt idx="59">
                  <c:v>11.2</c:v>
                </c:pt>
                <c:pt idx="60">
                  <c:v>11.8</c:v>
                </c:pt>
                <c:pt idx="61">
                  <c:v>13</c:v>
                </c:pt>
                <c:pt idx="62">
                  <c:v>13.2</c:v>
                </c:pt>
                <c:pt idx="63">
                  <c:v>13.6</c:v>
                </c:pt>
                <c:pt idx="64">
                  <c:v>14.2</c:v>
                </c:pt>
                <c:pt idx="65">
                  <c:v>14.2</c:v>
                </c:pt>
                <c:pt idx="66">
                  <c:v>14.2</c:v>
                </c:pt>
                <c:pt idx="67">
                  <c:v>14.6</c:v>
                </c:pt>
                <c:pt idx="68">
                  <c:v>14.8</c:v>
                </c:pt>
                <c:pt idx="69">
                  <c:v>15</c:v>
                </c:pt>
                <c:pt idx="70">
                  <c:v>15</c:v>
                </c:pt>
                <c:pt idx="71">
                  <c:v>15</c:v>
                </c:pt>
                <c:pt idx="72">
                  <c:v>15.2</c:v>
                </c:pt>
                <c:pt idx="73">
                  <c:v>15.2</c:v>
                </c:pt>
                <c:pt idx="74">
                  <c:v>15.2</c:v>
                </c:pt>
                <c:pt idx="75">
                  <c:v>15.2</c:v>
                </c:pt>
                <c:pt idx="76">
                  <c:v>15.4</c:v>
                </c:pt>
                <c:pt idx="77">
                  <c:v>15.6</c:v>
                </c:pt>
                <c:pt idx="78">
                  <c:v>16.2</c:v>
                </c:pt>
                <c:pt idx="79">
                  <c:v>16.8</c:v>
                </c:pt>
                <c:pt idx="80">
                  <c:v>16.8</c:v>
                </c:pt>
                <c:pt idx="81">
                  <c:v>16.8</c:v>
                </c:pt>
                <c:pt idx="82">
                  <c:v>17.2</c:v>
                </c:pt>
                <c:pt idx="83">
                  <c:v>17.8</c:v>
                </c:pt>
                <c:pt idx="84">
                  <c:v>18</c:v>
                </c:pt>
                <c:pt idx="85">
                  <c:v>18.2</c:v>
                </c:pt>
                <c:pt idx="86">
                  <c:v>18.2</c:v>
                </c:pt>
                <c:pt idx="87">
                  <c:v>18.2</c:v>
                </c:pt>
                <c:pt idx="88">
                  <c:v>18.2</c:v>
                </c:pt>
                <c:pt idx="89">
                  <c:v>18.2</c:v>
                </c:pt>
                <c:pt idx="90">
                  <c:v>18.8</c:v>
                </c:pt>
                <c:pt idx="91">
                  <c:v>18.8</c:v>
                </c:pt>
                <c:pt idx="92">
                  <c:v>18.8</c:v>
                </c:pt>
                <c:pt idx="93">
                  <c:v>19</c:v>
                </c:pt>
                <c:pt idx="94">
                  <c:v>19</c:v>
                </c:pt>
                <c:pt idx="95">
                  <c:v>19</c:v>
                </c:pt>
                <c:pt idx="96">
                  <c:v>19</c:v>
                </c:pt>
                <c:pt idx="97">
                  <c:v>19</c:v>
                </c:pt>
                <c:pt idx="98">
                  <c:v>19.2</c:v>
                </c:pt>
                <c:pt idx="99">
                  <c:v>19.2</c:v>
                </c:pt>
                <c:pt idx="100">
                  <c:v>19.8</c:v>
                </c:pt>
                <c:pt idx="101">
                  <c:v>19.8</c:v>
                </c:pt>
                <c:pt idx="102">
                  <c:v>20</c:v>
                </c:pt>
                <c:pt idx="103">
                  <c:v>20</c:v>
                </c:pt>
                <c:pt idx="104">
                  <c:v>20.2</c:v>
                </c:pt>
                <c:pt idx="105">
                  <c:v>20.399999999999999</c:v>
                </c:pt>
                <c:pt idx="106">
                  <c:v>20.399999999999999</c:v>
                </c:pt>
                <c:pt idx="107">
                  <c:v>20.399999999999999</c:v>
                </c:pt>
                <c:pt idx="108">
                  <c:v>20.399999999999999</c:v>
                </c:pt>
                <c:pt idx="109">
                  <c:v>20.399999999999999</c:v>
                </c:pt>
                <c:pt idx="110">
                  <c:v>20.6</c:v>
                </c:pt>
                <c:pt idx="111">
                  <c:v>20.6</c:v>
                </c:pt>
                <c:pt idx="112">
                  <c:v>20.6</c:v>
                </c:pt>
                <c:pt idx="113">
                  <c:v>21</c:v>
                </c:pt>
                <c:pt idx="114">
                  <c:v>21</c:v>
                </c:pt>
                <c:pt idx="115">
                  <c:v>21.2</c:v>
                </c:pt>
                <c:pt idx="116">
                  <c:v>21.2</c:v>
                </c:pt>
                <c:pt idx="117">
                  <c:v>21.6</c:v>
                </c:pt>
                <c:pt idx="118">
                  <c:v>21.8</c:v>
                </c:pt>
                <c:pt idx="119">
                  <c:v>22.2</c:v>
                </c:pt>
                <c:pt idx="120">
                  <c:v>22.4</c:v>
                </c:pt>
                <c:pt idx="121">
                  <c:v>22.4</c:v>
                </c:pt>
                <c:pt idx="122">
                  <c:v>22.8</c:v>
                </c:pt>
                <c:pt idx="123">
                  <c:v>23</c:v>
                </c:pt>
                <c:pt idx="124">
                  <c:v>23</c:v>
                </c:pt>
                <c:pt idx="125">
                  <c:v>23.6</c:v>
                </c:pt>
                <c:pt idx="126">
                  <c:v>23.8</c:v>
                </c:pt>
                <c:pt idx="127">
                  <c:v>23.8</c:v>
                </c:pt>
                <c:pt idx="128">
                  <c:v>24</c:v>
                </c:pt>
                <c:pt idx="129">
                  <c:v>24</c:v>
                </c:pt>
                <c:pt idx="130">
                  <c:v>24</c:v>
                </c:pt>
                <c:pt idx="131">
                  <c:v>24</c:v>
                </c:pt>
                <c:pt idx="132">
                  <c:v>24.4</c:v>
                </c:pt>
                <c:pt idx="133">
                  <c:v>24.6</c:v>
                </c:pt>
                <c:pt idx="134">
                  <c:v>24.6</c:v>
                </c:pt>
                <c:pt idx="135">
                  <c:v>24.6</c:v>
                </c:pt>
                <c:pt idx="136">
                  <c:v>24.6</c:v>
                </c:pt>
                <c:pt idx="137">
                  <c:v>24.6</c:v>
                </c:pt>
                <c:pt idx="138">
                  <c:v>24.8</c:v>
                </c:pt>
                <c:pt idx="139">
                  <c:v>25</c:v>
                </c:pt>
                <c:pt idx="140">
                  <c:v>25</c:v>
                </c:pt>
                <c:pt idx="141">
                  <c:v>25.2</c:v>
                </c:pt>
                <c:pt idx="142">
                  <c:v>25.6</c:v>
                </c:pt>
                <c:pt idx="143">
                  <c:v>25.6</c:v>
                </c:pt>
                <c:pt idx="144">
                  <c:v>25.8</c:v>
                </c:pt>
                <c:pt idx="145">
                  <c:v>26</c:v>
                </c:pt>
                <c:pt idx="146">
                  <c:v>26.6</c:v>
                </c:pt>
                <c:pt idx="147">
                  <c:v>26.8</c:v>
                </c:pt>
                <c:pt idx="148">
                  <c:v>26.8</c:v>
                </c:pt>
                <c:pt idx="149">
                  <c:v>26.8</c:v>
                </c:pt>
                <c:pt idx="150">
                  <c:v>26.8</c:v>
                </c:pt>
                <c:pt idx="151">
                  <c:v>27.4</c:v>
                </c:pt>
                <c:pt idx="152">
                  <c:v>28</c:v>
                </c:pt>
                <c:pt idx="153">
                  <c:v>28.2</c:v>
                </c:pt>
                <c:pt idx="154">
                  <c:v>28.8</c:v>
                </c:pt>
                <c:pt idx="155">
                  <c:v>29.2</c:v>
                </c:pt>
                <c:pt idx="156">
                  <c:v>29.2</c:v>
                </c:pt>
                <c:pt idx="157">
                  <c:v>30</c:v>
                </c:pt>
                <c:pt idx="158">
                  <c:v>30.6</c:v>
                </c:pt>
                <c:pt idx="159">
                  <c:v>30.8</c:v>
                </c:pt>
                <c:pt idx="160">
                  <c:v>30.8</c:v>
                </c:pt>
                <c:pt idx="161">
                  <c:v>31.2</c:v>
                </c:pt>
                <c:pt idx="162">
                  <c:v>31.4</c:v>
                </c:pt>
                <c:pt idx="163">
                  <c:v>31.4</c:v>
                </c:pt>
                <c:pt idx="164">
                  <c:v>31.4</c:v>
                </c:pt>
                <c:pt idx="165">
                  <c:v>31.4</c:v>
                </c:pt>
                <c:pt idx="166">
                  <c:v>32.4</c:v>
                </c:pt>
                <c:pt idx="167">
                  <c:v>32.4</c:v>
                </c:pt>
                <c:pt idx="168">
                  <c:v>33.4</c:v>
                </c:pt>
                <c:pt idx="169">
                  <c:v>33.4</c:v>
                </c:pt>
                <c:pt idx="170">
                  <c:v>33.4</c:v>
                </c:pt>
                <c:pt idx="171">
                  <c:v>33.6</c:v>
                </c:pt>
                <c:pt idx="172">
                  <c:v>33.6</c:v>
                </c:pt>
                <c:pt idx="173">
                  <c:v>33.6</c:v>
                </c:pt>
                <c:pt idx="174">
                  <c:v>33.799999999999997</c:v>
                </c:pt>
                <c:pt idx="175">
                  <c:v>34</c:v>
                </c:pt>
                <c:pt idx="176">
                  <c:v>34.200000000000003</c:v>
                </c:pt>
                <c:pt idx="177">
                  <c:v>34.799999999999997</c:v>
                </c:pt>
                <c:pt idx="178">
                  <c:v>34.799999999999997</c:v>
                </c:pt>
                <c:pt idx="179">
                  <c:v>35.200000000000003</c:v>
                </c:pt>
                <c:pt idx="180">
                  <c:v>35.200000000000003</c:v>
                </c:pt>
                <c:pt idx="181">
                  <c:v>35.200000000000003</c:v>
                </c:pt>
                <c:pt idx="182">
                  <c:v>35.6</c:v>
                </c:pt>
                <c:pt idx="183">
                  <c:v>35.6</c:v>
                </c:pt>
                <c:pt idx="184">
                  <c:v>35.6</c:v>
                </c:pt>
                <c:pt idx="185">
                  <c:v>35.6</c:v>
                </c:pt>
                <c:pt idx="186">
                  <c:v>36</c:v>
                </c:pt>
                <c:pt idx="187">
                  <c:v>36</c:v>
                </c:pt>
                <c:pt idx="188">
                  <c:v>36.4</c:v>
                </c:pt>
                <c:pt idx="189">
                  <c:v>37.200000000000003</c:v>
                </c:pt>
                <c:pt idx="190">
                  <c:v>37.6</c:v>
                </c:pt>
                <c:pt idx="191">
                  <c:v>37.6</c:v>
                </c:pt>
                <c:pt idx="192">
                  <c:v>38</c:v>
                </c:pt>
                <c:pt idx="193">
                  <c:v>38</c:v>
                </c:pt>
                <c:pt idx="194">
                  <c:v>38.4</c:v>
                </c:pt>
                <c:pt idx="195">
                  <c:v>38.6</c:v>
                </c:pt>
                <c:pt idx="196">
                  <c:v>38.6</c:v>
                </c:pt>
                <c:pt idx="197">
                  <c:v>38.6</c:v>
                </c:pt>
                <c:pt idx="198">
                  <c:v>38.799999999999997</c:v>
                </c:pt>
                <c:pt idx="199">
                  <c:v>39.4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AF-4D1D-8125-BD21E414C4E0}"/>
            </c:ext>
          </c:extLst>
        </c:ser>
        <c:ser>
          <c:idx val="2"/>
          <c:order val="2"/>
          <c:tx>
            <c:strRef>
              <c:f>save1!$EW$1416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save1!$EW$1417:$EW$1616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1</c:v>
                </c:pt>
                <c:pt idx="8">
                  <c:v>1</c:v>
                </c:pt>
                <c:pt idx="9">
                  <c:v>1.2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1.2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1.2</c:v>
                </c:pt>
                <c:pt idx="18">
                  <c:v>1.2</c:v>
                </c:pt>
                <c:pt idx="19">
                  <c:v>1.4</c:v>
                </c:pt>
                <c:pt idx="20">
                  <c:v>1.4</c:v>
                </c:pt>
                <c:pt idx="21">
                  <c:v>1.8</c:v>
                </c:pt>
                <c:pt idx="22">
                  <c:v>1.8</c:v>
                </c:pt>
                <c:pt idx="23">
                  <c:v>1.8</c:v>
                </c:pt>
                <c:pt idx="24">
                  <c:v>2</c:v>
                </c:pt>
                <c:pt idx="25">
                  <c:v>2.2000000000000002</c:v>
                </c:pt>
                <c:pt idx="26">
                  <c:v>2.4</c:v>
                </c:pt>
                <c:pt idx="27">
                  <c:v>2.6</c:v>
                </c:pt>
                <c:pt idx="28">
                  <c:v>2.4</c:v>
                </c:pt>
                <c:pt idx="29">
                  <c:v>2.4</c:v>
                </c:pt>
                <c:pt idx="30">
                  <c:v>2.8</c:v>
                </c:pt>
                <c:pt idx="31">
                  <c:v>3</c:v>
                </c:pt>
                <c:pt idx="32">
                  <c:v>3.2</c:v>
                </c:pt>
                <c:pt idx="33">
                  <c:v>3.8</c:v>
                </c:pt>
                <c:pt idx="34">
                  <c:v>4.2</c:v>
                </c:pt>
                <c:pt idx="35">
                  <c:v>4.2</c:v>
                </c:pt>
                <c:pt idx="36">
                  <c:v>4.4000000000000004</c:v>
                </c:pt>
                <c:pt idx="37">
                  <c:v>4.2</c:v>
                </c:pt>
                <c:pt idx="38">
                  <c:v>4.4000000000000004</c:v>
                </c:pt>
                <c:pt idx="39">
                  <c:v>4.4000000000000004</c:v>
                </c:pt>
                <c:pt idx="40">
                  <c:v>4.4000000000000004</c:v>
                </c:pt>
                <c:pt idx="41">
                  <c:v>4.4000000000000004</c:v>
                </c:pt>
                <c:pt idx="42">
                  <c:v>4.4000000000000004</c:v>
                </c:pt>
                <c:pt idx="43">
                  <c:v>4</c:v>
                </c:pt>
                <c:pt idx="44">
                  <c:v>4.4000000000000004</c:v>
                </c:pt>
                <c:pt idx="45">
                  <c:v>5</c:v>
                </c:pt>
                <c:pt idx="46">
                  <c:v>5.2</c:v>
                </c:pt>
                <c:pt idx="47">
                  <c:v>5.6</c:v>
                </c:pt>
                <c:pt idx="48">
                  <c:v>5.8</c:v>
                </c:pt>
                <c:pt idx="49">
                  <c:v>6</c:v>
                </c:pt>
                <c:pt idx="50">
                  <c:v>6.2</c:v>
                </c:pt>
                <c:pt idx="51">
                  <c:v>6.4</c:v>
                </c:pt>
                <c:pt idx="52">
                  <c:v>6.4</c:v>
                </c:pt>
                <c:pt idx="53">
                  <c:v>6.8</c:v>
                </c:pt>
                <c:pt idx="54">
                  <c:v>6.8</c:v>
                </c:pt>
                <c:pt idx="55">
                  <c:v>7</c:v>
                </c:pt>
                <c:pt idx="56">
                  <c:v>7</c:v>
                </c:pt>
                <c:pt idx="57">
                  <c:v>7.2</c:v>
                </c:pt>
                <c:pt idx="58">
                  <c:v>7.6</c:v>
                </c:pt>
                <c:pt idx="59">
                  <c:v>7.6</c:v>
                </c:pt>
                <c:pt idx="60">
                  <c:v>7.6</c:v>
                </c:pt>
                <c:pt idx="61">
                  <c:v>7.6</c:v>
                </c:pt>
                <c:pt idx="62">
                  <c:v>7.4</c:v>
                </c:pt>
                <c:pt idx="63">
                  <c:v>7.4</c:v>
                </c:pt>
                <c:pt idx="64">
                  <c:v>7.4</c:v>
                </c:pt>
                <c:pt idx="65">
                  <c:v>7.2</c:v>
                </c:pt>
                <c:pt idx="66">
                  <c:v>7.4</c:v>
                </c:pt>
                <c:pt idx="67">
                  <c:v>7.4</c:v>
                </c:pt>
                <c:pt idx="68">
                  <c:v>7.4</c:v>
                </c:pt>
                <c:pt idx="69">
                  <c:v>7.4</c:v>
                </c:pt>
                <c:pt idx="70">
                  <c:v>7.4</c:v>
                </c:pt>
                <c:pt idx="71">
                  <c:v>7.2</c:v>
                </c:pt>
                <c:pt idx="72">
                  <c:v>7.4</c:v>
                </c:pt>
                <c:pt idx="73">
                  <c:v>7.6</c:v>
                </c:pt>
                <c:pt idx="74">
                  <c:v>7.8</c:v>
                </c:pt>
                <c:pt idx="75">
                  <c:v>7.8</c:v>
                </c:pt>
                <c:pt idx="76">
                  <c:v>8</c:v>
                </c:pt>
                <c:pt idx="77">
                  <c:v>8.6</c:v>
                </c:pt>
                <c:pt idx="78">
                  <c:v>8.4</c:v>
                </c:pt>
                <c:pt idx="79">
                  <c:v>8.1999999999999993</c:v>
                </c:pt>
                <c:pt idx="80">
                  <c:v>8</c:v>
                </c:pt>
                <c:pt idx="81">
                  <c:v>8</c:v>
                </c:pt>
                <c:pt idx="82">
                  <c:v>7.8</c:v>
                </c:pt>
                <c:pt idx="83">
                  <c:v>7.4</c:v>
                </c:pt>
                <c:pt idx="84">
                  <c:v>7.4</c:v>
                </c:pt>
                <c:pt idx="85">
                  <c:v>7.2</c:v>
                </c:pt>
                <c:pt idx="86">
                  <c:v>6.6</c:v>
                </c:pt>
                <c:pt idx="87">
                  <c:v>6.8</c:v>
                </c:pt>
                <c:pt idx="88">
                  <c:v>7.2</c:v>
                </c:pt>
                <c:pt idx="89">
                  <c:v>7</c:v>
                </c:pt>
                <c:pt idx="90">
                  <c:v>7</c:v>
                </c:pt>
                <c:pt idx="91">
                  <c:v>7.4</c:v>
                </c:pt>
                <c:pt idx="92">
                  <c:v>7.6</c:v>
                </c:pt>
                <c:pt idx="93">
                  <c:v>7.6</c:v>
                </c:pt>
                <c:pt idx="94">
                  <c:v>8.1999999999999993</c:v>
                </c:pt>
                <c:pt idx="95">
                  <c:v>8.1999999999999993</c:v>
                </c:pt>
                <c:pt idx="96">
                  <c:v>8.1999999999999993</c:v>
                </c:pt>
                <c:pt idx="97">
                  <c:v>8.1999999999999993</c:v>
                </c:pt>
                <c:pt idx="98">
                  <c:v>8.4</c:v>
                </c:pt>
                <c:pt idx="99">
                  <c:v>8</c:v>
                </c:pt>
                <c:pt idx="100">
                  <c:v>8.1999999999999993</c:v>
                </c:pt>
                <c:pt idx="101">
                  <c:v>8</c:v>
                </c:pt>
                <c:pt idx="102">
                  <c:v>7.8</c:v>
                </c:pt>
                <c:pt idx="103">
                  <c:v>8</c:v>
                </c:pt>
                <c:pt idx="104">
                  <c:v>8.1999999999999993</c:v>
                </c:pt>
                <c:pt idx="105">
                  <c:v>8</c:v>
                </c:pt>
                <c:pt idx="106">
                  <c:v>8</c:v>
                </c:pt>
                <c:pt idx="107">
                  <c:v>7.6</c:v>
                </c:pt>
                <c:pt idx="108">
                  <c:v>7.6</c:v>
                </c:pt>
                <c:pt idx="109">
                  <c:v>7.6</c:v>
                </c:pt>
                <c:pt idx="110">
                  <c:v>7.8</c:v>
                </c:pt>
                <c:pt idx="111">
                  <c:v>7.8</c:v>
                </c:pt>
                <c:pt idx="112">
                  <c:v>7.6</c:v>
                </c:pt>
                <c:pt idx="113">
                  <c:v>7.4</c:v>
                </c:pt>
                <c:pt idx="114">
                  <c:v>7.4</c:v>
                </c:pt>
                <c:pt idx="115">
                  <c:v>7.6</c:v>
                </c:pt>
                <c:pt idx="116">
                  <c:v>7.6</c:v>
                </c:pt>
                <c:pt idx="117">
                  <c:v>7.4</c:v>
                </c:pt>
                <c:pt idx="118">
                  <c:v>7.6</c:v>
                </c:pt>
                <c:pt idx="119">
                  <c:v>7.6</c:v>
                </c:pt>
                <c:pt idx="120">
                  <c:v>7.4</c:v>
                </c:pt>
                <c:pt idx="121">
                  <c:v>7.4</c:v>
                </c:pt>
                <c:pt idx="122">
                  <c:v>7.4</c:v>
                </c:pt>
                <c:pt idx="123">
                  <c:v>7.4</c:v>
                </c:pt>
                <c:pt idx="124">
                  <c:v>7.4</c:v>
                </c:pt>
                <c:pt idx="125">
                  <c:v>7.2</c:v>
                </c:pt>
                <c:pt idx="126">
                  <c:v>7.6</c:v>
                </c:pt>
                <c:pt idx="127">
                  <c:v>7.6</c:v>
                </c:pt>
                <c:pt idx="128">
                  <c:v>7.6</c:v>
                </c:pt>
                <c:pt idx="129">
                  <c:v>7.6</c:v>
                </c:pt>
                <c:pt idx="130">
                  <c:v>7.6</c:v>
                </c:pt>
                <c:pt idx="131">
                  <c:v>7.8</c:v>
                </c:pt>
                <c:pt idx="132">
                  <c:v>7.8</c:v>
                </c:pt>
                <c:pt idx="133">
                  <c:v>8</c:v>
                </c:pt>
                <c:pt idx="134">
                  <c:v>8</c:v>
                </c:pt>
                <c:pt idx="135">
                  <c:v>8.1999999999999993</c:v>
                </c:pt>
                <c:pt idx="136">
                  <c:v>8.1999999999999993</c:v>
                </c:pt>
                <c:pt idx="137">
                  <c:v>8.1999999999999993</c:v>
                </c:pt>
                <c:pt idx="138">
                  <c:v>8.4</c:v>
                </c:pt>
                <c:pt idx="139">
                  <c:v>8.1999999999999993</c:v>
                </c:pt>
                <c:pt idx="140">
                  <c:v>8.4</c:v>
                </c:pt>
                <c:pt idx="141">
                  <c:v>8.4</c:v>
                </c:pt>
                <c:pt idx="142">
                  <c:v>8.4</c:v>
                </c:pt>
                <c:pt idx="143">
                  <c:v>8.4</c:v>
                </c:pt>
                <c:pt idx="144">
                  <c:v>8.4</c:v>
                </c:pt>
                <c:pt idx="145">
                  <c:v>8.1999999999999993</c:v>
                </c:pt>
                <c:pt idx="146">
                  <c:v>8.1999999999999993</c:v>
                </c:pt>
                <c:pt idx="147">
                  <c:v>8.1999999999999993</c:v>
                </c:pt>
                <c:pt idx="148">
                  <c:v>8.1999999999999993</c:v>
                </c:pt>
                <c:pt idx="149">
                  <c:v>8.1999999999999993</c:v>
                </c:pt>
                <c:pt idx="150">
                  <c:v>8</c:v>
                </c:pt>
                <c:pt idx="151">
                  <c:v>8.1999999999999993</c:v>
                </c:pt>
                <c:pt idx="152">
                  <c:v>8.1999999999999993</c:v>
                </c:pt>
                <c:pt idx="153">
                  <c:v>8.6</c:v>
                </c:pt>
                <c:pt idx="154">
                  <c:v>8.8000000000000007</c:v>
                </c:pt>
                <c:pt idx="155">
                  <c:v>8.8000000000000007</c:v>
                </c:pt>
                <c:pt idx="156">
                  <c:v>8.8000000000000007</c:v>
                </c:pt>
                <c:pt idx="157">
                  <c:v>8.6</c:v>
                </c:pt>
                <c:pt idx="158">
                  <c:v>8.4</c:v>
                </c:pt>
                <c:pt idx="159">
                  <c:v>8.1999999999999993</c:v>
                </c:pt>
                <c:pt idx="160">
                  <c:v>8.1999999999999993</c:v>
                </c:pt>
                <c:pt idx="161">
                  <c:v>8.6</c:v>
                </c:pt>
                <c:pt idx="162">
                  <c:v>8.4</c:v>
                </c:pt>
                <c:pt idx="163">
                  <c:v>8.4</c:v>
                </c:pt>
                <c:pt idx="164">
                  <c:v>8.1999999999999993</c:v>
                </c:pt>
                <c:pt idx="165">
                  <c:v>8.6</c:v>
                </c:pt>
                <c:pt idx="166">
                  <c:v>8.4</c:v>
                </c:pt>
                <c:pt idx="167">
                  <c:v>8.4</c:v>
                </c:pt>
                <c:pt idx="168">
                  <c:v>8.6</c:v>
                </c:pt>
                <c:pt idx="169">
                  <c:v>9</c:v>
                </c:pt>
                <c:pt idx="170">
                  <c:v>9.1999999999999993</c:v>
                </c:pt>
                <c:pt idx="171">
                  <c:v>9.4</c:v>
                </c:pt>
                <c:pt idx="172">
                  <c:v>9.4</c:v>
                </c:pt>
                <c:pt idx="173">
                  <c:v>9.4</c:v>
                </c:pt>
                <c:pt idx="174">
                  <c:v>9.1999999999999993</c:v>
                </c:pt>
                <c:pt idx="175">
                  <c:v>9.4</c:v>
                </c:pt>
                <c:pt idx="176">
                  <c:v>9.8000000000000007</c:v>
                </c:pt>
                <c:pt idx="177">
                  <c:v>9.8000000000000007</c:v>
                </c:pt>
                <c:pt idx="178">
                  <c:v>9.8000000000000007</c:v>
                </c:pt>
                <c:pt idx="179">
                  <c:v>9.6</c:v>
                </c:pt>
                <c:pt idx="180">
                  <c:v>9.8000000000000007</c:v>
                </c:pt>
                <c:pt idx="181">
                  <c:v>9.8000000000000007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9.8000000000000007</c:v>
                </c:pt>
                <c:pt idx="189">
                  <c:v>9.8000000000000007</c:v>
                </c:pt>
                <c:pt idx="190">
                  <c:v>9.8000000000000007</c:v>
                </c:pt>
                <c:pt idx="191">
                  <c:v>9.6</c:v>
                </c:pt>
                <c:pt idx="192">
                  <c:v>9.6</c:v>
                </c:pt>
                <c:pt idx="193">
                  <c:v>9.6</c:v>
                </c:pt>
                <c:pt idx="194">
                  <c:v>9.4</c:v>
                </c:pt>
                <c:pt idx="195">
                  <c:v>9.6</c:v>
                </c:pt>
                <c:pt idx="196">
                  <c:v>9.8000000000000007</c:v>
                </c:pt>
                <c:pt idx="197">
                  <c:v>10.199999999999999</c:v>
                </c:pt>
                <c:pt idx="198">
                  <c:v>10.199999999999999</c:v>
                </c:pt>
                <c:pt idx="199">
                  <c:v>10.199999999999999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AF-4D1D-8125-BD21E414C4E0}"/>
            </c:ext>
          </c:extLst>
        </c:ser>
        <c:ser>
          <c:idx val="3"/>
          <c:order val="3"/>
          <c:tx>
            <c:strRef>
              <c:f>save1!$EX$1416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save1!$EX$1417:$EX$1616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0.4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1</c:v>
                </c:pt>
                <c:pt idx="11">
                  <c:v>1.4</c:v>
                </c:pt>
                <c:pt idx="12">
                  <c:v>2.2000000000000002</c:v>
                </c:pt>
                <c:pt idx="13">
                  <c:v>2.2000000000000002</c:v>
                </c:pt>
                <c:pt idx="14">
                  <c:v>2.2000000000000002</c:v>
                </c:pt>
                <c:pt idx="15">
                  <c:v>2.2000000000000002</c:v>
                </c:pt>
                <c:pt idx="16">
                  <c:v>2.4</c:v>
                </c:pt>
                <c:pt idx="17">
                  <c:v>2.4</c:v>
                </c:pt>
                <c:pt idx="18">
                  <c:v>2.6</c:v>
                </c:pt>
                <c:pt idx="19">
                  <c:v>3</c:v>
                </c:pt>
                <c:pt idx="20">
                  <c:v>3.2</c:v>
                </c:pt>
                <c:pt idx="21">
                  <c:v>3.6</c:v>
                </c:pt>
                <c:pt idx="22">
                  <c:v>3.8</c:v>
                </c:pt>
                <c:pt idx="23">
                  <c:v>4.2</c:v>
                </c:pt>
                <c:pt idx="24">
                  <c:v>4.8</c:v>
                </c:pt>
                <c:pt idx="25">
                  <c:v>4.8</c:v>
                </c:pt>
                <c:pt idx="26">
                  <c:v>4.8</c:v>
                </c:pt>
                <c:pt idx="27">
                  <c:v>5</c:v>
                </c:pt>
                <c:pt idx="28">
                  <c:v>5</c:v>
                </c:pt>
                <c:pt idx="29">
                  <c:v>5.2</c:v>
                </c:pt>
                <c:pt idx="30">
                  <c:v>6.2</c:v>
                </c:pt>
                <c:pt idx="31">
                  <c:v>6.2</c:v>
                </c:pt>
                <c:pt idx="32">
                  <c:v>6.4</c:v>
                </c:pt>
                <c:pt idx="33">
                  <c:v>6.6</c:v>
                </c:pt>
                <c:pt idx="34">
                  <c:v>6.6</c:v>
                </c:pt>
                <c:pt idx="35">
                  <c:v>7</c:v>
                </c:pt>
                <c:pt idx="36">
                  <c:v>7.4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8.1999999999999993</c:v>
                </c:pt>
                <c:pt idx="42">
                  <c:v>8.8000000000000007</c:v>
                </c:pt>
                <c:pt idx="43">
                  <c:v>8.8000000000000007</c:v>
                </c:pt>
                <c:pt idx="44">
                  <c:v>9.1999999999999993</c:v>
                </c:pt>
                <c:pt idx="45">
                  <c:v>9.4</c:v>
                </c:pt>
                <c:pt idx="46">
                  <c:v>9.4</c:v>
                </c:pt>
                <c:pt idx="47">
                  <c:v>9.6</c:v>
                </c:pt>
                <c:pt idx="48">
                  <c:v>9.8000000000000007</c:v>
                </c:pt>
                <c:pt idx="49">
                  <c:v>10.199999999999999</c:v>
                </c:pt>
                <c:pt idx="50">
                  <c:v>10.8</c:v>
                </c:pt>
                <c:pt idx="51">
                  <c:v>11.2</c:v>
                </c:pt>
                <c:pt idx="52">
                  <c:v>11.4</c:v>
                </c:pt>
                <c:pt idx="53">
                  <c:v>11.6</c:v>
                </c:pt>
                <c:pt idx="54">
                  <c:v>11.6</c:v>
                </c:pt>
                <c:pt idx="55">
                  <c:v>11.8</c:v>
                </c:pt>
                <c:pt idx="56">
                  <c:v>12.2</c:v>
                </c:pt>
                <c:pt idx="57">
                  <c:v>12.2</c:v>
                </c:pt>
                <c:pt idx="58">
                  <c:v>13</c:v>
                </c:pt>
                <c:pt idx="59">
                  <c:v>13.4</c:v>
                </c:pt>
                <c:pt idx="60">
                  <c:v>13.4</c:v>
                </c:pt>
                <c:pt idx="61">
                  <c:v>13.8</c:v>
                </c:pt>
                <c:pt idx="62">
                  <c:v>14</c:v>
                </c:pt>
                <c:pt idx="63">
                  <c:v>14.4</c:v>
                </c:pt>
                <c:pt idx="64">
                  <c:v>14.4</c:v>
                </c:pt>
                <c:pt idx="65">
                  <c:v>14.8</c:v>
                </c:pt>
                <c:pt idx="66">
                  <c:v>15</c:v>
                </c:pt>
                <c:pt idx="67">
                  <c:v>15.6</c:v>
                </c:pt>
                <c:pt idx="68">
                  <c:v>15.8</c:v>
                </c:pt>
                <c:pt idx="69">
                  <c:v>16.8</c:v>
                </c:pt>
                <c:pt idx="70">
                  <c:v>17.2</c:v>
                </c:pt>
                <c:pt idx="71">
                  <c:v>17.2</c:v>
                </c:pt>
                <c:pt idx="72">
                  <c:v>17.399999999999999</c:v>
                </c:pt>
                <c:pt idx="73">
                  <c:v>17.399999999999999</c:v>
                </c:pt>
                <c:pt idx="74">
                  <c:v>17.600000000000001</c:v>
                </c:pt>
                <c:pt idx="75">
                  <c:v>17.600000000000001</c:v>
                </c:pt>
                <c:pt idx="76">
                  <c:v>18.2</c:v>
                </c:pt>
                <c:pt idx="77">
                  <c:v>18.8</c:v>
                </c:pt>
                <c:pt idx="78">
                  <c:v>19.399999999999999</c:v>
                </c:pt>
                <c:pt idx="79">
                  <c:v>19.8</c:v>
                </c:pt>
                <c:pt idx="80">
                  <c:v>20.8</c:v>
                </c:pt>
                <c:pt idx="81">
                  <c:v>20.8</c:v>
                </c:pt>
                <c:pt idx="82">
                  <c:v>21.2</c:v>
                </c:pt>
                <c:pt idx="83">
                  <c:v>21.8</c:v>
                </c:pt>
                <c:pt idx="84">
                  <c:v>22.6</c:v>
                </c:pt>
                <c:pt idx="85">
                  <c:v>22.8</c:v>
                </c:pt>
                <c:pt idx="86">
                  <c:v>23</c:v>
                </c:pt>
                <c:pt idx="87">
                  <c:v>23.4</c:v>
                </c:pt>
                <c:pt idx="88">
                  <c:v>23.6</c:v>
                </c:pt>
                <c:pt idx="89">
                  <c:v>24</c:v>
                </c:pt>
                <c:pt idx="90">
                  <c:v>24.4</c:v>
                </c:pt>
                <c:pt idx="91">
                  <c:v>24.6</c:v>
                </c:pt>
                <c:pt idx="92">
                  <c:v>24.8</c:v>
                </c:pt>
                <c:pt idx="93">
                  <c:v>25.8</c:v>
                </c:pt>
                <c:pt idx="94">
                  <c:v>26.2</c:v>
                </c:pt>
                <c:pt idx="95">
                  <c:v>26.2</c:v>
                </c:pt>
                <c:pt idx="96">
                  <c:v>26.8</c:v>
                </c:pt>
                <c:pt idx="97">
                  <c:v>27.2</c:v>
                </c:pt>
                <c:pt idx="98">
                  <c:v>27.8</c:v>
                </c:pt>
                <c:pt idx="99">
                  <c:v>28</c:v>
                </c:pt>
                <c:pt idx="100">
                  <c:v>28.4</c:v>
                </c:pt>
                <c:pt idx="101">
                  <c:v>28.8</c:v>
                </c:pt>
                <c:pt idx="102">
                  <c:v>28.8</c:v>
                </c:pt>
                <c:pt idx="103">
                  <c:v>29</c:v>
                </c:pt>
                <c:pt idx="104">
                  <c:v>29.6</c:v>
                </c:pt>
                <c:pt idx="105">
                  <c:v>29.6</c:v>
                </c:pt>
                <c:pt idx="106">
                  <c:v>29.8</c:v>
                </c:pt>
                <c:pt idx="107">
                  <c:v>29.8</c:v>
                </c:pt>
                <c:pt idx="108">
                  <c:v>30.2</c:v>
                </c:pt>
                <c:pt idx="109">
                  <c:v>30.4</c:v>
                </c:pt>
                <c:pt idx="110">
                  <c:v>30.4</c:v>
                </c:pt>
                <c:pt idx="111">
                  <c:v>30.6</c:v>
                </c:pt>
                <c:pt idx="112">
                  <c:v>30.6</c:v>
                </c:pt>
                <c:pt idx="113">
                  <c:v>30.6</c:v>
                </c:pt>
                <c:pt idx="114">
                  <c:v>30.6</c:v>
                </c:pt>
                <c:pt idx="115">
                  <c:v>30.8</c:v>
                </c:pt>
                <c:pt idx="116">
                  <c:v>31.2</c:v>
                </c:pt>
                <c:pt idx="117">
                  <c:v>32</c:v>
                </c:pt>
                <c:pt idx="118">
                  <c:v>32.6</c:v>
                </c:pt>
                <c:pt idx="119">
                  <c:v>33</c:v>
                </c:pt>
                <c:pt idx="120">
                  <c:v>33.4</c:v>
                </c:pt>
                <c:pt idx="121">
                  <c:v>33.6</c:v>
                </c:pt>
                <c:pt idx="122">
                  <c:v>34.4</c:v>
                </c:pt>
                <c:pt idx="123">
                  <c:v>34.6</c:v>
                </c:pt>
                <c:pt idx="124">
                  <c:v>35</c:v>
                </c:pt>
                <c:pt idx="125">
                  <c:v>35</c:v>
                </c:pt>
                <c:pt idx="126">
                  <c:v>35.4</c:v>
                </c:pt>
                <c:pt idx="127">
                  <c:v>35.4</c:v>
                </c:pt>
                <c:pt idx="128">
                  <c:v>35.4</c:v>
                </c:pt>
                <c:pt idx="129">
                  <c:v>35.799999999999997</c:v>
                </c:pt>
                <c:pt idx="130">
                  <c:v>35.799999999999997</c:v>
                </c:pt>
                <c:pt idx="131">
                  <c:v>35.799999999999997</c:v>
                </c:pt>
                <c:pt idx="132">
                  <c:v>36</c:v>
                </c:pt>
                <c:pt idx="133">
                  <c:v>36</c:v>
                </c:pt>
                <c:pt idx="134">
                  <c:v>36.200000000000003</c:v>
                </c:pt>
                <c:pt idx="135">
                  <c:v>36.4</c:v>
                </c:pt>
                <c:pt idx="136">
                  <c:v>36.4</c:v>
                </c:pt>
                <c:pt idx="137">
                  <c:v>37.200000000000003</c:v>
                </c:pt>
                <c:pt idx="138">
                  <c:v>37.200000000000003</c:v>
                </c:pt>
                <c:pt idx="139">
                  <c:v>37.200000000000003</c:v>
                </c:pt>
                <c:pt idx="140">
                  <c:v>37.200000000000003</c:v>
                </c:pt>
                <c:pt idx="141">
                  <c:v>37.200000000000003</c:v>
                </c:pt>
                <c:pt idx="142">
                  <c:v>37.200000000000003</c:v>
                </c:pt>
                <c:pt idx="143">
                  <c:v>37.6</c:v>
                </c:pt>
                <c:pt idx="144">
                  <c:v>37.799999999999997</c:v>
                </c:pt>
                <c:pt idx="145">
                  <c:v>38</c:v>
                </c:pt>
                <c:pt idx="146">
                  <c:v>38.4</c:v>
                </c:pt>
                <c:pt idx="147">
                  <c:v>38.799999999999997</c:v>
                </c:pt>
                <c:pt idx="148">
                  <c:v>38.799999999999997</c:v>
                </c:pt>
                <c:pt idx="149">
                  <c:v>39.200000000000003</c:v>
                </c:pt>
                <c:pt idx="150">
                  <c:v>39.4</c:v>
                </c:pt>
                <c:pt idx="151">
                  <c:v>40</c:v>
                </c:pt>
                <c:pt idx="152">
                  <c:v>40</c:v>
                </c:pt>
                <c:pt idx="153">
                  <c:v>40.200000000000003</c:v>
                </c:pt>
                <c:pt idx="154">
                  <c:v>40.799999999999997</c:v>
                </c:pt>
                <c:pt idx="155">
                  <c:v>41.4</c:v>
                </c:pt>
                <c:pt idx="156">
                  <c:v>42</c:v>
                </c:pt>
                <c:pt idx="157">
                  <c:v>42.4</c:v>
                </c:pt>
                <c:pt idx="158">
                  <c:v>42.4</c:v>
                </c:pt>
                <c:pt idx="159">
                  <c:v>42.6</c:v>
                </c:pt>
                <c:pt idx="160">
                  <c:v>42.8</c:v>
                </c:pt>
                <c:pt idx="161">
                  <c:v>43</c:v>
                </c:pt>
                <c:pt idx="162">
                  <c:v>43</c:v>
                </c:pt>
                <c:pt idx="163">
                  <c:v>43.2</c:v>
                </c:pt>
                <c:pt idx="164">
                  <c:v>43.2</c:v>
                </c:pt>
                <c:pt idx="165">
                  <c:v>43.4</c:v>
                </c:pt>
                <c:pt idx="166">
                  <c:v>44</c:v>
                </c:pt>
                <c:pt idx="167">
                  <c:v>44</c:v>
                </c:pt>
                <c:pt idx="168">
                  <c:v>44.2</c:v>
                </c:pt>
                <c:pt idx="169">
                  <c:v>44.6</c:v>
                </c:pt>
                <c:pt idx="170">
                  <c:v>44.8</c:v>
                </c:pt>
                <c:pt idx="171">
                  <c:v>45</c:v>
                </c:pt>
                <c:pt idx="172">
                  <c:v>45.2</c:v>
                </c:pt>
                <c:pt idx="173">
                  <c:v>45.4</c:v>
                </c:pt>
                <c:pt idx="174">
                  <c:v>45.4</c:v>
                </c:pt>
                <c:pt idx="175">
                  <c:v>45.8</c:v>
                </c:pt>
                <c:pt idx="176">
                  <c:v>45.8</c:v>
                </c:pt>
                <c:pt idx="177">
                  <c:v>45.8</c:v>
                </c:pt>
                <c:pt idx="178">
                  <c:v>46.2</c:v>
                </c:pt>
                <c:pt idx="179">
                  <c:v>46.4</c:v>
                </c:pt>
                <c:pt idx="180">
                  <c:v>47</c:v>
                </c:pt>
                <c:pt idx="181">
                  <c:v>47.6</c:v>
                </c:pt>
                <c:pt idx="182">
                  <c:v>48.2</c:v>
                </c:pt>
                <c:pt idx="183">
                  <c:v>48.4</c:v>
                </c:pt>
                <c:pt idx="184">
                  <c:v>48.6</c:v>
                </c:pt>
                <c:pt idx="185">
                  <c:v>48.8</c:v>
                </c:pt>
                <c:pt idx="186">
                  <c:v>49.6</c:v>
                </c:pt>
                <c:pt idx="187">
                  <c:v>49.6</c:v>
                </c:pt>
                <c:pt idx="188">
                  <c:v>49.8</c:v>
                </c:pt>
                <c:pt idx="189">
                  <c:v>50.4</c:v>
                </c:pt>
                <c:pt idx="190">
                  <c:v>50.6</c:v>
                </c:pt>
                <c:pt idx="191">
                  <c:v>51</c:v>
                </c:pt>
                <c:pt idx="192">
                  <c:v>51.2</c:v>
                </c:pt>
                <c:pt idx="193">
                  <c:v>51.2</c:v>
                </c:pt>
                <c:pt idx="194">
                  <c:v>51.6</c:v>
                </c:pt>
                <c:pt idx="195">
                  <c:v>51.6</c:v>
                </c:pt>
                <c:pt idx="196">
                  <c:v>51.8</c:v>
                </c:pt>
                <c:pt idx="197">
                  <c:v>52.2</c:v>
                </c:pt>
                <c:pt idx="198">
                  <c:v>52.6</c:v>
                </c:pt>
                <c:pt idx="199">
                  <c:v>52.6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FAF-4D1D-8125-BD21E414C4E0}"/>
            </c:ext>
          </c:extLst>
        </c:ser>
        <c:ser>
          <c:idx val="4"/>
          <c:order val="4"/>
          <c:tx>
            <c:strRef>
              <c:f>save1!$EY$1416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save1!$EY$1417:$EY$1616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1</c:v>
                </c:pt>
                <c:pt idx="40">
                  <c:v>1</c:v>
                </c:pt>
                <c:pt idx="41">
                  <c:v>1.2</c:v>
                </c:pt>
                <c:pt idx="42">
                  <c:v>1.2</c:v>
                </c:pt>
                <c:pt idx="43">
                  <c:v>1.4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1.8</c:v>
                </c:pt>
                <c:pt idx="57">
                  <c:v>1.8</c:v>
                </c:pt>
                <c:pt idx="58">
                  <c:v>1.8</c:v>
                </c:pt>
                <c:pt idx="59">
                  <c:v>1.8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2</c:v>
                </c:pt>
                <c:pt idx="66">
                  <c:v>2</c:v>
                </c:pt>
                <c:pt idx="67">
                  <c:v>2</c:v>
                </c:pt>
                <c:pt idx="68">
                  <c:v>2</c:v>
                </c:pt>
                <c:pt idx="69">
                  <c:v>2</c:v>
                </c:pt>
                <c:pt idx="70">
                  <c:v>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2.2000000000000002</c:v>
                </c:pt>
                <c:pt idx="74">
                  <c:v>2.4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3.2</c:v>
                </c:pt>
                <c:pt idx="93">
                  <c:v>3.2</c:v>
                </c:pt>
                <c:pt idx="94">
                  <c:v>3.2</c:v>
                </c:pt>
                <c:pt idx="95">
                  <c:v>3.2</c:v>
                </c:pt>
                <c:pt idx="96">
                  <c:v>3.2</c:v>
                </c:pt>
                <c:pt idx="97">
                  <c:v>3.2</c:v>
                </c:pt>
                <c:pt idx="98">
                  <c:v>3.2</c:v>
                </c:pt>
                <c:pt idx="99">
                  <c:v>3.4</c:v>
                </c:pt>
                <c:pt idx="100">
                  <c:v>3.4</c:v>
                </c:pt>
                <c:pt idx="101">
                  <c:v>3.6</c:v>
                </c:pt>
                <c:pt idx="102">
                  <c:v>3.6</c:v>
                </c:pt>
                <c:pt idx="103">
                  <c:v>3.8</c:v>
                </c:pt>
                <c:pt idx="104">
                  <c:v>3.8</c:v>
                </c:pt>
                <c:pt idx="105">
                  <c:v>3.8</c:v>
                </c:pt>
                <c:pt idx="106">
                  <c:v>3.8</c:v>
                </c:pt>
                <c:pt idx="107">
                  <c:v>3.8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4.4000000000000004</c:v>
                </c:pt>
                <c:pt idx="113">
                  <c:v>4.4000000000000004</c:v>
                </c:pt>
                <c:pt idx="114">
                  <c:v>4.4000000000000004</c:v>
                </c:pt>
                <c:pt idx="115">
                  <c:v>4.4000000000000004</c:v>
                </c:pt>
                <c:pt idx="116">
                  <c:v>4.4000000000000004</c:v>
                </c:pt>
                <c:pt idx="117">
                  <c:v>4.4000000000000004</c:v>
                </c:pt>
                <c:pt idx="118">
                  <c:v>4.5999999999999996</c:v>
                </c:pt>
                <c:pt idx="119">
                  <c:v>4.5999999999999996</c:v>
                </c:pt>
                <c:pt idx="120">
                  <c:v>4.5999999999999996</c:v>
                </c:pt>
                <c:pt idx="121">
                  <c:v>4.5999999999999996</c:v>
                </c:pt>
                <c:pt idx="122">
                  <c:v>4.5999999999999996</c:v>
                </c:pt>
                <c:pt idx="123">
                  <c:v>4.5999999999999996</c:v>
                </c:pt>
                <c:pt idx="124">
                  <c:v>4.5999999999999996</c:v>
                </c:pt>
                <c:pt idx="125">
                  <c:v>4.5999999999999996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5</c:v>
                </c:pt>
                <c:pt idx="130">
                  <c:v>5.2</c:v>
                </c:pt>
                <c:pt idx="131">
                  <c:v>5.2</c:v>
                </c:pt>
                <c:pt idx="132">
                  <c:v>5.2</c:v>
                </c:pt>
                <c:pt idx="133">
                  <c:v>5.2</c:v>
                </c:pt>
                <c:pt idx="134">
                  <c:v>5.2</c:v>
                </c:pt>
                <c:pt idx="135">
                  <c:v>5.2</c:v>
                </c:pt>
                <c:pt idx="136">
                  <c:v>5.2</c:v>
                </c:pt>
                <c:pt idx="137">
                  <c:v>5.2</c:v>
                </c:pt>
                <c:pt idx="138">
                  <c:v>5.2</c:v>
                </c:pt>
                <c:pt idx="139">
                  <c:v>5.2</c:v>
                </c:pt>
                <c:pt idx="140">
                  <c:v>5.2</c:v>
                </c:pt>
                <c:pt idx="141">
                  <c:v>5.2</c:v>
                </c:pt>
                <c:pt idx="142">
                  <c:v>5.4</c:v>
                </c:pt>
                <c:pt idx="143">
                  <c:v>5.4</c:v>
                </c:pt>
                <c:pt idx="144">
                  <c:v>5.4</c:v>
                </c:pt>
                <c:pt idx="145">
                  <c:v>5.4</c:v>
                </c:pt>
                <c:pt idx="146">
                  <c:v>5.4</c:v>
                </c:pt>
                <c:pt idx="147">
                  <c:v>5.4</c:v>
                </c:pt>
                <c:pt idx="148">
                  <c:v>5.6</c:v>
                </c:pt>
                <c:pt idx="149">
                  <c:v>5.8</c:v>
                </c:pt>
                <c:pt idx="150">
                  <c:v>5.8</c:v>
                </c:pt>
                <c:pt idx="151">
                  <c:v>5.8</c:v>
                </c:pt>
                <c:pt idx="152">
                  <c:v>5.8</c:v>
                </c:pt>
                <c:pt idx="153">
                  <c:v>5.8</c:v>
                </c:pt>
                <c:pt idx="154">
                  <c:v>5.8</c:v>
                </c:pt>
                <c:pt idx="155">
                  <c:v>5.8</c:v>
                </c:pt>
                <c:pt idx="156">
                  <c:v>6</c:v>
                </c:pt>
                <c:pt idx="157">
                  <c:v>6</c:v>
                </c:pt>
                <c:pt idx="158">
                  <c:v>6.2</c:v>
                </c:pt>
                <c:pt idx="159">
                  <c:v>6.2</c:v>
                </c:pt>
                <c:pt idx="160">
                  <c:v>6.2</c:v>
                </c:pt>
                <c:pt idx="161">
                  <c:v>6.2</c:v>
                </c:pt>
                <c:pt idx="162">
                  <c:v>6.2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6.8</c:v>
                </c:pt>
                <c:pt idx="171">
                  <c:v>7</c:v>
                </c:pt>
                <c:pt idx="172">
                  <c:v>7</c:v>
                </c:pt>
                <c:pt idx="173">
                  <c:v>7</c:v>
                </c:pt>
                <c:pt idx="174">
                  <c:v>7</c:v>
                </c:pt>
                <c:pt idx="175">
                  <c:v>7</c:v>
                </c:pt>
                <c:pt idx="176">
                  <c:v>7</c:v>
                </c:pt>
                <c:pt idx="177">
                  <c:v>7</c:v>
                </c:pt>
                <c:pt idx="178">
                  <c:v>7</c:v>
                </c:pt>
                <c:pt idx="179">
                  <c:v>7.4</c:v>
                </c:pt>
                <c:pt idx="180">
                  <c:v>7.4</c:v>
                </c:pt>
                <c:pt idx="181">
                  <c:v>7.4</c:v>
                </c:pt>
                <c:pt idx="182">
                  <c:v>7.4</c:v>
                </c:pt>
                <c:pt idx="183">
                  <c:v>7.6</c:v>
                </c:pt>
                <c:pt idx="184">
                  <c:v>7.8</c:v>
                </c:pt>
                <c:pt idx="185">
                  <c:v>8</c:v>
                </c:pt>
                <c:pt idx="186">
                  <c:v>8</c:v>
                </c:pt>
                <c:pt idx="187">
                  <c:v>8</c:v>
                </c:pt>
                <c:pt idx="188">
                  <c:v>8</c:v>
                </c:pt>
                <c:pt idx="189">
                  <c:v>8</c:v>
                </c:pt>
                <c:pt idx="190">
                  <c:v>8.4</c:v>
                </c:pt>
                <c:pt idx="191">
                  <c:v>8.4</c:v>
                </c:pt>
                <c:pt idx="192">
                  <c:v>8.6</c:v>
                </c:pt>
                <c:pt idx="193">
                  <c:v>8.6</c:v>
                </c:pt>
                <c:pt idx="194">
                  <c:v>8.6</c:v>
                </c:pt>
                <c:pt idx="195">
                  <c:v>8.6</c:v>
                </c:pt>
                <c:pt idx="196">
                  <c:v>8.6</c:v>
                </c:pt>
                <c:pt idx="197">
                  <c:v>8.6</c:v>
                </c:pt>
                <c:pt idx="198">
                  <c:v>8.6</c:v>
                </c:pt>
                <c:pt idx="199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FAF-4D1D-8125-BD21E414C4E0}"/>
            </c:ext>
          </c:extLst>
        </c:ser>
        <c:ser>
          <c:idx val="5"/>
          <c:order val="5"/>
          <c:tx>
            <c:strRef>
              <c:f>save1!$EZ$1416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save1!$EZ$1417:$EZ$1616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0.8</c:v>
                </c:pt>
                <c:pt idx="3">
                  <c:v>1.2</c:v>
                </c:pt>
                <c:pt idx="4">
                  <c:v>1.4</c:v>
                </c:pt>
                <c:pt idx="5">
                  <c:v>2</c:v>
                </c:pt>
                <c:pt idx="6">
                  <c:v>2.2000000000000002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3.4</c:v>
                </c:pt>
                <c:pt idx="11">
                  <c:v>3.8</c:v>
                </c:pt>
                <c:pt idx="12">
                  <c:v>4</c:v>
                </c:pt>
                <c:pt idx="13">
                  <c:v>4.2</c:v>
                </c:pt>
                <c:pt idx="14">
                  <c:v>4.4000000000000004</c:v>
                </c:pt>
                <c:pt idx="15">
                  <c:v>4.4000000000000004</c:v>
                </c:pt>
                <c:pt idx="16">
                  <c:v>4.5999999999999996</c:v>
                </c:pt>
                <c:pt idx="17">
                  <c:v>4.8</c:v>
                </c:pt>
                <c:pt idx="18">
                  <c:v>5.2</c:v>
                </c:pt>
                <c:pt idx="19">
                  <c:v>6</c:v>
                </c:pt>
                <c:pt idx="20">
                  <c:v>6</c:v>
                </c:pt>
                <c:pt idx="21">
                  <c:v>6.6</c:v>
                </c:pt>
                <c:pt idx="22">
                  <c:v>6.6</c:v>
                </c:pt>
                <c:pt idx="23">
                  <c:v>7.2</c:v>
                </c:pt>
                <c:pt idx="24">
                  <c:v>7.6</c:v>
                </c:pt>
                <c:pt idx="25">
                  <c:v>7.8</c:v>
                </c:pt>
                <c:pt idx="26">
                  <c:v>7.8</c:v>
                </c:pt>
                <c:pt idx="27">
                  <c:v>8.1999999999999993</c:v>
                </c:pt>
                <c:pt idx="28">
                  <c:v>8.8000000000000007</c:v>
                </c:pt>
                <c:pt idx="29">
                  <c:v>9</c:v>
                </c:pt>
                <c:pt idx="30">
                  <c:v>9.1999999999999993</c:v>
                </c:pt>
                <c:pt idx="31">
                  <c:v>9.1999999999999993</c:v>
                </c:pt>
                <c:pt idx="32">
                  <c:v>9.4</c:v>
                </c:pt>
                <c:pt idx="33">
                  <c:v>9.4</c:v>
                </c:pt>
                <c:pt idx="34">
                  <c:v>9.6</c:v>
                </c:pt>
                <c:pt idx="35">
                  <c:v>9.8000000000000007</c:v>
                </c:pt>
                <c:pt idx="36">
                  <c:v>10.199999999999999</c:v>
                </c:pt>
                <c:pt idx="37">
                  <c:v>11</c:v>
                </c:pt>
                <c:pt idx="38">
                  <c:v>11.2</c:v>
                </c:pt>
                <c:pt idx="39">
                  <c:v>11.4</c:v>
                </c:pt>
                <c:pt idx="40">
                  <c:v>11.8</c:v>
                </c:pt>
                <c:pt idx="41">
                  <c:v>11.8</c:v>
                </c:pt>
                <c:pt idx="42">
                  <c:v>12.2</c:v>
                </c:pt>
                <c:pt idx="43">
                  <c:v>12.6</c:v>
                </c:pt>
                <c:pt idx="44">
                  <c:v>13</c:v>
                </c:pt>
                <c:pt idx="45">
                  <c:v>13.2</c:v>
                </c:pt>
                <c:pt idx="46">
                  <c:v>13.6</c:v>
                </c:pt>
                <c:pt idx="47">
                  <c:v>14.2</c:v>
                </c:pt>
                <c:pt idx="48">
                  <c:v>14.4</c:v>
                </c:pt>
                <c:pt idx="49">
                  <c:v>15</c:v>
                </c:pt>
                <c:pt idx="50">
                  <c:v>15.6</c:v>
                </c:pt>
                <c:pt idx="51">
                  <c:v>15.8</c:v>
                </c:pt>
                <c:pt idx="52">
                  <c:v>16</c:v>
                </c:pt>
                <c:pt idx="53">
                  <c:v>16.2</c:v>
                </c:pt>
                <c:pt idx="54">
                  <c:v>16.600000000000001</c:v>
                </c:pt>
                <c:pt idx="55">
                  <c:v>17</c:v>
                </c:pt>
                <c:pt idx="56">
                  <c:v>17.399999999999999</c:v>
                </c:pt>
                <c:pt idx="57">
                  <c:v>17.8</c:v>
                </c:pt>
                <c:pt idx="58">
                  <c:v>18.2</c:v>
                </c:pt>
                <c:pt idx="59">
                  <c:v>18.600000000000001</c:v>
                </c:pt>
                <c:pt idx="60">
                  <c:v>19</c:v>
                </c:pt>
                <c:pt idx="61">
                  <c:v>19.600000000000001</c:v>
                </c:pt>
                <c:pt idx="62">
                  <c:v>20</c:v>
                </c:pt>
                <c:pt idx="63">
                  <c:v>20.2</c:v>
                </c:pt>
                <c:pt idx="64">
                  <c:v>20.2</c:v>
                </c:pt>
                <c:pt idx="65">
                  <c:v>20.399999999999999</c:v>
                </c:pt>
                <c:pt idx="66">
                  <c:v>20.6</c:v>
                </c:pt>
                <c:pt idx="67">
                  <c:v>21.4</c:v>
                </c:pt>
                <c:pt idx="68">
                  <c:v>21.4</c:v>
                </c:pt>
                <c:pt idx="69">
                  <c:v>22</c:v>
                </c:pt>
                <c:pt idx="70">
                  <c:v>22.4</c:v>
                </c:pt>
                <c:pt idx="71">
                  <c:v>22.6</c:v>
                </c:pt>
                <c:pt idx="72">
                  <c:v>23</c:v>
                </c:pt>
                <c:pt idx="73">
                  <c:v>23.4</c:v>
                </c:pt>
                <c:pt idx="74">
                  <c:v>23.8</c:v>
                </c:pt>
                <c:pt idx="75">
                  <c:v>23.8</c:v>
                </c:pt>
                <c:pt idx="76">
                  <c:v>24.2</c:v>
                </c:pt>
                <c:pt idx="77">
                  <c:v>24.2</c:v>
                </c:pt>
                <c:pt idx="78">
                  <c:v>24.4</c:v>
                </c:pt>
                <c:pt idx="79">
                  <c:v>24.8</c:v>
                </c:pt>
                <c:pt idx="80">
                  <c:v>25</c:v>
                </c:pt>
                <c:pt idx="81">
                  <c:v>25.4</c:v>
                </c:pt>
                <c:pt idx="82">
                  <c:v>25.6</c:v>
                </c:pt>
                <c:pt idx="83">
                  <c:v>26</c:v>
                </c:pt>
                <c:pt idx="84">
                  <c:v>26.4</c:v>
                </c:pt>
                <c:pt idx="85">
                  <c:v>26.6</c:v>
                </c:pt>
                <c:pt idx="86">
                  <c:v>27.4</c:v>
                </c:pt>
                <c:pt idx="87">
                  <c:v>27.6</c:v>
                </c:pt>
                <c:pt idx="88">
                  <c:v>27.6</c:v>
                </c:pt>
                <c:pt idx="89">
                  <c:v>28</c:v>
                </c:pt>
                <c:pt idx="90">
                  <c:v>28.4</c:v>
                </c:pt>
                <c:pt idx="91">
                  <c:v>29</c:v>
                </c:pt>
                <c:pt idx="92">
                  <c:v>29.4</c:v>
                </c:pt>
                <c:pt idx="93">
                  <c:v>30.2</c:v>
                </c:pt>
                <c:pt idx="94">
                  <c:v>30.6</c:v>
                </c:pt>
                <c:pt idx="95">
                  <c:v>30.6</c:v>
                </c:pt>
                <c:pt idx="96">
                  <c:v>31</c:v>
                </c:pt>
                <c:pt idx="97">
                  <c:v>31.2</c:v>
                </c:pt>
                <c:pt idx="98">
                  <c:v>31.6</c:v>
                </c:pt>
                <c:pt idx="99">
                  <c:v>32</c:v>
                </c:pt>
                <c:pt idx="100">
                  <c:v>32.6</c:v>
                </c:pt>
                <c:pt idx="101">
                  <c:v>33</c:v>
                </c:pt>
                <c:pt idx="102">
                  <c:v>33.6</c:v>
                </c:pt>
                <c:pt idx="103">
                  <c:v>33.799999999999997</c:v>
                </c:pt>
                <c:pt idx="104">
                  <c:v>34</c:v>
                </c:pt>
                <c:pt idx="105">
                  <c:v>34.200000000000003</c:v>
                </c:pt>
                <c:pt idx="106">
                  <c:v>34.6</c:v>
                </c:pt>
                <c:pt idx="107">
                  <c:v>35</c:v>
                </c:pt>
                <c:pt idx="108">
                  <c:v>35.4</c:v>
                </c:pt>
                <c:pt idx="109">
                  <c:v>35.6</c:v>
                </c:pt>
                <c:pt idx="110">
                  <c:v>35.799999999999997</c:v>
                </c:pt>
                <c:pt idx="111">
                  <c:v>36.200000000000003</c:v>
                </c:pt>
                <c:pt idx="112">
                  <c:v>36.4</c:v>
                </c:pt>
                <c:pt idx="113">
                  <c:v>36.799999999999997</c:v>
                </c:pt>
                <c:pt idx="114">
                  <c:v>37.200000000000003</c:v>
                </c:pt>
                <c:pt idx="115">
                  <c:v>37.4</c:v>
                </c:pt>
                <c:pt idx="116">
                  <c:v>37.799999999999997</c:v>
                </c:pt>
                <c:pt idx="117">
                  <c:v>38.4</c:v>
                </c:pt>
                <c:pt idx="118">
                  <c:v>38.799999999999997</c:v>
                </c:pt>
                <c:pt idx="119">
                  <c:v>39.6</c:v>
                </c:pt>
                <c:pt idx="120">
                  <c:v>40.200000000000003</c:v>
                </c:pt>
                <c:pt idx="121">
                  <c:v>40.200000000000003</c:v>
                </c:pt>
                <c:pt idx="122">
                  <c:v>40.4</c:v>
                </c:pt>
                <c:pt idx="123">
                  <c:v>40.799999999999997</c:v>
                </c:pt>
                <c:pt idx="124">
                  <c:v>41.2</c:v>
                </c:pt>
                <c:pt idx="125">
                  <c:v>41.6</c:v>
                </c:pt>
                <c:pt idx="126">
                  <c:v>41.8</c:v>
                </c:pt>
                <c:pt idx="127">
                  <c:v>42</c:v>
                </c:pt>
                <c:pt idx="128">
                  <c:v>42.2</c:v>
                </c:pt>
                <c:pt idx="129">
                  <c:v>42.4</c:v>
                </c:pt>
                <c:pt idx="130">
                  <c:v>42.6</c:v>
                </c:pt>
                <c:pt idx="131">
                  <c:v>42.8</c:v>
                </c:pt>
                <c:pt idx="132">
                  <c:v>42.8</c:v>
                </c:pt>
                <c:pt idx="133">
                  <c:v>43</c:v>
                </c:pt>
                <c:pt idx="134">
                  <c:v>43.2</c:v>
                </c:pt>
                <c:pt idx="135">
                  <c:v>43.8</c:v>
                </c:pt>
                <c:pt idx="136">
                  <c:v>44</c:v>
                </c:pt>
                <c:pt idx="137">
                  <c:v>44.2</c:v>
                </c:pt>
                <c:pt idx="138">
                  <c:v>44.2</c:v>
                </c:pt>
                <c:pt idx="139">
                  <c:v>44.8</c:v>
                </c:pt>
                <c:pt idx="140">
                  <c:v>44.8</c:v>
                </c:pt>
                <c:pt idx="141">
                  <c:v>45</c:v>
                </c:pt>
                <c:pt idx="142">
                  <c:v>45</c:v>
                </c:pt>
                <c:pt idx="143">
                  <c:v>45</c:v>
                </c:pt>
                <c:pt idx="144">
                  <c:v>45.2</c:v>
                </c:pt>
                <c:pt idx="145">
                  <c:v>45.6</c:v>
                </c:pt>
                <c:pt idx="146">
                  <c:v>46.2</c:v>
                </c:pt>
                <c:pt idx="147">
                  <c:v>46.6</c:v>
                </c:pt>
                <c:pt idx="148">
                  <c:v>46.8</c:v>
                </c:pt>
                <c:pt idx="149">
                  <c:v>47</c:v>
                </c:pt>
                <c:pt idx="150">
                  <c:v>47.2</c:v>
                </c:pt>
                <c:pt idx="151">
                  <c:v>48.2</c:v>
                </c:pt>
                <c:pt idx="152">
                  <c:v>48.2</c:v>
                </c:pt>
                <c:pt idx="153">
                  <c:v>48.4</c:v>
                </c:pt>
                <c:pt idx="154">
                  <c:v>48.6</c:v>
                </c:pt>
                <c:pt idx="155">
                  <c:v>49</c:v>
                </c:pt>
                <c:pt idx="156">
                  <c:v>49.6</c:v>
                </c:pt>
                <c:pt idx="157">
                  <c:v>50</c:v>
                </c:pt>
                <c:pt idx="158">
                  <c:v>50.2</c:v>
                </c:pt>
                <c:pt idx="159">
                  <c:v>50.8</c:v>
                </c:pt>
                <c:pt idx="160">
                  <c:v>51.2</c:v>
                </c:pt>
                <c:pt idx="161">
                  <c:v>51.6</c:v>
                </c:pt>
                <c:pt idx="162">
                  <c:v>51.8</c:v>
                </c:pt>
                <c:pt idx="163">
                  <c:v>52</c:v>
                </c:pt>
                <c:pt idx="164">
                  <c:v>52.8</c:v>
                </c:pt>
                <c:pt idx="165">
                  <c:v>53.2</c:v>
                </c:pt>
                <c:pt idx="166">
                  <c:v>53.8</c:v>
                </c:pt>
                <c:pt idx="167">
                  <c:v>54</c:v>
                </c:pt>
                <c:pt idx="168">
                  <c:v>54.4</c:v>
                </c:pt>
                <c:pt idx="169">
                  <c:v>54.6</c:v>
                </c:pt>
                <c:pt idx="170">
                  <c:v>55</c:v>
                </c:pt>
                <c:pt idx="171">
                  <c:v>55.6</c:v>
                </c:pt>
                <c:pt idx="172">
                  <c:v>56</c:v>
                </c:pt>
                <c:pt idx="173">
                  <c:v>56.2</c:v>
                </c:pt>
                <c:pt idx="174">
                  <c:v>56.4</c:v>
                </c:pt>
                <c:pt idx="175">
                  <c:v>56.6</c:v>
                </c:pt>
                <c:pt idx="176">
                  <c:v>56.8</c:v>
                </c:pt>
                <c:pt idx="177">
                  <c:v>57.2</c:v>
                </c:pt>
                <c:pt idx="178">
                  <c:v>57.4</c:v>
                </c:pt>
                <c:pt idx="179">
                  <c:v>58.2</c:v>
                </c:pt>
                <c:pt idx="180">
                  <c:v>58.8</c:v>
                </c:pt>
                <c:pt idx="181">
                  <c:v>59</c:v>
                </c:pt>
                <c:pt idx="182">
                  <c:v>59.4</c:v>
                </c:pt>
                <c:pt idx="183">
                  <c:v>60</c:v>
                </c:pt>
                <c:pt idx="184">
                  <c:v>60</c:v>
                </c:pt>
                <c:pt idx="185">
                  <c:v>60.4</c:v>
                </c:pt>
                <c:pt idx="186">
                  <c:v>61.2</c:v>
                </c:pt>
                <c:pt idx="187">
                  <c:v>61.2</c:v>
                </c:pt>
                <c:pt idx="188">
                  <c:v>61.6</c:v>
                </c:pt>
                <c:pt idx="189">
                  <c:v>62</c:v>
                </c:pt>
                <c:pt idx="190">
                  <c:v>62.8</c:v>
                </c:pt>
                <c:pt idx="191">
                  <c:v>63</c:v>
                </c:pt>
                <c:pt idx="192">
                  <c:v>64.2</c:v>
                </c:pt>
                <c:pt idx="193">
                  <c:v>64.2</c:v>
                </c:pt>
                <c:pt idx="194">
                  <c:v>64.8</c:v>
                </c:pt>
                <c:pt idx="195">
                  <c:v>65</c:v>
                </c:pt>
                <c:pt idx="196">
                  <c:v>65.400000000000006</c:v>
                </c:pt>
                <c:pt idx="197">
                  <c:v>65.599999999999994</c:v>
                </c:pt>
                <c:pt idx="198">
                  <c:v>66</c:v>
                </c:pt>
                <c:pt idx="199">
                  <c:v>66.2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FAF-4D1D-8125-BD21E414C4E0}"/>
            </c:ext>
          </c:extLst>
        </c:ser>
        <c:ser>
          <c:idx val="6"/>
          <c:order val="6"/>
          <c:tx>
            <c:strRef>
              <c:f>save1!$FA$1416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save1!$FA$1417:$FA$1616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0.4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0.6</c:v>
                </c:pt>
                <c:pt idx="27">
                  <c:v>0.6</c:v>
                </c:pt>
                <c:pt idx="28">
                  <c:v>0.6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1.4</c:v>
                </c:pt>
                <c:pt idx="47">
                  <c:v>1.4</c:v>
                </c:pt>
                <c:pt idx="48">
                  <c:v>1.4</c:v>
                </c:pt>
                <c:pt idx="49">
                  <c:v>1.4</c:v>
                </c:pt>
                <c:pt idx="50">
                  <c:v>1.4</c:v>
                </c:pt>
                <c:pt idx="51">
                  <c:v>1.4</c:v>
                </c:pt>
                <c:pt idx="52">
                  <c:v>2</c:v>
                </c:pt>
                <c:pt idx="53">
                  <c:v>2</c:v>
                </c:pt>
                <c:pt idx="54">
                  <c:v>2.2000000000000002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2.6</c:v>
                </c:pt>
                <c:pt idx="63">
                  <c:v>2.6</c:v>
                </c:pt>
                <c:pt idx="64">
                  <c:v>2.6</c:v>
                </c:pt>
                <c:pt idx="65">
                  <c:v>2.6</c:v>
                </c:pt>
                <c:pt idx="66">
                  <c:v>2.6</c:v>
                </c:pt>
                <c:pt idx="67">
                  <c:v>2.6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2.8</c:v>
                </c:pt>
                <c:pt idx="73">
                  <c:v>2.8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3.4</c:v>
                </c:pt>
                <c:pt idx="92">
                  <c:v>3.4</c:v>
                </c:pt>
                <c:pt idx="93">
                  <c:v>3.4</c:v>
                </c:pt>
                <c:pt idx="94">
                  <c:v>4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4.2</c:v>
                </c:pt>
                <c:pt idx="99">
                  <c:v>4.2</c:v>
                </c:pt>
                <c:pt idx="100">
                  <c:v>4.2</c:v>
                </c:pt>
                <c:pt idx="101">
                  <c:v>4.4000000000000004</c:v>
                </c:pt>
                <c:pt idx="102">
                  <c:v>4.4000000000000004</c:v>
                </c:pt>
                <c:pt idx="103">
                  <c:v>4.4000000000000004</c:v>
                </c:pt>
                <c:pt idx="104">
                  <c:v>4.4000000000000004</c:v>
                </c:pt>
                <c:pt idx="105">
                  <c:v>4.4000000000000004</c:v>
                </c:pt>
                <c:pt idx="106">
                  <c:v>4.4000000000000004</c:v>
                </c:pt>
                <c:pt idx="107">
                  <c:v>4.4000000000000004</c:v>
                </c:pt>
                <c:pt idx="108">
                  <c:v>4.4000000000000004</c:v>
                </c:pt>
                <c:pt idx="109">
                  <c:v>4.4000000000000004</c:v>
                </c:pt>
                <c:pt idx="110">
                  <c:v>4.4000000000000004</c:v>
                </c:pt>
                <c:pt idx="111">
                  <c:v>4.8</c:v>
                </c:pt>
                <c:pt idx="112">
                  <c:v>4.8</c:v>
                </c:pt>
                <c:pt idx="113">
                  <c:v>4.8</c:v>
                </c:pt>
                <c:pt idx="114">
                  <c:v>5</c:v>
                </c:pt>
                <c:pt idx="115">
                  <c:v>5.2</c:v>
                </c:pt>
                <c:pt idx="116">
                  <c:v>5.2</c:v>
                </c:pt>
                <c:pt idx="117">
                  <c:v>5.2</c:v>
                </c:pt>
                <c:pt idx="118">
                  <c:v>5.4</c:v>
                </c:pt>
                <c:pt idx="119">
                  <c:v>5.4</c:v>
                </c:pt>
                <c:pt idx="120">
                  <c:v>5.4</c:v>
                </c:pt>
                <c:pt idx="121">
                  <c:v>5.4</c:v>
                </c:pt>
                <c:pt idx="122">
                  <c:v>5.4</c:v>
                </c:pt>
                <c:pt idx="123">
                  <c:v>5.4</c:v>
                </c:pt>
                <c:pt idx="124">
                  <c:v>5.6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6.2</c:v>
                </c:pt>
                <c:pt idx="136">
                  <c:v>6.2</c:v>
                </c:pt>
                <c:pt idx="137">
                  <c:v>6.2</c:v>
                </c:pt>
                <c:pt idx="138">
                  <c:v>6.2</c:v>
                </c:pt>
                <c:pt idx="139">
                  <c:v>6.2</c:v>
                </c:pt>
                <c:pt idx="140">
                  <c:v>6.2</c:v>
                </c:pt>
                <c:pt idx="141">
                  <c:v>6.2</c:v>
                </c:pt>
                <c:pt idx="142">
                  <c:v>6.2</c:v>
                </c:pt>
                <c:pt idx="143">
                  <c:v>6.2</c:v>
                </c:pt>
                <c:pt idx="144">
                  <c:v>6.4</c:v>
                </c:pt>
                <c:pt idx="145">
                  <c:v>6.4</c:v>
                </c:pt>
                <c:pt idx="146">
                  <c:v>6.4</c:v>
                </c:pt>
                <c:pt idx="147">
                  <c:v>6.4</c:v>
                </c:pt>
                <c:pt idx="148">
                  <c:v>6.4</c:v>
                </c:pt>
                <c:pt idx="149">
                  <c:v>6.4</c:v>
                </c:pt>
                <c:pt idx="150">
                  <c:v>6.4</c:v>
                </c:pt>
                <c:pt idx="151">
                  <c:v>6.4</c:v>
                </c:pt>
                <c:pt idx="152">
                  <c:v>6.4</c:v>
                </c:pt>
                <c:pt idx="153">
                  <c:v>6.4</c:v>
                </c:pt>
                <c:pt idx="154">
                  <c:v>6.4</c:v>
                </c:pt>
                <c:pt idx="155">
                  <c:v>6.4</c:v>
                </c:pt>
                <c:pt idx="156">
                  <c:v>6.4</c:v>
                </c:pt>
                <c:pt idx="157">
                  <c:v>6.4</c:v>
                </c:pt>
                <c:pt idx="158">
                  <c:v>6.4</c:v>
                </c:pt>
                <c:pt idx="159">
                  <c:v>6.4</c:v>
                </c:pt>
                <c:pt idx="160">
                  <c:v>6.4</c:v>
                </c:pt>
                <c:pt idx="161">
                  <c:v>6.6</c:v>
                </c:pt>
                <c:pt idx="162">
                  <c:v>6.6</c:v>
                </c:pt>
                <c:pt idx="163">
                  <c:v>6.6</c:v>
                </c:pt>
                <c:pt idx="164">
                  <c:v>6.6</c:v>
                </c:pt>
                <c:pt idx="165">
                  <c:v>6.6</c:v>
                </c:pt>
                <c:pt idx="166">
                  <c:v>6.6</c:v>
                </c:pt>
                <c:pt idx="167">
                  <c:v>6.6</c:v>
                </c:pt>
                <c:pt idx="168">
                  <c:v>6.6</c:v>
                </c:pt>
                <c:pt idx="169">
                  <c:v>6.6</c:v>
                </c:pt>
                <c:pt idx="170">
                  <c:v>6.6</c:v>
                </c:pt>
                <c:pt idx="171">
                  <c:v>6.6</c:v>
                </c:pt>
                <c:pt idx="172">
                  <c:v>6.6</c:v>
                </c:pt>
                <c:pt idx="173">
                  <c:v>6.6</c:v>
                </c:pt>
                <c:pt idx="174">
                  <c:v>6.6</c:v>
                </c:pt>
                <c:pt idx="175">
                  <c:v>6.6</c:v>
                </c:pt>
                <c:pt idx="176">
                  <c:v>6.6</c:v>
                </c:pt>
                <c:pt idx="177">
                  <c:v>6.8</c:v>
                </c:pt>
                <c:pt idx="178">
                  <c:v>6.8</c:v>
                </c:pt>
                <c:pt idx="179">
                  <c:v>6.8</c:v>
                </c:pt>
                <c:pt idx="180">
                  <c:v>6.8</c:v>
                </c:pt>
                <c:pt idx="181">
                  <c:v>7</c:v>
                </c:pt>
                <c:pt idx="182">
                  <c:v>7</c:v>
                </c:pt>
                <c:pt idx="183">
                  <c:v>7</c:v>
                </c:pt>
                <c:pt idx="184">
                  <c:v>7.4</c:v>
                </c:pt>
                <c:pt idx="185">
                  <c:v>7.4</c:v>
                </c:pt>
                <c:pt idx="186">
                  <c:v>7.4</c:v>
                </c:pt>
                <c:pt idx="187">
                  <c:v>7.4</c:v>
                </c:pt>
                <c:pt idx="188">
                  <c:v>7.4</c:v>
                </c:pt>
                <c:pt idx="189">
                  <c:v>7.4</c:v>
                </c:pt>
                <c:pt idx="190">
                  <c:v>7.6</c:v>
                </c:pt>
                <c:pt idx="191">
                  <c:v>7.8</c:v>
                </c:pt>
                <c:pt idx="192">
                  <c:v>7.8</c:v>
                </c:pt>
                <c:pt idx="193">
                  <c:v>7.8</c:v>
                </c:pt>
                <c:pt idx="194">
                  <c:v>7.8</c:v>
                </c:pt>
                <c:pt idx="195">
                  <c:v>7.8</c:v>
                </c:pt>
                <c:pt idx="196">
                  <c:v>8.1999999999999993</c:v>
                </c:pt>
                <c:pt idx="197">
                  <c:v>8.1999999999999993</c:v>
                </c:pt>
                <c:pt idx="198">
                  <c:v>8.1999999999999993</c:v>
                </c:pt>
                <c:pt idx="199">
                  <c:v>8.1999999999999993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2FAF-4D1D-8125-BD21E414C4E0}"/>
            </c:ext>
          </c:extLst>
        </c:ser>
        <c:ser>
          <c:idx val="7"/>
          <c:order val="7"/>
          <c:tx>
            <c:strRef>
              <c:f>save1!$FB$1416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save1!$FB$1417:$FB$1616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0.8</c:v>
                </c:pt>
                <c:pt idx="61">
                  <c:v>0.8</c:v>
                </c:pt>
                <c:pt idx="62">
                  <c:v>0.8</c:v>
                </c:pt>
                <c:pt idx="63">
                  <c:v>0.8</c:v>
                </c:pt>
                <c:pt idx="64">
                  <c:v>0.8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0.8</c:v>
                </c:pt>
                <c:pt idx="70">
                  <c:v>0.8</c:v>
                </c:pt>
                <c:pt idx="71">
                  <c:v>0.8</c:v>
                </c:pt>
                <c:pt idx="72">
                  <c:v>0.8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1.2</c:v>
                </c:pt>
                <c:pt idx="77">
                  <c:v>1.2</c:v>
                </c:pt>
                <c:pt idx="78">
                  <c:v>1.2</c:v>
                </c:pt>
                <c:pt idx="79">
                  <c:v>1.2</c:v>
                </c:pt>
                <c:pt idx="80">
                  <c:v>1.2</c:v>
                </c:pt>
                <c:pt idx="81">
                  <c:v>1.2</c:v>
                </c:pt>
                <c:pt idx="82">
                  <c:v>1.2</c:v>
                </c:pt>
                <c:pt idx="83">
                  <c:v>1.2</c:v>
                </c:pt>
                <c:pt idx="84">
                  <c:v>1.2</c:v>
                </c:pt>
                <c:pt idx="85">
                  <c:v>1.2</c:v>
                </c:pt>
                <c:pt idx="86">
                  <c:v>1.2</c:v>
                </c:pt>
                <c:pt idx="87">
                  <c:v>1.2</c:v>
                </c:pt>
                <c:pt idx="88">
                  <c:v>1.4</c:v>
                </c:pt>
                <c:pt idx="89">
                  <c:v>1.4</c:v>
                </c:pt>
                <c:pt idx="90">
                  <c:v>1.4</c:v>
                </c:pt>
                <c:pt idx="91">
                  <c:v>1.6</c:v>
                </c:pt>
                <c:pt idx="92">
                  <c:v>1.6</c:v>
                </c:pt>
                <c:pt idx="93">
                  <c:v>1.6</c:v>
                </c:pt>
                <c:pt idx="94">
                  <c:v>1.8</c:v>
                </c:pt>
                <c:pt idx="95">
                  <c:v>1.8</c:v>
                </c:pt>
                <c:pt idx="96">
                  <c:v>1.8</c:v>
                </c:pt>
                <c:pt idx="97">
                  <c:v>1.8</c:v>
                </c:pt>
                <c:pt idx="98">
                  <c:v>1.8</c:v>
                </c:pt>
                <c:pt idx="99">
                  <c:v>1.8</c:v>
                </c:pt>
                <c:pt idx="100">
                  <c:v>1.8</c:v>
                </c:pt>
                <c:pt idx="101">
                  <c:v>1.8</c:v>
                </c:pt>
                <c:pt idx="102">
                  <c:v>1.8</c:v>
                </c:pt>
                <c:pt idx="103">
                  <c:v>1.8</c:v>
                </c:pt>
                <c:pt idx="104">
                  <c:v>1.8</c:v>
                </c:pt>
                <c:pt idx="105">
                  <c:v>1.8</c:v>
                </c:pt>
                <c:pt idx="106">
                  <c:v>1.8</c:v>
                </c:pt>
                <c:pt idx="107">
                  <c:v>1.8</c:v>
                </c:pt>
                <c:pt idx="108">
                  <c:v>1.8</c:v>
                </c:pt>
                <c:pt idx="109">
                  <c:v>1.8</c:v>
                </c:pt>
                <c:pt idx="110">
                  <c:v>1.8</c:v>
                </c:pt>
                <c:pt idx="111">
                  <c:v>1.8</c:v>
                </c:pt>
                <c:pt idx="112">
                  <c:v>1.8</c:v>
                </c:pt>
                <c:pt idx="113">
                  <c:v>1.8</c:v>
                </c:pt>
                <c:pt idx="114">
                  <c:v>1.8</c:v>
                </c:pt>
                <c:pt idx="115">
                  <c:v>1.8</c:v>
                </c:pt>
                <c:pt idx="116">
                  <c:v>2</c:v>
                </c:pt>
                <c:pt idx="117">
                  <c:v>2.2000000000000002</c:v>
                </c:pt>
                <c:pt idx="118">
                  <c:v>2.2000000000000002</c:v>
                </c:pt>
                <c:pt idx="119">
                  <c:v>2.2000000000000002</c:v>
                </c:pt>
                <c:pt idx="120">
                  <c:v>2.2000000000000002</c:v>
                </c:pt>
                <c:pt idx="121">
                  <c:v>2.2000000000000002</c:v>
                </c:pt>
                <c:pt idx="122">
                  <c:v>2.2000000000000002</c:v>
                </c:pt>
                <c:pt idx="123">
                  <c:v>2.2000000000000002</c:v>
                </c:pt>
                <c:pt idx="124">
                  <c:v>2.2000000000000002</c:v>
                </c:pt>
                <c:pt idx="125">
                  <c:v>2.2000000000000002</c:v>
                </c:pt>
                <c:pt idx="126">
                  <c:v>2.2000000000000002</c:v>
                </c:pt>
                <c:pt idx="127">
                  <c:v>2.2000000000000002</c:v>
                </c:pt>
                <c:pt idx="128">
                  <c:v>2.2000000000000002</c:v>
                </c:pt>
                <c:pt idx="129">
                  <c:v>2.2000000000000002</c:v>
                </c:pt>
                <c:pt idx="130">
                  <c:v>2.2000000000000002</c:v>
                </c:pt>
                <c:pt idx="131">
                  <c:v>2.2000000000000002</c:v>
                </c:pt>
                <c:pt idx="132">
                  <c:v>2.2000000000000002</c:v>
                </c:pt>
                <c:pt idx="133">
                  <c:v>2.2000000000000002</c:v>
                </c:pt>
                <c:pt idx="134">
                  <c:v>2.2000000000000002</c:v>
                </c:pt>
                <c:pt idx="135">
                  <c:v>2.2000000000000002</c:v>
                </c:pt>
                <c:pt idx="136">
                  <c:v>2.2000000000000002</c:v>
                </c:pt>
                <c:pt idx="137">
                  <c:v>2.2000000000000002</c:v>
                </c:pt>
                <c:pt idx="138">
                  <c:v>2.2000000000000002</c:v>
                </c:pt>
                <c:pt idx="139">
                  <c:v>2.2000000000000002</c:v>
                </c:pt>
                <c:pt idx="140">
                  <c:v>2.2000000000000002</c:v>
                </c:pt>
                <c:pt idx="141">
                  <c:v>2.2000000000000002</c:v>
                </c:pt>
                <c:pt idx="142">
                  <c:v>2.2000000000000002</c:v>
                </c:pt>
                <c:pt idx="143">
                  <c:v>2.2000000000000002</c:v>
                </c:pt>
                <c:pt idx="144">
                  <c:v>2.2000000000000002</c:v>
                </c:pt>
                <c:pt idx="145">
                  <c:v>2.2000000000000002</c:v>
                </c:pt>
                <c:pt idx="146">
                  <c:v>2.2000000000000002</c:v>
                </c:pt>
                <c:pt idx="147">
                  <c:v>2.2000000000000002</c:v>
                </c:pt>
                <c:pt idx="148">
                  <c:v>2.2000000000000002</c:v>
                </c:pt>
                <c:pt idx="149">
                  <c:v>2.4</c:v>
                </c:pt>
                <c:pt idx="150">
                  <c:v>2.4</c:v>
                </c:pt>
                <c:pt idx="151">
                  <c:v>2.4</c:v>
                </c:pt>
                <c:pt idx="152">
                  <c:v>2.4</c:v>
                </c:pt>
                <c:pt idx="153">
                  <c:v>2.4</c:v>
                </c:pt>
                <c:pt idx="154">
                  <c:v>2.4</c:v>
                </c:pt>
                <c:pt idx="155">
                  <c:v>2.4</c:v>
                </c:pt>
                <c:pt idx="156">
                  <c:v>2.4</c:v>
                </c:pt>
                <c:pt idx="157">
                  <c:v>2.4</c:v>
                </c:pt>
                <c:pt idx="158">
                  <c:v>2.4</c:v>
                </c:pt>
                <c:pt idx="159">
                  <c:v>2.4</c:v>
                </c:pt>
                <c:pt idx="160">
                  <c:v>2.4</c:v>
                </c:pt>
                <c:pt idx="161">
                  <c:v>2.4</c:v>
                </c:pt>
                <c:pt idx="162">
                  <c:v>2.4</c:v>
                </c:pt>
                <c:pt idx="163">
                  <c:v>2.4</c:v>
                </c:pt>
                <c:pt idx="164">
                  <c:v>2.4</c:v>
                </c:pt>
                <c:pt idx="165">
                  <c:v>2.4</c:v>
                </c:pt>
                <c:pt idx="166">
                  <c:v>2.4</c:v>
                </c:pt>
                <c:pt idx="167">
                  <c:v>2.4</c:v>
                </c:pt>
                <c:pt idx="168">
                  <c:v>2.4</c:v>
                </c:pt>
                <c:pt idx="169">
                  <c:v>2.4</c:v>
                </c:pt>
                <c:pt idx="170">
                  <c:v>2.4</c:v>
                </c:pt>
                <c:pt idx="171">
                  <c:v>2.4</c:v>
                </c:pt>
                <c:pt idx="172">
                  <c:v>2.4</c:v>
                </c:pt>
                <c:pt idx="173">
                  <c:v>2.4</c:v>
                </c:pt>
                <c:pt idx="174">
                  <c:v>2.4</c:v>
                </c:pt>
                <c:pt idx="175">
                  <c:v>2.4</c:v>
                </c:pt>
                <c:pt idx="176">
                  <c:v>2.4</c:v>
                </c:pt>
                <c:pt idx="177">
                  <c:v>2.4</c:v>
                </c:pt>
                <c:pt idx="178">
                  <c:v>2.4</c:v>
                </c:pt>
                <c:pt idx="179">
                  <c:v>2.4</c:v>
                </c:pt>
                <c:pt idx="180">
                  <c:v>2.4</c:v>
                </c:pt>
                <c:pt idx="181">
                  <c:v>2.4</c:v>
                </c:pt>
                <c:pt idx="182">
                  <c:v>2.4</c:v>
                </c:pt>
                <c:pt idx="183">
                  <c:v>2.4</c:v>
                </c:pt>
                <c:pt idx="184">
                  <c:v>2.4</c:v>
                </c:pt>
                <c:pt idx="185">
                  <c:v>2.4</c:v>
                </c:pt>
                <c:pt idx="186">
                  <c:v>2.4</c:v>
                </c:pt>
                <c:pt idx="187">
                  <c:v>2.4</c:v>
                </c:pt>
                <c:pt idx="188">
                  <c:v>2.4</c:v>
                </c:pt>
                <c:pt idx="189">
                  <c:v>2.4</c:v>
                </c:pt>
                <c:pt idx="190">
                  <c:v>2.4</c:v>
                </c:pt>
                <c:pt idx="191">
                  <c:v>2.6</c:v>
                </c:pt>
                <c:pt idx="192">
                  <c:v>2.6</c:v>
                </c:pt>
                <c:pt idx="193">
                  <c:v>2.6</c:v>
                </c:pt>
                <c:pt idx="194">
                  <c:v>2.6</c:v>
                </c:pt>
                <c:pt idx="195">
                  <c:v>2.6</c:v>
                </c:pt>
                <c:pt idx="196">
                  <c:v>2.6</c:v>
                </c:pt>
                <c:pt idx="197">
                  <c:v>2.6</c:v>
                </c:pt>
                <c:pt idx="198">
                  <c:v>2.6</c:v>
                </c:pt>
                <c:pt idx="199">
                  <c:v>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2FAF-4D1D-8125-BD21E414C4E0}"/>
            </c:ext>
          </c:extLst>
        </c:ser>
        <c:ser>
          <c:idx val="8"/>
          <c:order val="8"/>
          <c:tx>
            <c:strRef>
              <c:f>save1!$FC$1416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save1!$FC$1417:$FC$1616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FAF-4D1D-8125-BD21E414C4E0}"/>
            </c:ext>
          </c:extLst>
        </c:ser>
        <c:ser>
          <c:idx val="9"/>
          <c:order val="9"/>
          <c:tx>
            <c:strRef>
              <c:f>save1!$FD$1416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save1!$FD$1417:$FD$1616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0.6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0.6</c:v>
                </c:pt>
                <c:pt idx="24">
                  <c:v>0.6</c:v>
                </c:pt>
                <c:pt idx="25">
                  <c:v>0.6</c:v>
                </c:pt>
                <c:pt idx="26">
                  <c:v>0.8</c:v>
                </c:pt>
                <c:pt idx="27">
                  <c:v>0.8</c:v>
                </c:pt>
                <c:pt idx="28">
                  <c:v>0.8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0.8</c:v>
                </c:pt>
                <c:pt idx="38">
                  <c:v>0.8</c:v>
                </c:pt>
                <c:pt idx="39">
                  <c:v>0.8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1.2</c:v>
                </c:pt>
                <c:pt idx="48">
                  <c:v>1.2</c:v>
                </c:pt>
                <c:pt idx="49">
                  <c:v>1.2</c:v>
                </c:pt>
                <c:pt idx="50">
                  <c:v>1.2</c:v>
                </c:pt>
                <c:pt idx="51">
                  <c:v>1.2</c:v>
                </c:pt>
                <c:pt idx="52">
                  <c:v>1.2</c:v>
                </c:pt>
                <c:pt idx="53">
                  <c:v>1.2</c:v>
                </c:pt>
                <c:pt idx="54">
                  <c:v>1.4</c:v>
                </c:pt>
                <c:pt idx="55">
                  <c:v>1.4</c:v>
                </c:pt>
                <c:pt idx="56">
                  <c:v>1.4</c:v>
                </c:pt>
                <c:pt idx="57">
                  <c:v>1.4</c:v>
                </c:pt>
                <c:pt idx="58">
                  <c:v>1.4</c:v>
                </c:pt>
                <c:pt idx="59">
                  <c:v>1.8</c:v>
                </c:pt>
                <c:pt idx="60">
                  <c:v>1.8</c:v>
                </c:pt>
                <c:pt idx="61">
                  <c:v>2</c:v>
                </c:pt>
                <c:pt idx="62">
                  <c:v>2.2000000000000002</c:v>
                </c:pt>
                <c:pt idx="63">
                  <c:v>2.2000000000000002</c:v>
                </c:pt>
                <c:pt idx="64">
                  <c:v>2.2000000000000002</c:v>
                </c:pt>
                <c:pt idx="65">
                  <c:v>2.2000000000000002</c:v>
                </c:pt>
                <c:pt idx="66">
                  <c:v>2.2000000000000002</c:v>
                </c:pt>
                <c:pt idx="67">
                  <c:v>2.2000000000000002</c:v>
                </c:pt>
                <c:pt idx="68">
                  <c:v>2.2000000000000002</c:v>
                </c:pt>
                <c:pt idx="69">
                  <c:v>2.2000000000000002</c:v>
                </c:pt>
                <c:pt idx="70">
                  <c:v>2.2000000000000002</c:v>
                </c:pt>
                <c:pt idx="71">
                  <c:v>2.2000000000000002</c:v>
                </c:pt>
                <c:pt idx="72">
                  <c:v>2.2000000000000002</c:v>
                </c:pt>
                <c:pt idx="73">
                  <c:v>2.4</c:v>
                </c:pt>
                <c:pt idx="74">
                  <c:v>2.6</c:v>
                </c:pt>
                <c:pt idx="75">
                  <c:v>2.6</c:v>
                </c:pt>
                <c:pt idx="76">
                  <c:v>2.6</c:v>
                </c:pt>
                <c:pt idx="77">
                  <c:v>2.6</c:v>
                </c:pt>
                <c:pt idx="78">
                  <c:v>2.6</c:v>
                </c:pt>
                <c:pt idx="79">
                  <c:v>2.6</c:v>
                </c:pt>
                <c:pt idx="80">
                  <c:v>2.6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3.2</c:v>
                </c:pt>
                <c:pt idx="103">
                  <c:v>3.2</c:v>
                </c:pt>
                <c:pt idx="104">
                  <c:v>3.2</c:v>
                </c:pt>
                <c:pt idx="105">
                  <c:v>3.4</c:v>
                </c:pt>
                <c:pt idx="106">
                  <c:v>3.6</c:v>
                </c:pt>
                <c:pt idx="107">
                  <c:v>4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4.2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4.4000000000000004</c:v>
                </c:pt>
                <c:pt idx="127">
                  <c:v>4.4000000000000004</c:v>
                </c:pt>
                <c:pt idx="128">
                  <c:v>4.4000000000000004</c:v>
                </c:pt>
                <c:pt idx="129">
                  <c:v>4.4000000000000004</c:v>
                </c:pt>
                <c:pt idx="130">
                  <c:v>4.8</c:v>
                </c:pt>
                <c:pt idx="131">
                  <c:v>4.8</c:v>
                </c:pt>
                <c:pt idx="132">
                  <c:v>4.8</c:v>
                </c:pt>
                <c:pt idx="133">
                  <c:v>4.8</c:v>
                </c:pt>
                <c:pt idx="134">
                  <c:v>4.8</c:v>
                </c:pt>
                <c:pt idx="135">
                  <c:v>4.8</c:v>
                </c:pt>
                <c:pt idx="136">
                  <c:v>4.8</c:v>
                </c:pt>
                <c:pt idx="137">
                  <c:v>4.8</c:v>
                </c:pt>
                <c:pt idx="138">
                  <c:v>4.8</c:v>
                </c:pt>
                <c:pt idx="139">
                  <c:v>5</c:v>
                </c:pt>
                <c:pt idx="140">
                  <c:v>5</c:v>
                </c:pt>
                <c:pt idx="141">
                  <c:v>5.2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5.4</c:v>
                </c:pt>
                <c:pt idx="151">
                  <c:v>5.4</c:v>
                </c:pt>
                <c:pt idx="152">
                  <c:v>5.4</c:v>
                </c:pt>
                <c:pt idx="153">
                  <c:v>5.6</c:v>
                </c:pt>
                <c:pt idx="154">
                  <c:v>5.6</c:v>
                </c:pt>
                <c:pt idx="155">
                  <c:v>5.6</c:v>
                </c:pt>
                <c:pt idx="156">
                  <c:v>5.6</c:v>
                </c:pt>
                <c:pt idx="157">
                  <c:v>5.6</c:v>
                </c:pt>
                <c:pt idx="158">
                  <c:v>5.6</c:v>
                </c:pt>
                <c:pt idx="159">
                  <c:v>5.6</c:v>
                </c:pt>
                <c:pt idx="160">
                  <c:v>5.6</c:v>
                </c:pt>
                <c:pt idx="161">
                  <c:v>5.6</c:v>
                </c:pt>
                <c:pt idx="162">
                  <c:v>5.6</c:v>
                </c:pt>
                <c:pt idx="163">
                  <c:v>5.6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5.8</c:v>
                </c:pt>
                <c:pt idx="169">
                  <c:v>5.8</c:v>
                </c:pt>
                <c:pt idx="170">
                  <c:v>6</c:v>
                </c:pt>
                <c:pt idx="171">
                  <c:v>6</c:v>
                </c:pt>
                <c:pt idx="172">
                  <c:v>6.2</c:v>
                </c:pt>
                <c:pt idx="173">
                  <c:v>6.4</c:v>
                </c:pt>
                <c:pt idx="174">
                  <c:v>6.4</c:v>
                </c:pt>
                <c:pt idx="175">
                  <c:v>6.4</c:v>
                </c:pt>
                <c:pt idx="176">
                  <c:v>6.4</c:v>
                </c:pt>
                <c:pt idx="177">
                  <c:v>6.4</c:v>
                </c:pt>
                <c:pt idx="178">
                  <c:v>6.4</c:v>
                </c:pt>
                <c:pt idx="179">
                  <c:v>6.4</c:v>
                </c:pt>
                <c:pt idx="180">
                  <c:v>6.4</c:v>
                </c:pt>
                <c:pt idx="181">
                  <c:v>6.4</c:v>
                </c:pt>
                <c:pt idx="182">
                  <c:v>6.4</c:v>
                </c:pt>
                <c:pt idx="183">
                  <c:v>6.6</c:v>
                </c:pt>
                <c:pt idx="184">
                  <c:v>6.6</c:v>
                </c:pt>
                <c:pt idx="185">
                  <c:v>6.8</c:v>
                </c:pt>
                <c:pt idx="186">
                  <c:v>7</c:v>
                </c:pt>
                <c:pt idx="187">
                  <c:v>7</c:v>
                </c:pt>
                <c:pt idx="188">
                  <c:v>7.2</c:v>
                </c:pt>
                <c:pt idx="189">
                  <c:v>7.2</c:v>
                </c:pt>
                <c:pt idx="190">
                  <c:v>7.2</c:v>
                </c:pt>
                <c:pt idx="191">
                  <c:v>7.2</c:v>
                </c:pt>
                <c:pt idx="192">
                  <c:v>7.2</c:v>
                </c:pt>
                <c:pt idx="193">
                  <c:v>7.2</c:v>
                </c:pt>
                <c:pt idx="194">
                  <c:v>7.2</c:v>
                </c:pt>
                <c:pt idx="195">
                  <c:v>7.2</c:v>
                </c:pt>
                <c:pt idx="196">
                  <c:v>7.2</c:v>
                </c:pt>
                <c:pt idx="197">
                  <c:v>7.4</c:v>
                </c:pt>
                <c:pt idx="198">
                  <c:v>7.4</c:v>
                </c:pt>
                <c:pt idx="199">
                  <c:v>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FAF-4D1D-8125-BD21E414C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Gilded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save1!$EU$1618</c:f>
              <c:strCache>
                <c:ptCount val="1"/>
                <c:pt idx="0">
                  <c:v>Coins</c:v>
                </c:pt>
              </c:strCache>
            </c:strRef>
          </c:tx>
          <c:spPr>
            <a:ln w="28575" cap="rnd">
              <a:solidFill>
                <a:srgbClr val="CC99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save1!$EU$1619:$EU$1818</c:f>
              <c:numCache>
                <c:formatCode>General</c:formatCode>
                <c:ptCount val="200"/>
                <c:pt idx="0">
                  <c:v>0</c:v>
                </c:pt>
                <c:pt idx="1">
                  <c:v>1.2</c:v>
                </c:pt>
                <c:pt idx="2">
                  <c:v>1.2</c:v>
                </c:pt>
                <c:pt idx="3">
                  <c:v>3</c:v>
                </c:pt>
                <c:pt idx="4">
                  <c:v>3.6</c:v>
                </c:pt>
                <c:pt idx="5">
                  <c:v>3.8</c:v>
                </c:pt>
                <c:pt idx="6">
                  <c:v>4</c:v>
                </c:pt>
                <c:pt idx="7">
                  <c:v>4.4000000000000004</c:v>
                </c:pt>
                <c:pt idx="8">
                  <c:v>4.4000000000000004</c:v>
                </c:pt>
                <c:pt idx="9">
                  <c:v>4.8</c:v>
                </c:pt>
                <c:pt idx="10">
                  <c:v>4.8</c:v>
                </c:pt>
                <c:pt idx="11">
                  <c:v>5.2</c:v>
                </c:pt>
                <c:pt idx="12">
                  <c:v>6.4</c:v>
                </c:pt>
                <c:pt idx="13">
                  <c:v>6.4</c:v>
                </c:pt>
                <c:pt idx="14">
                  <c:v>6.4</c:v>
                </c:pt>
                <c:pt idx="15">
                  <c:v>6.6</c:v>
                </c:pt>
                <c:pt idx="16">
                  <c:v>7</c:v>
                </c:pt>
                <c:pt idx="17">
                  <c:v>7.6</c:v>
                </c:pt>
                <c:pt idx="18">
                  <c:v>7.8</c:v>
                </c:pt>
                <c:pt idx="19">
                  <c:v>9.1999999999999993</c:v>
                </c:pt>
                <c:pt idx="20">
                  <c:v>9.1999999999999993</c:v>
                </c:pt>
                <c:pt idx="21">
                  <c:v>9.4</c:v>
                </c:pt>
                <c:pt idx="22">
                  <c:v>9.4</c:v>
                </c:pt>
                <c:pt idx="23">
                  <c:v>10.6</c:v>
                </c:pt>
                <c:pt idx="24">
                  <c:v>11</c:v>
                </c:pt>
                <c:pt idx="25">
                  <c:v>11</c:v>
                </c:pt>
                <c:pt idx="26">
                  <c:v>11</c:v>
                </c:pt>
                <c:pt idx="27">
                  <c:v>11</c:v>
                </c:pt>
                <c:pt idx="28">
                  <c:v>11.8</c:v>
                </c:pt>
                <c:pt idx="29">
                  <c:v>12.6</c:v>
                </c:pt>
                <c:pt idx="30">
                  <c:v>12.8</c:v>
                </c:pt>
                <c:pt idx="31">
                  <c:v>12.8</c:v>
                </c:pt>
                <c:pt idx="32">
                  <c:v>12.8</c:v>
                </c:pt>
                <c:pt idx="33">
                  <c:v>13.2</c:v>
                </c:pt>
                <c:pt idx="34">
                  <c:v>13.4</c:v>
                </c:pt>
                <c:pt idx="35">
                  <c:v>13.4</c:v>
                </c:pt>
                <c:pt idx="36">
                  <c:v>13.4</c:v>
                </c:pt>
                <c:pt idx="37">
                  <c:v>13.6</c:v>
                </c:pt>
                <c:pt idx="38">
                  <c:v>14</c:v>
                </c:pt>
                <c:pt idx="39">
                  <c:v>14.2</c:v>
                </c:pt>
                <c:pt idx="40">
                  <c:v>14.4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15.2</c:v>
                </c:pt>
                <c:pt idx="45">
                  <c:v>15.6</c:v>
                </c:pt>
                <c:pt idx="46">
                  <c:v>15.6</c:v>
                </c:pt>
                <c:pt idx="47">
                  <c:v>15.6</c:v>
                </c:pt>
                <c:pt idx="48">
                  <c:v>15.6</c:v>
                </c:pt>
                <c:pt idx="49">
                  <c:v>16.2</c:v>
                </c:pt>
                <c:pt idx="50">
                  <c:v>16.2</c:v>
                </c:pt>
                <c:pt idx="51">
                  <c:v>16.600000000000001</c:v>
                </c:pt>
                <c:pt idx="52">
                  <c:v>16.600000000000001</c:v>
                </c:pt>
                <c:pt idx="53">
                  <c:v>17</c:v>
                </c:pt>
                <c:pt idx="54">
                  <c:v>17.2</c:v>
                </c:pt>
                <c:pt idx="55">
                  <c:v>17.600000000000001</c:v>
                </c:pt>
                <c:pt idx="56">
                  <c:v>17.600000000000001</c:v>
                </c:pt>
                <c:pt idx="57">
                  <c:v>17.600000000000001</c:v>
                </c:pt>
                <c:pt idx="58">
                  <c:v>17.8</c:v>
                </c:pt>
                <c:pt idx="59">
                  <c:v>17.8</c:v>
                </c:pt>
                <c:pt idx="60">
                  <c:v>18</c:v>
                </c:pt>
                <c:pt idx="61">
                  <c:v>18</c:v>
                </c:pt>
                <c:pt idx="62">
                  <c:v>18.600000000000001</c:v>
                </c:pt>
                <c:pt idx="63">
                  <c:v>18.600000000000001</c:v>
                </c:pt>
                <c:pt idx="64">
                  <c:v>18.600000000000001</c:v>
                </c:pt>
                <c:pt idx="65">
                  <c:v>18.600000000000001</c:v>
                </c:pt>
                <c:pt idx="66">
                  <c:v>18.8</c:v>
                </c:pt>
                <c:pt idx="67">
                  <c:v>18.8</c:v>
                </c:pt>
                <c:pt idx="68">
                  <c:v>19.600000000000001</c:v>
                </c:pt>
                <c:pt idx="69">
                  <c:v>19.600000000000001</c:v>
                </c:pt>
                <c:pt idx="70">
                  <c:v>19.8</c:v>
                </c:pt>
                <c:pt idx="71">
                  <c:v>19.8</c:v>
                </c:pt>
                <c:pt idx="72">
                  <c:v>19.8</c:v>
                </c:pt>
                <c:pt idx="73">
                  <c:v>19.8</c:v>
                </c:pt>
                <c:pt idx="74">
                  <c:v>20.6</c:v>
                </c:pt>
                <c:pt idx="75">
                  <c:v>20.6</c:v>
                </c:pt>
                <c:pt idx="76">
                  <c:v>20.8</c:v>
                </c:pt>
                <c:pt idx="77">
                  <c:v>21</c:v>
                </c:pt>
                <c:pt idx="78">
                  <c:v>21</c:v>
                </c:pt>
                <c:pt idx="79">
                  <c:v>21.4</c:v>
                </c:pt>
                <c:pt idx="80">
                  <c:v>22</c:v>
                </c:pt>
                <c:pt idx="81">
                  <c:v>22</c:v>
                </c:pt>
                <c:pt idx="82">
                  <c:v>22.2</c:v>
                </c:pt>
                <c:pt idx="83">
                  <c:v>22.2</c:v>
                </c:pt>
                <c:pt idx="84">
                  <c:v>22.2</c:v>
                </c:pt>
                <c:pt idx="85">
                  <c:v>22.2</c:v>
                </c:pt>
                <c:pt idx="86">
                  <c:v>22.2</c:v>
                </c:pt>
                <c:pt idx="87">
                  <c:v>22.4</c:v>
                </c:pt>
                <c:pt idx="88">
                  <c:v>22.8</c:v>
                </c:pt>
                <c:pt idx="89">
                  <c:v>23</c:v>
                </c:pt>
                <c:pt idx="90">
                  <c:v>23</c:v>
                </c:pt>
                <c:pt idx="91">
                  <c:v>23</c:v>
                </c:pt>
                <c:pt idx="92">
                  <c:v>23.2</c:v>
                </c:pt>
                <c:pt idx="93">
                  <c:v>23.2</c:v>
                </c:pt>
                <c:pt idx="94">
                  <c:v>23.4</c:v>
                </c:pt>
                <c:pt idx="95">
                  <c:v>23.4</c:v>
                </c:pt>
                <c:pt idx="96">
                  <c:v>23.6</c:v>
                </c:pt>
                <c:pt idx="97">
                  <c:v>24.6</c:v>
                </c:pt>
                <c:pt idx="98">
                  <c:v>24.6</c:v>
                </c:pt>
                <c:pt idx="99">
                  <c:v>24.6</c:v>
                </c:pt>
                <c:pt idx="100">
                  <c:v>24.8</c:v>
                </c:pt>
                <c:pt idx="101">
                  <c:v>25</c:v>
                </c:pt>
                <c:pt idx="102">
                  <c:v>25.2</c:v>
                </c:pt>
                <c:pt idx="103">
                  <c:v>25.6</c:v>
                </c:pt>
                <c:pt idx="104">
                  <c:v>25.6</c:v>
                </c:pt>
                <c:pt idx="105">
                  <c:v>25.6</c:v>
                </c:pt>
                <c:pt idx="106">
                  <c:v>25.6</c:v>
                </c:pt>
                <c:pt idx="107">
                  <c:v>25.6</c:v>
                </c:pt>
                <c:pt idx="108">
                  <c:v>25.6</c:v>
                </c:pt>
                <c:pt idx="109">
                  <c:v>25.6</c:v>
                </c:pt>
                <c:pt idx="110">
                  <c:v>25.6</c:v>
                </c:pt>
                <c:pt idx="111">
                  <c:v>25.8</c:v>
                </c:pt>
                <c:pt idx="112">
                  <c:v>26</c:v>
                </c:pt>
                <c:pt idx="113">
                  <c:v>26</c:v>
                </c:pt>
                <c:pt idx="114">
                  <c:v>26.6</c:v>
                </c:pt>
                <c:pt idx="115">
                  <c:v>26.6</c:v>
                </c:pt>
                <c:pt idx="116">
                  <c:v>26.6</c:v>
                </c:pt>
                <c:pt idx="117">
                  <c:v>26.6</c:v>
                </c:pt>
                <c:pt idx="118">
                  <c:v>26.8</c:v>
                </c:pt>
                <c:pt idx="119">
                  <c:v>26.8</c:v>
                </c:pt>
                <c:pt idx="120">
                  <c:v>26.8</c:v>
                </c:pt>
                <c:pt idx="121">
                  <c:v>27</c:v>
                </c:pt>
                <c:pt idx="122">
                  <c:v>27</c:v>
                </c:pt>
                <c:pt idx="123">
                  <c:v>27.2</c:v>
                </c:pt>
                <c:pt idx="124">
                  <c:v>27.4</c:v>
                </c:pt>
                <c:pt idx="125">
                  <c:v>27.4</c:v>
                </c:pt>
                <c:pt idx="126">
                  <c:v>27.6</c:v>
                </c:pt>
                <c:pt idx="127">
                  <c:v>28.6</c:v>
                </c:pt>
                <c:pt idx="128">
                  <c:v>28.6</c:v>
                </c:pt>
                <c:pt idx="129">
                  <c:v>29</c:v>
                </c:pt>
                <c:pt idx="130">
                  <c:v>29</c:v>
                </c:pt>
                <c:pt idx="131">
                  <c:v>29.2</c:v>
                </c:pt>
                <c:pt idx="132">
                  <c:v>29.2</c:v>
                </c:pt>
                <c:pt idx="133">
                  <c:v>29.2</c:v>
                </c:pt>
                <c:pt idx="134">
                  <c:v>30</c:v>
                </c:pt>
                <c:pt idx="135">
                  <c:v>31.2</c:v>
                </c:pt>
                <c:pt idx="136">
                  <c:v>31.2</c:v>
                </c:pt>
                <c:pt idx="137">
                  <c:v>31.4</c:v>
                </c:pt>
                <c:pt idx="138">
                  <c:v>31.6</c:v>
                </c:pt>
                <c:pt idx="139">
                  <c:v>31.8</c:v>
                </c:pt>
                <c:pt idx="140">
                  <c:v>31.8</c:v>
                </c:pt>
                <c:pt idx="141">
                  <c:v>32.6</c:v>
                </c:pt>
                <c:pt idx="142">
                  <c:v>32.799999999999997</c:v>
                </c:pt>
                <c:pt idx="143">
                  <c:v>33.200000000000003</c:v>
                </c:pt>
                <c:pt idx="144">
                  <c:v>33.200000000000003</c:v>
                </c:pt>
                <c:pt idx="145">
                  <c:v>33.200000000000003</c:v>
                </c:pt>
                <c:pt idx="146">
                  <c:v>33.6</c:v>
                </c:pt>
                <c:pt idx="147">
                  <c:v>33.799999999999997</c:v>
                </c:pt>
                <c:pt idx="148">
                  <c:v>33.799999999999997</c:v>
                </c:pt>
                <c:pt idx="149">
                  <c:v>33.799999999999997</c:v>
                </c:pt>
                <c:pt idx="150">
                  <c:v>34.4</c:v>
                </c:pt>
                <c:pt idx="151">
                  <c:v>34.4</c:v>
                </c:pt>
                <c:pt idx="152">
                  <c:v>35.799999999999997</c:v>
                </c:pt>
                <c:pt idx="153">
                  <c:v>36.200000000000003</c:v>
                </c:pt>
                <c:pt idx="154">
                  <c:v>38.799999999999997</c:v>
                </c:pt>
                <c:pt idx="155">
                  <c:v>39</c:v>
                </c:pt>
                <c:pt idx="156">
                  <c:v>39.6</c:v>
                </c:pt>
                <c:pt idx="157">
                  <c:v>39.6</c:v>
                </c:pt>
                <c:pt idx="158">
                  <c:v>39.6</c:v>
                </c:pt>
                <c:pt idx="159">
                  <c:v>41.2</c:v>
                </c:pt>
                <c:pt idx="160">
                  <c:v>41.2</c:v>
                </c:pt>
                <c:pt idx="161">
                  <c:v>41.2</c:v>
                </c:pt>
                <c:pt idx="162">
                  <c:v>41.4</c:v>
                </c:pt>
                <c:pt idx="163">
                  <c:v>43.4</c:v>
                </c:pt>
                <c:pt idx="164">
                  <c:v>43.6</c:v>
                </c:pt>
                <c:pt idx="165">
                  <c:v>43.6</c:v>
                </c:pt>
                <c:pt idx="166">
                  <c:v>43.8</c:v>
                </c:pt>
                <c:pt idx="167">
                  <c:v>43.8</c:v>
                </c:pt>
                <c:pt idx="168">
                  <c:v>44</c:v>
                </c:pt>
                <c:pt idx="169">
                  <c:v>44.2</c:v>
                </c:pt>
                <c:pt idx="170">
                  <c:v>44.4</c:v>
                </c:pt>
                <c:pt idx="171">
                  <c:v>44.4</c:v>
                </c:pt>
                <c:pt idx="172">
                  <c:v>44.4</c:v>
                </c:pt>
                <c:pt idx="173">
                  <c:v>45</c:v>
                </c:pt>
                <c:pt idx="174">
                  <c:v>45</c:v>
                </c:pt>
                <c:pt idx="175">
                  <c:v>45</c:v>
                </c:pt>
                <c:pt idx="176">
                  <c:v>45.2</c:v>
                </c:pt>
                <c:pt idx="177">
                  <c:v>47.2</c:v>
                </c:pt>
                <c:pt idx="178">
                  <c:v>47.2</c:v>
                </c:pt>
                <c:pt idx="179">
                  <c:v>48</c:v>
                </c:pt>
                <c:pt idx="180">
                  <c:v>48</c:v>
                </c:pt>
                <c:pt idx="181">
                  <c:v>48</c:v>
                </c:pt>
                <c:pt idx="182">
                  <c:v>48.2</c:v>
                </c:pt>
                <c:pt idx="183">
                  <c:v>48.2</c:v>
                </c:pt>
                <c:pt idx="184">
                  <c:v>48.2</c:v>
                </c:pt>
                <c:pt idx="185">
                  <c:v>48.2</c:v>
                </c:pt>
                <c:pt idx="186">
                  <c:v>48.4</c:v>
                </c:pt>
                <c:pt idx="187">
                  <c:v>48.8</c:v>
                </c:pt>
                <c:pt idx="188">
                  <c:v>48.8</c:v>
                </c:pt>
                <c:pt idx="189">
                  <c:v>49</c:v>
                </c:pt>
                <c:pt idx="190">
                  <c:v>50</c:v>
                </c:pt>
                <c:pt idx="191">
                  <c:v>50.6</c:v>
                </c:pt>
                <c:pt idx="192">
                  <c:v>50.6</c:v>
                </c:pt>
                <c:pt idx="193">
                  <c:v>50.6</c:v>
                </c:pt>
                <c:pt idx="194">
                  <c:v>50.8</c:v>
                </c:pt>
                <c:pt idx="195">
                  <c:v>51.4</c:v>
                </c:pt>
                <c:pt idx="196">
                  <c:v>51.4</c:v>
                </c:pt>
                <c:pt idx="197">
                  <c:v>51.4</c:v>
                </c:pt>
                <c:pt idx="198">
                  <c:v>51.4</c:v>
                </c:pt>
                <c:pt idx="199">
                  <c:v>51.4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9A-48C5-BA4E-B88E7D67128E}"/>
            </c:ext>
          </c:extLst>
        </c:ser>
        <c:ser>
          <c:idx val="1"/>
          <c:order val="1"/>
          <c:tx>
            <c:strRef>
              <c:f>save1!$EV$1618</c:f>
              <c:strCache>
                <c:ptCount val="1"/>
                <c:pt idx="0">
                  <c:v>Hearts</c:v>
                </c:pt>
              </c:strCache>
            </c:strRef>
          </c:tx>
          <c:spPr>
            <a:ln w="28575" cap="rnd">
              <a:solidFill>
                <a:srgbClr val="FF0000">
                  <a:alpha val="25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save1!$EV$1619:$EV$1818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0.4</c:v>
                </c:pt>
                <c:pt idx="3">
                  <c:v>0.6</c:v>
                </c:pt>
                <c:pt idx="4">
                  <c:v>1.2</c:v>
                </c:pt>
                <c:pt idx="5">
                  <c:v>1.2</c:v>
                </c:pt>
                <c:pt idx="6">
                  <c:v>1.2</c:v>
                </c:pt>
                <c:pt idx="7">
                  <c:v>1.6</c:v>
                </c:pt>
                <c:pt idx="8">
                  <c:v>2</c:v>
                </c:pt>
                <c:pt idx="9">
                  <c:v>2.2000000000000002</c:v>
                </c:pt>
                <c:pt idx="10">
                  <c:v>2.4</c:v>
                </c:pt>
                <c:pt idx="11">
                  <c:v>2.6</c:v>
                </c:pt>
                <c:pt idx="12">
                  <c:v>3</c:v>
                </c:pt>
                <c:pt idx="13">
                  <c:v>3.2</c:v>
                </c:pt>
                <c:pt idx="14">
                  <c:v>3.2</c:v>
                </c:pt>
                <c:pt idx="15">
                  <c:v>3.2</c:v>
                </c:pt>
                <c:pt idx="16">
                  <c:v>3.4</c:v>
                </c:pt>
                <c:pt idx="17">
                  <c:v>3.4</c:v>
                </c:pt>
                <c:pt idx="18">
                  <c:v>3.4</c:v>
                </c:pt>
                <c:pt idx="19">
                  <c:v>3.4</c:v>
                </c:pt>
                <c:pt idx="20">
                  <c:v>3.4</c:v>
                </c:pt>
                <c:pt idx="21">
                  <c:v>3.6</c:v>
                </c:pt>
                <c:pt idx="22">
                  <c:v>4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4.4000000000000004</c:v>
                </c:pt>
                <c:pt idx="27">
                  <c:v>4.4000000000000004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5.2</c:v>
                </c:pt>
                <c:pt idx="32">
                  <c:v>5.6</c:v>
                </c:pt>
                <c:pt idx="33">
                  <c:v>5.6</c:v>
                </c:pt>
                <c:pt idx="34">
                  <c:v>5.6</c:v>
                </c:pt>
                <c:pt idx="35">
                  <c:v>5.6</c:v>
                </c:pt>
                <c:pt idx="36">
                  <c:v>5.6</c:v>
                </c:pt>
                <c:pt idx="37">
                  <c:v>5.6</c:v>
                </c:pt>
                <c:pt idx="38">
                  <c:v>5.6</c:v>
                </c:pt>
                <c:pt idx="39">
                  <c:v>5.8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6.2</c:v>
                </c:pt>
                <c:pt idx="46">
                  <c:v>6.4</c:v>
                </c:pt>
                <c:pt idx="47">
                  <c:v>6.4</c:v>
                </c:pt>
                <c:pt idx="48">
                  <c:v>6.6</c:v>
                </c:pt>
                <c:pt idx="49">
                  <c:v>6.6</c:v>
                </c:pt>
                <c:pt idx="50">
                  <c:v>6.6</c:v>
                </c:pt>
                <c:pt idx="51">
                  <c:v>7.4</c:v>
                </c:pt>
                <c:pt idx="52">
                  <c:v>7.8</c:v>
                </c:pt>
                <c:pt idx="53">
                  <c:v>8.4</c:v>
                </c:pt>
                <c:pt idx="54">
                  <c:v>8.4</c:v>
                </c:pt>
                <c:pt idx="55">
                  <c:v>9</c:v>
                </c:pt>
                <c:pt idx="56">
                  <c:v>9.1999999999999993</c:v>
                </c:pt>
                <c:pt idx="57">
                  <c:v>9.4</c:v>
                </c:pt>
                <c:pt idx="58">
                  <c:v>9.6</c:v>
                </c:pt>
                <c:pt idx="59">
                  <c:v>9.6</c:v>
                </c:pt>
                <c:pt idx="60">
                  <c:v>9.8000000000000007</c:v>
                </c:pt>
                <c:pt idx="61">
                  <c:v>9.8000000000000007</c:v>
                </c:pt>
                <c:pt idx="62">
                  <c:v>10</c:v>
                </c:pt>
                <c:pt idx="63">
                  <c:v>10.199999999999999</c:v>
                </c:pt>
                <c:pt idx="64">
                  <c:v>10.199999999999999</c:v>
                </c:pt>
                <c:pt idx="65">
                  <c:v>10.199999999999999</c:v>
                </c:pt>
                <c:pt idx="66">
                  <c:v>10.4</c:v>
                </c:pt>
                <c:pt idx="67">
                  <c:v>10.4</c:v>
                </c:pt>
                <c:pt idx="68">
                  <c:v>10.8</c:v>
                </c:pt>
                <c:pt idx="69">
                  <c:v>11.6</c:v>
                </c:pt>
                <c:pt idx="70">
                  <c:v>11.6</c:v>
                </c:pt>
                <c:pt idx="71">
                  <c:v>12</c:v>
                </c:pt>
                <c:pt idx="72">
                  <c:v>12</c:v>
                </c:pt>
                <c:pt idx="73">
                  <c:v>12</c:v>
                </c:pt>
                <c:pt idx="74">
                  <c:v>12</c:v>
                </c:pt>
                <c:pt idx="75">
                  <c:v>12.2</c:v>
                </c:pt>
                <c:pt idx="76">
                  <c:v>12.2</c:v>
                </c:pt>
                <c:pt idx="77">
                  <c:v>12.4</c:v>
                </c:pt>
                <c:pt idx="78">
                  <c:v>12.4</c:v>
                </c:pt>
                <c:pt idx="79">
                  <c:v>12.8</c:v>
                </c:pt>
                <c:pt idx="80">
                  <c:v>13</c:v>
                </c:pt>
                <c:pt idx="81">
                  <c:v>13.2</c:v>
                </c:pt>
                <c:pt idx="82">
                  <c:v>13.6</c:v>
                </c:pt>
                <c:pt idx="83">
                  <c:v>13.6</c:v>
                </c:pt>
                <c:pt idx="84">
                  <c:v>13.8</c:v>
                </c:pt>
                <c:pt idx="85">
                  <c:v>14.2</c:v>
                </c:pt>
                <c:pt idx="86">
                  <c:v>14.2</c:v>
                </c:pt>
                <c:pt idx="87">
                  <c:v>14.4</c:v>
                </c:pt>
                <c:pt idx="88">
                  <c:v>14.4</c:v>
                </c:pt>
                <c:pt idx="89">
                  <c:v>15</c:v>
                </c:pt>
                <c:pt idx="90">
                  <c:v>15.2</c:v>
                </c:pt>
                <c:pt idx="91">
                  <c:v>15.2</c:v>
                </c:pt>
                <c:pt idx="92">
                  <c:v>15.6</c:v>
                </c:pt>
                <c:pt idx="93">
                  <c:v>15.8</c:v>
                </c:pt>
                <c:pt idx="94">
                  <c:v>15.8</c:v>
                </c:pt>
                <c:pt idx="95">
                  <c:v>15.8</c:v>
                </c:pt>
                <c:pt idx="96">
                  <c:v>15.8</c:v>
                </c:pt>
                <c:pt idx="97">
                  <c:v>16.2</c:v>
                </c:pt>
                <c:pt idx="98">
                  <c:v>16.2</c:v>
                </c:pt>
                <c:pt idx="99">
                  <c:v>16.2</c:v>
                </c:pt>
                <c:pt idx="100">
                  <c:v>16.399999999999999</c:v>
                </c:pt>
                <c:pt idx="101">
                  <c:v>16.399999999999999</c:v>
                </c:pt>
                <c:pt idx="102">
                  <c:v>16.399999999999999</c:v>
                </c:pt>
                <c:pt idx="103">
                  <c:v>16.399999999999999</c:v>
                </c:pt>
                <c:pt idx="104">
                  <c:v>16.600000000000001</c:v>
                </c:pt>
                <c:pt idx="105">
                  <c:v>17</c:v>
                </c:pt>
                <c:pt idx="106">
                  <c:v>17.399999999999999</c:v>
                </c:pt>
                <c:pt idx="107">
                  <c:v>17.600000000000001</c:v>
                </c:pt>
                <c:pt idx="108">
                  <c:v>17.600000000000001</c:v>
                </c:pt>
                <c:pt idx="109">
                  <c:v>17.600000000000001</c:v>
                </c:pt>
                <c:pt idx="110">
                  <c:v>17.600000000000001</c:v>
                </c:pt>
                <c:pt idx="111">
                  <c:v>18</c:v>
                </c:pt>
                <c:pt idx="112">
                  <c:v>18</c:v>
                </c:pt>
                <c:pt idx="113">
                  <c:v>18.2</c:v>
                </c:pt>
                <c:pt idx="114">
                  <c:v>18.8</c:v>
                </c:pt>
                <c:pt idx="115">
                  <c:v>19</c:v>
                </c:pt>
                <c:pt idx="116">
                  <c:v>19.399999999999999</c:v>
                </c:pt>
                <c:pt idx="117">
                  <c:v>19.399999999999999</c:v>
                </c:pt>
                <c:pt idx="118">
                  <c:v>19.600000000000001</c:v>
                </c:pt>
                <c:pt idx="119">
                  <c:v>19.600000000000001</c:v>
                </c:pt>
                <c:pt idx="120">
                  <c:v>19.600000000000001</c:v>
                </c:pt>
                <c:pt idx="121">
                  <c:v>19.600000000000001</c:v>
                </c:pt>
                <c:pt idx="122">
                  <c:v>19.8</c:v>
                </c:pt>
                <c:pt idx="123">
                  <c:v>20.2</c:v>
                </c:pt>
                <c:pt idx="124">
                  <c:v>20.2</c:v>
                </c:pt>
                <c:pt idx="125">
                  <c:v>20.2</c:v>
                </c:pt>
                <c:pt idx="126">
                  <c:v>20.2</c:v>
                </c:pt>
                <c:pt idx="127">
                  <c:v>20.2</c:v>
                </c:pt>
                <c:pt idx="128">
                  <c:v>20.2</c:v>
                </c:pt>
                <c:pt idx="129">
                  <c:v>20.2</c:v>
                </c:pt>
                <c:pt idx="130">
                  <c:v>20.2</c:v>
                </c:pt>
                <c:pt idx="131">
                  <c:v>20.2</c:v>
                </c:pt>
                <c:pt idx="132">
                  <c:v>20.2</c:v>
                </c:pt>
                <c:pt idx="133">
                  <c:v>20.2</c:v>
                </c:pt>
                <c:pt idx="134">
                  <c:v>20.2</c:v>
                </c:pt>
                <c:pt idx="135">
                  <c:v>21.2</c:v>
                </c:pt>
                <c:pt idx="136">
                  <c:v>21.4</c:v>
                </c:pt>
                <c:pt idx="137">
                  <c:v>21.6</c:v>
                </c:pt>
                <c:pt idx="138">
                  <c:v>21.6</c:v>
                </c:pt>
                <c:pt idx="139">
                  <c:v>21.8</c:v>
                </c:pt>
                <c:pt idx="140">
                  <c:v>21.8</c:v>
                </c:pt>
                <c:pt idx="141">
                  <c:v>22.2</c:v>
                </c:pt>
                <c:pt idx="142">
                  <c:v>22.2</c:v>
                </c:pt>
                <c:pt idx="143">
                  <c:v>22.2</c:v>
                </c:pt>
                <c:pt idx="144">
                  <c:v>22.4</c:v>
                </c:pt>
                <c:pt idx="145">
                  <c:v>22.4</c:v>
                </c:pt>
                <c:pt idx="146">
                  <c:v>23.2</c:v>
                </c:pt>
                <c:pt idx="147">
                  <c:v>23.6</c:v>
                </c:pt>
                <c:pt idx="148">
                  <c:v>23.6</c:v>
                </c:pt>
                <c:pt idx="149">
                  <c:v>23.8</c:v>
                </c:pt>
                <c:pt idx="150">
                  <c:v>23.8</c:v>
                </c:pt>
                <c:pt idx="151">
                  <c:v>24</c:v>
                </c:pt>
                <c:pt idx="152">
                  <c:v>24</c:v>
                </c:pt>
                <c:pt idx="153">
                  <c:v>24</c:v>
                </c:pt>
                <c:pt idx="154">
                  <c:v>24</c:v>
                </c:pt>
                <c:pt idx="155">
                  <c:v>24.6</c:v>
                </c:pt>
                <c:pt idx="156">
                  <c:v>24.6</c:v>
                </c:pt>
                <c:pt idx="157">
                  <c:v>24.6</c:v>
                </c:pt>
                <c:pt idx="158">
                  <c:v>24.6</c:v>
                </c:pt>
                <c:pt idx="159">
                  <c:v>24.8</c:v>
                </c:pt>
                <c:pt idx="160">
                  <c:v>25</c:v>
                </c:pt>
                <c:pt idx="161">
                  <c:v>25.4</c:v>
                </c:pt>
                <c:pt idx="162">
                  <c:v>25.6</c:v>
                </c:pt>
                <c:pt idx="163">
                  <c:v>26</c:v>
                </c:pt>
                <c:pt idx="164">
                  <c:v>26</c:v>
                </c:pt>
                <c:pt idx="165">
                  <c:v>26</c:v>
                </c:pt>
                <c:pt idx="166">
                  <c:v>26.2</c:v>
                </c:pt>
                <c:pt idx="167">
                  <c:v>26.4</c:v>
                </c:pt>
                <c:pt idx="168">
                  <c:v>26.4</c:v>
                </c:pt>
                <c:pt idx="169">
                  <c:v>26.6</c:v>
                </c:pt>
                <c:pt idx="170">
                  <c:v>26.6</c:v>
                </c:pt>
                <c:pt idx="171">
                  <c:v>26.8</c:v>
                </c:pt>
                <c:pt idx="172">
                  <c:v>26.8</c:v>
                </c:pt>
                <c:pt idx="173">
                  <c:v>26.8</c:v>
                </c:pt>
                <c:pt idx="174">
                  <c:v>27.2</c:v>
                </c:pt>
                <c:pt idx="175">
                  <c:v>27.2</c:v>
                </c:pt>
                <c:pt idx="176">
                  <c:v>27.2</c:v>
                </c:pt>
                <c:pt idx="177">
                  <c:v>28.4</c:v>
                </c:pt>
                <c:pt idx="178">
                  <c:v>28.6</c:v>
                </c:pt>
                <c:pt idx="179">
                  <c:v>28.8</c:v>
                </c:pt>
                <c:pt idx="180">
                  <c:v>29.4</c:v>
                </c:pt>
                <c:pt idx="181">
                  <c:v>29.4</c:v>
                </c:pt>
                <c:pt idx="182">
                  <c:v>29.4</c:v>
                </c:pt>
                <c:pt idx="183">
                  <c:v>29.4</c:v>
                </c:pt>
                <c:pt idx="184">
                  <c:v>29.6</c:v>
                </c:pt>
                <c:pt idx="185">
                  <c:v>29.6</c:v>
                </c:pt>
                <c:pt idx="186">
                  <c:v>29.6</c:v>
                </c:pt>
                <c:pt idx="187">
                  <c:v>29.8</c:v>
                </c:pt>
                <c:pt idx="188">
                  <c:v>29.8</c:v>
                </c:pt>
                <c:pt idx="189">
                  <c:v>29.8</c:v>
                </c:pt>
                <c:pt idx="190">
                  <c:v>29.8</c:v>
                </c:pt>
                <c:pt idx="191">
                  <c:v>30.2</c:v>
                </c:pt>
                <c:pt idx="192">
                  <c:v>30.2</c:v>
                </c:pt>
                <c:pt idx="193">
                  <c:v>30.4</c:v>
                </c:pt>
                <c:pt idx="194">
                  <c:v>30.4</c:v>
                </c:pt>
                <c:pt idx="195">
                  <c:v>31.2</c:v>
                </c:pt>
                <c:pt idx="196">
                  <c:v>31.4</c:v>
                </c:pt>
                <c:pt idx="197">
                  <c:v>31.4</c:v>
                </c:pt>
                <c:pt idx="198">
                  <c:v>31.8</c:v>
                </c:pt>
                <c:pt idx="199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9A-48C5-BA4E-B88E7D67128E}"/>
            </c:ext>
          </c:extLst>
        </c:ser>
        <c:ser>
          <c:idx val="2"/>
          <c:order val="2"/>
          <c:tx>
            <c:strRef>
              <c:f>save1!$EW$1618</c:f>
              <c:strCache>
                <c:ptCount val="1"/>
                <c:pt idx="0">
                  <c:v>Keys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save1!$EW$1619:$EW$1818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0.2</c:v>
                </c:pt>
                <c:pt idx="3">
                  <c:v>0.2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0.4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0.4</c:v>
                </c:pt>
                <c:pt idx="18">
                  <c:v>0.4</c:v>
                </c:pt>
                <c:pt idx="19">
                  <c:v>0.6</c:v>
                </c:pt>
                <c:pt idx="20">
                  <c:v>0.6</c:v>
                </c:pt>
                <c:pt idx="21">
                  <c:v>0.6</c:v>
                </c:pt>
                <c:pt idx="22">
                  <c:v>0.6</c:v>
                </c:pt>
                <c:pt idx="23">
                  <c:v>0.8</c:v>
                </c:pt>
                <c:pt idx="24">
                  <c:v>0.8</c:v>
                </c:pt>
                <c:pt idx="25">
                  <c:v>0.8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0.8</c:v>
                </c:pt>
                <c:pt idx="30">
                  <c:v>0.8</c:v>
                </c:pt>
                <c:pt idx="31">
                  <c:v>0.8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0.8</c:v>
                </c:pt>
                <c:pt idx="37">
                  <c:v>1</c:v>
                </c:pt>
                <c:pt idx="38">
                  <c:v>0.8</c:v>
                </c:pt>
                <c:pt idx="39">
                  <c:v>0.8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0.2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F9A-48C5-BA4E-B88E7D67128E}"/>
            </c:ext>
          </c:extLst>
        </c:ser>
        <c:ser>
          <c:idx val="3"/>
          <c:order val="3"/>
          <c:tx>
            <c:strRef>
              <c:f>save1!$EX$1618</c:f>
              <c:strCache>
                <c:ptCount val="1"/>
                <c:pt idx="0">
                  <c:v>Bomb</c:v>
                </c:pt>
              </c:strCache>
            </c:strRef>
          </c:tx>
          <c:spPr>
            <a:ln w="28575" cap="rnd">
              <a:solidFill>
                <a:schemeClr val="tx1">
                  <a:lumMod val="50000"/>
                  <a:lumOff val="5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save1!$EX$1619:$EX$1818</c:f>
              <c:numCache>
                <c:formatCode>General</c:formatCode>
                <c:ptCount val="200"/>
                <c:pt idx="0">
                  <c:v>0</c:v>
                </c:pt>
                <c:pt idx="1">
                  <c:v>0.8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  <c:pt idx="5">
                  <c:v>1.4</c:v>
                </c:pt>
                <c:pt idx="6">
                  <c:v>1.4</c:v>
                </c:pt>
                <c:pt idx="7">
                  <c:v>1.6</c:v>
                </c:pt>
                <c:pt idx="8">
                  <c:v>1.8</c:v>
                </c:pt>
                <c:pt idx="9">
                  <c:v>2</c:v>
                </c:pt>
                <c:pt idx="10">
                  <c:v>2.2000000000000002</c:v>
                </c:pt>
                <c:pt idx="11">
                  <c:v>2.6</c:v>
                </c:pt>
                <c:pt idx="12">
                  <c:v>2.8</c:v>
                </c:pt>
                <c:pt idx="13">
                  <c:v>2.8</c:v>
                </c:pt>
                <c:pt idx="14">
                  <c:v>2.8</c:v>
                </c:pt>
                <c:pt idx="15">
                  <c:v>3</c:v>
                </c:pt>
                <c:pt idx="16">
                  <c:v>3.6</c:v>
                </c:pt>
                <c:pt idx="17">
                  <c:v>3.6</c:v>
                </c:pt>
                <c:pt idx="18">
                  <c:v>3.8</c:v>
                </c:pt>
                <c:pt idx="19">
                  <c:v>3.8</c:v>
                </c:pt>
                <c:pt idx="20">
                  <c:v>3.8</c:v>
                </c:pt>
                <c:pt idx="21">
                  <c:v>3.8</c:v>
                </c:pt>
                <c:pt idx="22">
                  <c:v>4</c:v>
                </c:pt>
                <c:pt idx="23">
                  <c:v>4.2</c:v>
                </c:pt>
                <c:pt idx="24">
                  <c:v>4.2</c:v>
                </c:pt>
                <c:pt idx="25">
                  <c:v>4.2</c:v>
                </c:pt>
                <c:pt idx="26">
                  <c:v>4.5999999999999996</c:v>
                </c:pt>
                <c:pt idx="27">
                  <c:v>4.5999999999999996</c:v>
                </c:pt>
                <c:pt idx="28">
                  <c:v>5.2</c:v>
                </c:pt>
                <c:pt idx="29">
                  <c:v>5.4</c:v>
                </c:pt>
                <c:pt idx="30">
                  <c:v>5.4</c:v>
                </c:pt>
                <c:pt idx="31">
                  <c:v>5.4</c:v>
                </c:pt>
                <c:pt idx="32">
                  <c:v>5.4</c:v>
                </c:pt>
                <c:pt idx="33">
                  <c:v>5.4</c:v>
                </c:pt>
                <c:pt idx="34">
                  <c:v>5.8</c:v>
                </c:pt>
                <c:pt idx="35">
                  <c:v>5.8</c:v>
                </c:pt>
                <c:pt idx="36">
                  <c:v>5.8</c:v>
                </c:pt>
                <c:pt idx="37">
                  <c:v>5.8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6.4</c:v>
                </c:pt>
                <c:pt idx="43">
                  <c:v>6.4</c:v>
                </c:pt>
                <c:pt idx="44">
                  <c:v>6.6</c:v>
                </c:pt>
                <c:pt idx="45">
                  <c:v>6.6</c:v>
                </c:pt>
                <c:pt idx="46">
                  <c:v>6.6</c:v>
                </c:pt>
                <c:pt idx="47">
                  <c:v>6.6</c:v>
                </c:pt>
                <c:pt idx="48">
                  <c:v>6.8</c:v>
                </c:pt>
                <c:pt idx="49">
                  <c:v>6.8</c:v>
                </c:pt>
                <c:pt idx="50">
                  <c:v>6.8</c:v>
                </c:pt>
                <c:pt idx="51">
                  <c:v>7.6</c:v>
                </c:pt>
                <c:pt idx="52">
                  <c:v>7.8</c:v>
                </c:pt>
                <c:pt idx="53">
                  <c:v>8</c:v>
                </c:pt>
                <c:pt idx="54">
                  <c:v>8</c:v>
                </c:pt>
                <c:pt idx="55">
                  <c:v>8.1999999999999993</c:v>
                </c:pt>
                <c:pt idx="56">
                  <c:v>8.1999999999999993</c:v>
                </c:pt>
                <c:pt idx="57">
                  <c:v>8.1999999999999993</c:v>
                </c:pt>
                <c:pt idx="58">
                  <c:v>8.1999999999999993</c:v>
                </c:pt>
                <c:pt idx="59">
                  <c:v>8.1999999999999993</c:v>
                </c:pt>
                <c:pt idx="60">
                  <c:v>8.1999999999999993</c:v>
                </c:pt>
                <c:pt idx="61">
                  <c:v>8.1999999999999993</c:v>
                </c:pt>
                <c:pt idx="62">
                  <c:v>8.6</c:v>
                </c:pt>
                <c:pt idx="63">
                  <c:v>8.8000000000000007</c:v>
                </c:pt>
                <c:pt idx="64">
                  <c:v>9</c:v>
                </c:pt>
                <c:pt idx="65">
                  <c:v>9.1999999999999993</c:v>
                </c:pt>
                <c:pt idx="66">
                  <c:v>9.4</c:v>
                </c:pt>
                <c:pt idx="67">
                  <c:v>9.4</c:v>
                </c:pt>
                <c:pt idx="68">
                  <c:v>9.4</c:v>
                </c:pt>
                <c:pt idx="69">
                  <c:v>9.6</c:v>
                </c:pt>
                <c:pt idx="70">
                  <c:v>9.6</c:v>
                </c:pt>
                <c:pt idx="71">
                  <c:v>9.8000000000000007</c:v>
                </c:pt>
                <c:pt idx="72">
                  <c:v>9.8000000000000007</c:v>
                </c:pt>
                <c:pt idx="73">
                  <c:v>9.8000000000000007</c:v>
                </c:pt>
                <c:pt idx="74">
                  <c:v>9.8000000000000007</c:v>
                </c:pt>
                <c:pt idx="75">
                  <c:v>9.8000000000000007</c:v>
                </c:pt>
                <c:pt idx="76">
                  <c:v>9.8000000000000007</c:v>
                </c:pt>
                <c:pt idx="77">
                  <c:v>9.8000000000000007</c:v>
                </c:pt>
                <c:pt idx="78">
                  <c:v>10</c:v>
                </c:pt>
                <c:pt idx="79">
                  <c:v>10</c:v>
                </c:pt>
                <c:pt idx="80">
                  <c:v>10.4</c:v>
                </c:pt>
                <c:pt idx="81">
                  <c:v>10.6</c:v>
                </c:pt>
                <c:pt idx="82">
                  <c:v>11.2</c:v>
                </c:pt>
                <c:pt idx="83">
                  <c:v>11.4</c:v>
                </c:pt>
                <c:pt idx="84">
                  <c:v>11.8</c:v>
                </c:pt>
                <c:pt idx="85">
                  <c:v>12</c:v>
                </c:pt>
                <c:pt idx="86">
                  <c:v>12.4</c:v>
                </c:pt>
                <c:pt idx="87">
                  <c:v>12.6</c:v>
                </c:pt>
                <c:pt idx="88">
                  <c:v>12.6</c:v>
                </c:pt>
                <c:pt idx="89">
                  <c:v>12.6</c:v>
                </c:pt>
                <c:pt idx="90">
                  <c:v>12.6</c:v>
                </c:pt>
                <c:pt idx="91">
                  <c:v>12.8</c:v>
                </c:pt>
                <c:pt idx="92">
                  <c:v>13.4</c:v>
                </c:pt>
                <c:pt idx="93">
                  <c:v>13.6</c:v>
                </c:pt>
                <c:pt idx="94">
                  <c:v>13.6</c:v>
                </c:pt>
                <c:pt idx="95">
                  <c:v>13.6</c:v>
                </c:pt>
                <c:pt idx="96">
                  <c:v>13.6</c:v>
                </c:pt>
                <c:pt idx="97">
                  <c:v>14</c:v>
                </c:pt>
                <c:pt idx="98">
                  <c:v>14.2</c:v>
                </c:pt>
                <c:pt idx="99">
                  <c:v>14.2</c:v>
                </c:pt>
                <c:pt idx="100">
                  <c:v>14.2</c:v>
                </c:pt>
                <c:pt idx="101">
                  <c:v>14.2</c:v>
                </c:pt>
                <c:pt idx="102">
                  <c:v>14.2</c:v>
                </c:pt>
                <c:pt idx="103">
                  <c:v>14.2</c:v>
                </c:pt>
                <c:pt idx="104">
                  <c:v>14.2</c:v>
                </c:pt>
                <c:pt idx="105">
                  <c:v>14.4</c:v>
                </c:pt>
                <c:pt idx="106">
                  <c:v>14.8</c:v>
                </c:pt>
                <c:pt idx="107">
                  <c:v>14.8</c:v>
                </c:pt>
                <c:pt idx="108">
                  <c:v>14.8</c:v>
                </c:pt>
                <c:pt idx="109">
                  <c:v>14.8</c:v>
                </c:pt>
                <c:pt idx="110">
                  <c:v>14.8</c:v>
                </c:pt>
                <c:pt idx="111">
                  <c:v>14.8</c:v>
                </c:pt>
                <c:pt idx="112">
                  <c:v>14.8</c:v>
                </c:pt>
                <c:pt idx="113">
                  <c:v>14.8</c:v>
                </c:pt>
                <c:pt idx="114">
                  <c:v>14.8</c:v>
                </c:pt>
                <c:pt idx="115">
                  <c:v>14.8</c:v>
                </c:pt>
                <c:pt idx="116">
                  <c:v>14.8</c:v>
                </c:pt>
                <c:pt idx="117">
                  <c:v>14.8</c:v>
                </c:pt>
                <c:pt idx="118">
                  <c:v>14.8</c:v>
                </c:pt>
                <c:pt idx="119">
                  <c:v>14.8</c:v>
                </c:pt>
                <c:pt idx="120">
                  <c:v>14.8</c:v>
                </c:pt>
                <c:pt idx="121">
                  <c:v>15</c:v>
                </c:pt>
                <c:pt idx="122">
                  <c:v>15.2</c:v>
                </c:pt>
                <c:pt idx="123">
                  <c:v>15.2</c:v>
                </c:pt>
                <c:pt idx="124">
                  <c:v>15.2</c:v>
                </c:pt>
                <c:pt idx="125">
                  <c:v>15.2</c:v>
                </c:pt>
                <c:pt idx="126">
                  <c:v>15.2</c:v>
                </c:pt>
                <c:pt idx="127">
                  <c:v>15.2</c:v>
                </c:pt>
                <c:pt idx="128">
                  <c:v>15.2</c:v>
                </c:pt>
                <c:pt idx="129">
                  <c:v>15.4</c:v>
                </c:pt>
                <c:pt idx="130">
                  <c:v>15.6</c:v>
                </c:pt>
                <c:pt idx="131">
                  <c:v>15.6</c:v>
                </c:pt>
                <c:pt idx="132">
                  <c:v>15.6</c:v>
                </c:pt>
                <c:pt idx="133">
                  <c:v>15.6</c:v>
                </c:pt>
                <c:pt idx="134">
                  <c:v>15.6</c:v>
                </c:pt>
                <c:pt idx="135">
                  <c:v>17.2</c:v>
                </c:pt>
                <c:pt idx="136">
                  <c:v>17.399999999999999</c:v>
                </c:pt>
                <c:pt idx="137">
                  <c:v>17.399999999999999</c:v>
                </c:pt>
                <c:pt idx="138">
                  <c:v>17.600000000000001</c:v>
                </c:pt>
                <c:pt idx="139">
                  <c:v>17.8</c:v>
                </c:pt>
                <c:pt idx="140">
                  <c:v>17.8</c:v>
                </c:pt>
                <c:pt idx="141">
                  <c:v>17.8</c:v>
                </c:pt>
                <c:pt idx="142">
                  <c:v>17.8</c:v>
                </c:pt>
                <c:pt idx="143">
                  <c:v>18</c:v>
                </c:pt>
                <c:pt idx="144">
                  <c:v>18</c:v>
                </c:pt>
                <c:pt idx="145">
                  <c:v>18</c:v>
                </c:pt>
                <c:pt idx="146">
                  <c:v>18</c:v>
                </c:pt>
                <c:pt idx="147">
                  <c:v>18</c:v>
                </c:pt>
                <c:pt idx="148">
                  <c:v>18</c:v>
                </c:pt>
                <c:pt idx="149">
                  <c:v>18.2</c:v>
                </c:pt>
                <c:pt idx="150">
                  <c:v>18.2</c:v>
                </c:pt>
                <c:pt idx="151">
                  <c:v>18.399999999999999</c:v>
                </c:pt>
                <c:pt idx="152">
                  <c:v>18.600000000000001</c:v>
                </c:pt>
                <c:pt idx="153">
                  <c:v>18.8</c:v>
                </c:pt>
                <c:pt idx="154">
                  <c:v>19.399999999999999</c:v>
                </c:pt>
                <c:pt idx="155">
                  <c:v>19.8</c:v>
                </c:pt>
                <c:pt idx="156">
                  <c:v>19.8</c:v>
                </c:pt>
                <c:pt idx="157">
                  <c:v>20</c:v>
                </c:pt>
                <c:pt idx="158">
                  <c:v>20.2</c:v>
                </c:pt>
                <c:pt idx="159">
                  <c:v>20.399999999999999</c:v>
                </c:pt>
                <c:pt idx="160">
                  <c:v>20.6</c:v>
                </c:pt>
                <c:pt idx="161">
                  <c:v>20.6</c:v>
                </c:pt>
                <c:pt idx="162">
                  <c:v>20.6</c:v>
                </c:pt>
                <c:pt idx="163">
                  <c:v>20.6</c:v>
                </c:pt>
                <c:pt idx="164">
                  <c:v>20.8</c:v>
                </c:pt>
                <c:pt idx="165">
                  <c:v>21</c:v>
                </c:pt>
                <c:pt idx="166">
                  <c:v>21</c:v>
                </c:pt>
                <c:pt idx="167">
                  <c:v>21</c:v>
                </c:pt>
                <c:pt idx="168">
                  <c:v>21.2</c:v>
                </c:pt>
                <c:pt idx="169">
                  <c:v>21.2</c:v>
                </c:pt>
                <c:pt idx="170">
                  <c:v>21.4</c:v>
                </c:pt>
                <c:pt idx="171">
                  <c:v>21.4</c:v>
                </c:pt>
                <c:pt idx="172">
                  <c:v>21.4</c:v>
                </c:pt>
                <c:pt idx="173">
                  <c:v>21.6</c:v>
                </c:pt>
                <c:pt idx="174">
                  <c:v>21.8</c:v>
                </c:pt>
                <c:pt idx="175">
                  <c:v>21.8</c:v>
                </c:pt>
                <c:pt idx="176">
                  <c:v>21.8</c:v>
                </c:pt>
                <c:pt idx="177">
                  <c:v>22.8</c:v>
                </c:pt>
                <c:pt idx="178">
                  <c:v>22.8</c:v>
                </c:pt>
                <c:pt idx="179">
                  <c:v>23</c:v>
                </c:pt>
                <c:pt idx="180">
                  <c:v>23.2</c:v>
                </c:pt>
                <c:pt idx="181">
                  <c:v>23.2</c:v>
                </c:pt>
                <c:pt idx="182">
                  <c:v>23.4</c:v>
                </c:pt>
                <c:pt idx="183">
                  <c:v>23.4</c:v>
                </c:pt>
                <c:pt idx="184">
                  <c:v>23.6</c:v>
                </c:pt>
                <c:pt idx="185">
                  <c:v>23.6</c:v>
                </c:pt>
                <c:pt idx="186">
                  <c:v>23.8</c:v>
                </c:pt>
                <c:pt idx="187">
                  <c:v>23.8</c:v>
                </c:pt>
                <c:pt idx="188">
                  <c:v>23.8</c:v>
                </c:pt>
                <c:pt idx="189">
                  <c:v>23.8</c:v>
                </c:pt>
                <c:pt idx="190">
                  <c:v>24.2</c:v>
                </c:pt>
                <c:pt idx="191">
                  <c:v>24.2</c:v>
                </c:pt>
                <c:pt idx="192">
                  <c:v>24.2</c:v>
                </c:pt>
                <c:pt idx="193">
                  <c:v>24.2</c:v>
                </c:pt>
                <c:pt idx="194">
                  <c:v>24.2</c:v>
                </c:pt>
                <c:pt idx="195">
                  <c:v>25</c:v>
                </c:pt>
                <c:pt idx="196">
                  <c:v>25.6</c:v>
                </c:pt>
                <c:pt idx="197">
                  <c:v>25.6</c:v>
                </c:pt>
                <c:pt idx="198">
                  <c:v>25.8</c:v>
                </c:pt>
                <c:pt idx="199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F9A-48C5-BA4E-B88E7D67128E}"/>
            </c:ext>
          </c:extLst>
        </c:ser>
        <c:ser>
          <c:idx val="4"/>
          <c:order val="4"/>
          <c:tx>
            <c:strRef>
              <c:f>save1!$EY$1618</c:f>
              <c:strCache>
                <c:ptCount val="1"/>
                <c:pt idx="0">
                  <c:v>Trinket</c:v>
                </c:pt>
              </c:strCache>
            </c:strRef>
          </c:tx>
          <c:spPr>
            <a:ln w="28575" cap="rnd">
              <a:solidFill>
                <a:schemeClr val="accent5"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save1!$EY$1619:$EY$1818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0.8</c:v>
                </c:pt>
                <c:pt idx="10">
                  <c:v>0.8</c:v>
                </c:pt>
                <c:pt idx="11">
                  <c:v>0.8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0.8</c:v>
                </c:pt>
                <c:pt idx="16">
                  <c:v>0.8</c:v>
                </c:pt>
                <c:pt idx="17">
                  <c:v>0.8</c:v>
                </c:pt>
                <c:pt idx="18">
                  <c:v>0.8</c:v>
                </c:pt>
                <c:pt idx="19">
                  <c:v>1.2</c:v>
                </c:pt>
                <c:pt idx="20">
                  <c:v>1.4</c:v>
                </c:pt>
                <c:pt idx="21">
                  <c:v>1.4</c:v>
                </c:pt>
                <c:pt idx="22">
                  <c:v>1.6</c:v>
                </c:pt>
                <c:pt idx="23">
                  <c:v>1.6</c:v>
                </c:pt>
                <c:pt idx="24">
                  <c:v>1.6</c:v>
                </c:pt>
                <c:pt idx="25">
                  <c:v>1.6</c:v>
                </c:pt>
                <c:pt idx="26">
                  <c:v>1.6</c:v>
                </c:pt>
                <c:pt idx="27">
                  <c:v>1.6</c:v>
                </c:pt>
                <c:pt idx="28">
                  <c:v>1.6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1.8</c:v>
                </c:pt>
                <c:pt idx="40">
                  <c:v>1.8</c:v>
                </c:pt>
                <c:pt idx="41">
                  <c:v>1.8</c:v>
                </c:pt>
                <c:pt idx="42">
                  <c:v>1.8</c:v>
                </c:pt>
                <c:pt idx="43">
                  <c:v>1.8</c:v>
                </c:pt>
                <c:pt idx="44">
                  <c:v>1.8</c:v>
                </c:pt>
                <c:pt idx="45">
                  <c:v>1.8</c:v>
                </c:pt>
                <c:pt idx="46">
                  <c:v>1.8</c:v>
                </c:pt>
                <c:pt idx="47">
                  <c:v>1.8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2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2.2000000000000002</c:v>
                </c:pt>
                <c:pt idx="59">
                  <c:v>2.2000000000000002</c:v>
                </c:pt>
                <c:pt idx="60">
                  <c:v>2.2000000000000002</c:v>
                </c:pt>
                <c:pt idx="61">
                  <c:v>2.2000000000000002</c:v>
                </c:pt>
                <c:pt idx="62">
                  <c:v>2.4</c:v>
                </c:pt>
                <c:pt idx="63">
                  <c:v>2.4</c:v>
                </c:pt>
                <c:pt idx="64">
                  <c:v>2.4</c:v>
                </c:pt>
                <c:pt idx="65">
                  <c:v>2.4</c:v>
                </c:pt>
                <c:pt idx="66">
                  <c:v>2.4</c:v>
                </c:pt>
                <c:pt idx="67">
                  <c:v>2.4</c:v>
                </c:pt>
                <c:pt idx="68">
                  <c:v>2.6</c:v>
                </c:pt>
                <c:pt idx="69">
                  <c:v>2.6</c:v>
                </c:pt>
                <c:pt idx="70">
                  <c:v>2.6</c:v>
                </c:pt>
                <c:pt idx="71">
                  <c:v>2.6</c:v>
                </c:pt>
                <c:pt idx="72">
                  <c:v>2.6</c:v>
                </c:pt>
                <c:pt idx="73">
                  <c:v>2.6</c:v>
                </c:pt>
                <c:pt idx="74">
                  <c:v>2.8</c:v>
                </c:pt>
                <c:pt idx="75">
                  <c:v>2.8</c:v>
                </c:pt>
                <c:pt idx="76">
                  <c:v>2.8</c:v>
                </c:pt>
                <c:pt idx="77">
                  <c:v>2.8</c:v>
                </c:pt>
                <c:pt idx="78">
                  <c:v>2.8</c:v>
                </c:pt>
                <c:pt idx="79">
                  <c:v>2.8</c:v>
                </c:pt>
                <c:pt idx="80">
                  <c:v>2.8</c:v>
                </c:pt>
                <c:pt idx="81">
                  <c:v>2.8</c:v>
                </c:pt>
                <c:pt idx="82">
                  <c:v>2.8</c:v>
                </c:pt>
                <c:pt idx="83">
                  <c:v>2.8</c:v>
                </c:pt>
                <c:pt idx="84">
                  <c:v>2.8</c:v>
                </c:pt>
                <c:pt idx="85">
                  <c:v>2.8</c:v>
                </c:pt>
                <c:pt idx="86">
                  <c:v>2.8</c:v>
                </c:pt>
                <c:pt idx="87">
                  <c:v>2.8</c:v>
                </c:pt>
                <c:pt idx="88">
                  <c:v>2.8</c:v>
                </c:pt>
                <c:pt idx="89">
                  <c:v>2.8</c:v>
                </c:pt>
                <c:pt idx="90">
                  <c:v>2.8</c:v>
                </c:pt>
                <c:pt idx="91">
                  <c:v>2.8</c:v>
                </c:pt>
                <c:pt idx="92">
                  <c:v>2.8</c:v>
                </c:pt>
                <c:pt idx="93">
                  <c:v>2.8</c:v>
                </c:pt>
                <c:pt idx="94">
                  <c:v>2.8</c:v>
                </c:pt>
                <c:pt idx="95">
                  <c:v>2.8</c:v>
                </c:pt>
                <c:pt idx="96">
                  <c:v>2.8</c:v>
                </c:pt>
                <c:pt idx="97">
                  <c:v>2.8</c:v>
                </c:pt>
                <c:pt idx="98">
                  <c:v>2.8</c:v>
                </c:pt>
                <c:pt idx="99">
                  <c:v>2.8</c:v>
                </c:pt>
                <c:pt idx="100">
                  <c:v>2.8</c:v>
                </c:pt>
                <c:pt idx="101">
                  <c:v>2.8</c:v>
                </c:pt>
                <c:pt idx="102">
                  <c:v>2.8</c:v>
                </c:pt>
                <c:pt idx="103">
                  <c:v>2.8</c:v>
                </c:pt>
                <c:pt idx="104">
                  <c:v>2.8</c:v>
                </c:pt>
                <c:pt idx="105">
                  <c:v>2.8</c:v>
                </c:pt>
                <c:pt idx="106">
                  <c:v>2.8</c:v>
                </c:pt>
                <c:pt idx="107">
                  <c:v>2.8</c:v>
                </c:pt>
                <c:pt idx="108">
                  <c:v>2.8</c:v>
                </c:pt>
                <c:pt idx="109">
                  <c:v>3</c:v>
                </c:pt>
                <c:pt idx="110">
                  <c:v>3</c:v>
                </c:pt>
                <c:pt idx="111">
                  <c:v>3</c:v>
                </c:pt>
                <c:pt idx="112">
                  <c:v>3</c:v>
                </c:pt>
                <c:pt idx="113">
                  <c:v>3</c:v>
                </c:pt>
                <c:pt idx="114">
                  <c:v>3</c:v>
                </c:pt>
                <c:pt idx="115">
                  <c:v>3</c:v>
                </c:pt>
                <c:pt idx="116">
                  <c:v>3</c:v>
                </c:pt>
                <c:pt idx="117">
                  <c:v>3.2</c:v>
                </c:pt>
                <c:pt idx="118">
                  <c:v>3.2</c:v>
                </c:pt>
                <c:pt idx="119">
                  <c:v>3.2</c:v>
                </c:pt>
                <c:pt idx="120">
                  <c:v>3.2</c:v>
                </c:pt>
                <c:pt idx="121">
                  <c:v>3.2</c:v>
                </c:pt>
                <c:pt idx="122">
                  <c:v>3.2</c:v>
                </c:pt>
                <c:pt idx="123">
                  <c:v>3.2</c:v>
                </c:pt>
                <c:pt idx="124">
                  <c:v>3.2</c:v>
                </c:pt>
                <c:pt idx="125">
                  <c:v>3.2</c:v>
                </c:pt>
                <c:pt idx="126">
                  <c:v>3.2</c:v>
                </c:pt>
                <c:pt idx="127">
                  <c:v>3.2</c:v>
                </c:pt>
                <c:pt idx="128">
                  <c:v>3.2</c:v>
                </c:pt>
                <c:pt idx="129">
                  <c:v>3.2</c:v>
                </c:pt>
                <c:pt idx="130">
                  <c:v>3.2</c:v>
                </c:pt>
                <c:pt idx="131">
                  <c:v>3.2</c:v>
                </c:pt>
                <c:pt idx="132">
                  <c:v>3.2</c:v>
                </c:pt>
                <c:pt idx="133">
                  <c:v>3.2</c:v>
                </c:pt>
                <c:pt idx="134">
                  <c:v>3.2</c:v>
                </c:pt>
                <c:pt idx="135">
                  <c:v>3.4</c:v>
                </c:pt>
                <c:pt idx="136">
                  <c:v>3.6</c:v>
                </c:pt>
                <c:pt idx="137">
                  <c:v>3.6</c:v>
                </c:pt>
                <c:pt idx="138">
                  <c:v>3.6</c:v>
                </c:pt>
                <c:pt idx="139">
                  <c:v>3.6</c:v>
                </c:pt>
                <c:pt idx="140">
                  <c:v>3.6</c:v>
                </c:pt>
                <c:pt idx="141">
                  <c:v>3.6</c:v>
                </c:pt>
                <c:pt idx="142">
                  <c:v>3.6</c:v>
                </c:pt>
                <c:pt idx="143">
                  <c:v>3.6</c:v>
                </c:pt>
                <c:pt idx="144">
                  <c:v>3.8</c:v>
                </c:pt>
                <c:pt idx="145">
                  <c:v>3.8</c:v>
                </c:pt>
                <c:pt idx="146">
                  <c:v>3.8</c:v>
                </c:pt>
                <c:pt idx="147">
                  <c:v>3.8</c:v>
                </c:pt>
                <c:pt idx="148">
                  <c:v>3.8</c:v>
                </c:pt>
                <c:pt idx="149">
                  <c:v>3.8</c:v>
                </c:pt>
                <c:pt idx="150">
                  <c:v>4.2</c:v>
                </c:pt>
                <c:pt idx="151">
                  <c:v>4.2</c:v>
                </c:pt>
                <c:pt idx="152">
                  <c:v>4.2</c:v>
                </c:pt>
                <c:pt idx="153">
                  <c:v>4.2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4.5999999999999996</c:v>
                </c:pt>
                <c:pt idx="160">
                  <c:v>4.5999999999999996</c:v>
                </c:pt>
                <c:pt idx="161">
                  <c:v>4.5999999999999996</c:v>
                </c:pt>
                <c:pt idx="162">
                  <c:v>4.5999999999999996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4.5999999999999996</c:v>
                </c:pt>
                <c:pt idx="167">
                  <c:v>4.5999999999999996</c:v>
                </c:pt>
                <c:pt idx="168">
                  <c:v>4.5999999999999996</c:v>
                </c:pt>
                <c:pt idx="169">
                  <c:v>4.8</c:v>
                </c:pt>
                <c:pt idx="170">
                  <c:v>4.8</c:v>
                </c:pt>
                <c:pt idx="171">
                  <c:v>4.8</c:v>
                </c:pt>
                <c:pt idx="172">
                  <c:v>4.8</c:v>
                </c:pt>
                <c:pt idx="173">
                  <c:v>4.8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5</c:v>
                </c:pt>
                <c:pt idx="178">
                  <c:v>5.2</c:v>
                </c:pt>
                <c:pt idx="179">
                  <c:v>5.2</c:v>
                </c:pt>
                <c:pt idx="180">
                  <c:v>5.4</c:v>
                </c:pt>
                <c:pt idx="181">
                  <c:v>5.4</c:v>
                </c:pt>
                <c:pt idx="182">
                  <c:v>5.4</c:v>
                </c:pt>
                <c:pt idx="183">
                  <c:v>5.6</c:v>
                </c:pt>
                <c:pt idx="184">
                  <c:v>5.6</c:v>
                </c:pt>
                <c:pt idx="185">
                  <c:v>5.6</c:v>
                </c:pt>
                <c:pt idx="186">
                  <c:v>5.6</c:v>
                </c:pt>
                <c:pt idx="187">
                  <c:v>5.6</c:v>
                </c:pt>
                <c:pt idx="188">
                  <c:v>5.6</c:v>
                </c:pt>
                <c:pt idx="189">
                  <c:v>5.6</c:v>
                </c:pt>
                <c:pt idx="190">
                  <c:v>5.6</c:v>
                </c:pt>
                <c:pt idx="191">
                  <c:v>5.6</c:v>
                </c:pt>
                <c:pt idx="192">
                  <c:v>5.6</c:v>
                </c:pt>
                <c:pt idx="193">
                  <c:v>5.6</c:v>
                </c:pt>
                <c:pt idx="194">
                  <c:v>5.6</c:v>
                </c:pt>
                <c:pt idx="195">
                  <c:v>5.8</c:v>
                </c:pt>
                <c:pt idx="196">
                  <c:v>5.8</c:v>
                </c:pt>
                <c:pt idx="197">
                  <c:v>5.8</c:v>
                </c:pt>
                <c:pt idx="198">
                  <c:v>5.8</c:v>
                </c:pt>
                <c:pt idx="199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F9A-48C5-BA4E-B88E7D67128E}"/>
            </c:ext>
          </c:extLst>
        </c:ser>
        <c:ser>
          <c:idx val="5"/>
          <c:order val="5"/>
          <c:tx>
            <c:strRef>
              <c:f>save1!$EZ$1618</c:f>
              <c:strCache>
                <c:ptCount val="1"/>
                <c:pt idx="0">
                  <c:v>Chest</c:v>
                </c:pt>
              </c:strCache>
            </c:strRef>
          </c:tx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val>
            <c:numRef>
              <c:f>save1!$EZ$1619:$EZ$1818</c:f>
              <c:numCache>
                <c:formatCode>General</c:formatCode>
                <c:ptCount val="200"/>
                <c:pt idx="0">
                  <c:v>0</c:v>
                </c:pt>
                <c:pt idx="1">
                  <c:v>0.6</c:v>
                </c:pt>
                <c:pt idx="2">
                  <c:v>0.8</c:v>
                </c:pt>
                <c:pt idx="3">
                  <c:v>0.8</c:v>
                </c:pt>
                <c:pt idx="4">
                  <c:v>1.4</c:v>
                </c:pt>
                <c:pt idx="5">
                  <c:v>1.8</c:v>
                </c:pt>
                <c:pt idx="6">
                  <c:v>2</c:v>
                </c:pt>
                <c:pt idx="7">
                  <c:v>2.6</c:v>
                </c:pt>
                <c:pt idx="8">
                  <c:v>2.8</c:v>
                </c:pt>
                <c:pt idx="9">
                  <c:v>3</c:v>
                </c:pt>
                <c:pt idx="10">
                  <c:v>3</c:v>
                </c:pt>
                <c:pt idx="11">
                  <c:v>3.4</c:v>
                </c:pt>
                <c:pt idx="12">
                  <c:v>3.4</c:v>
                </c:pt>
                <c:pt idx="13">
                  <c:v>3.8</c:v>
                </c:pt>
                <c:pt idx="14">
                  <c:v>4.2</c:v>
                </c:pt>
                <c:pt idx="15">
                  <c:v>4.2</c:v>
                </c:pt>
                <c:pt idx="16">
                  <c:v>4.5999999999999996</c:v>
                </c:pt>
                <c:pt idx="17">
                  <c:v>4.5999999999999996</c:v>
                </c:pt>
                <c:pt idx="18">
                  <c:v>4.8</c:v>
                </c:pt>
                <c:pt idx="19">
                  <c:v>5.4</c:v>
                </c:pt>
                <c:pt idx="20">
                  <c:v>5.4</c:v>
                </c:pt>
                <c:pt idx="21">
                  <c:v>5.6</c:v>
                </c:pt>
                <c:pt idx="22">
                  <c:v>6</c:v>
                </c:pt>
                <c:pt idx="23">
                  <c:v>6.2</c:v>
                </c:pt>
                <c:pt idx="24">
                  <c:v>6.6</c:v>
                </c:pt>
                <c:pt idx="25">
                  <c:v>7</c:v>
                </c:pt>
                <c:pt idx="26">
                  <c:v>7.2</c:v>
                </c:pt>
                <c:pt idx="27">
                  <c:v>7.4</c:v>
                </c:pt>
                <c:pt idx="28">
                  <c:v>7.4</c:v>
                </c:pt>
                <c:pt idx="29">
                  <c:v>7.8</c:v>
                </c:pt>
                <c:pt idx="30">
                  <c:v>8.4</c:v>
                </c:pt>
                <c:pt idx="31">
                  <c:v>9.1999999999999993</c:v>
                </c:pt>
                <c:pt idx="32">
                  <c:v>9.6</c:v>
                </c:pt>
                <c:pt idx="33">
                  <c:v>10</c:v>
                </c:pt>
                <c:pt idx="34">
                  <c:v>10.4</c:v>
                </c:pt>
                <c:pt idx="35">
                  <c:v>10.8</c:v>
                </c:pt>
                <c:pt idx="36">
                  <c:v>11</c:v>
                </c:pt>
                <c:pt idx="37">
                  <c:v>11.2</c:v>
                </c:pt>
                <c:pt idx="38">
                  <c:v>11.8</c:v>
                </c:pt>
                <c:pt idx="39">
                  <c:v>12.2</c:v>
                </c:pt>
                <c:pt idx="40">
                  <c:v>12.6</c:v>
                </c:pt>
                <c:pt idx="41">
                  <c:v>12.6</c:v>
                </c:pt>
                <c:pt idx="42">
                  <c:v>13</c:v>
                </c:pt>
                <c:pt idx="43">
                  <c:v>13.2</c:v>
                </c:pt>
                <c:pt idx="44">
                  <c:v>13.6</c:v>
                </c:pt>
                <c:pt idx="45">
                  <c:v>14.2</c:v>
                </c:pt>
                <c:pt idx="46">
                  <c:v>14.6</c:v>
                </c:pt>
                <c:pt idx="47">
                  <c:v>15.2</c:v>
                </c:pt>
                <c:pt idx="48">
                  <c:v>15.8</c:v>
                </c:pt>
                <c:pt idx="49">
                  <c:v>16.399999999999999</c:v>
                </c:pt>
                <c:pt idx="50">
                  <c:v>16.8</c:v>
                </c:pt>
                <c:pt idx="51">
                  <c:v>17</c:v>
                </c:pt>
                <c:pt idx="52">
                  <c:v>17.399999999999999</c:v>
                </c:pt>
                <c:pt idx="53">
                  <c:v>17.8</c:v>
                </c:pt>
                <c:pt idx="54">
                  <c:v>18</c:v>
                </c:pt>
                <c:pt idx="55">
                  <c:v>18.600000000000001</c:v>
                </c:pt>
                <c:pt idx="56">
                  <c:v>18.8</c:v>
                </c:pt>
                <c:pt idx="57">
                  <c:v>19.399999999999999</c:v>
                </c:pt>
                <c:pt idx="58">
                  <c:v>19.399999999999999</c:v>
                </c:pt>
                <c:pt idx="59">
                  <c:v>19.600000000000001</c:v>
                </c:pt>
                <c:pt idx="60">
                  <c:v>20</c:v>
                </c:pt>
                <c:pt idx="61">
                  <c:v>20.2</c:v>
                </c:pt>
                <c:pt idx="62">
                  <c:v>20.399999999999999</c:v>
                </c:pt>
                <c:pt idx="63">
                  <c:v>20.6</c:v>
                </c:pt>
                <c:pt idx="64">
                  <c:v>20.8</c:v>
                </c:pt>
                <c:pt idx="65">
                  <c:v>21.2</c:v>
                </c:pt>
                <c:pt idx="66">
                  <c:v>21.6</c:v>
                </c:pt>
                <c:pt idx="67">
                  <c:v>21.8</c:v>
                </c:pt>
                <c:pt idx="68">
                  <c:v>22.2</c:v>
                </c:pt>
                <c:pt idx="69">
                  <c:v>22.2</c:v>
                </c:pt>
                <c:pt idx="70">
                  <c:v>22.6</c:v>
                </c:pt>
                <c:pt idx="71">
                  <c:v>23</c:v>
                </c:pt>
                <c:pt idx="72">
                  <c:v>23.8</c:v>
                </c:pt>
                <c:pt idx="73">
                  <c:v>24.2</c:v>
                </c:pt>
                <c:pt idx="74">
                  <c:v>24.6</c:v>
                </c:pt>
                <c:pt idx="75">
                  <c:v>25</c:v>
                </c:pt>
                <c:pt idx="76">
                  <c:v>25.4</c:v>
                </c:pt>
                <c:pt idx="77">
                  <c:v>25.4</c:v>
                </c:pt>
                <c:pt idx="78">
                  <c:v>25.8</c:v>
                </c:pt>
                <c:pt idx="79">
                  <c:v>25.8</c:v>
                </c:pt>
                <c:pt idx="80">
                  <c:v>26</c:v>
                </c:pt>
                <c:pt idx="81">
                  <c:v>26.2</c:v>
                </c:pt>
                <c:pt idx="82">
                  <c:v>26.4</c:v>
                </c:pt>
                <c:pt idx="83">
                  <c:v>27</c:v>
                </c:pt>
                <c:pt idx="84">
                  <c:v>27.2</c:v>
                </c:pt>
                <c:pt idx="85">
                  <c:v>27.4</c:v>
                </c:pt>
                <c:pt idx="86">
                  <c:v>27.6</c:v>
                </c:pt>
                <c:pt idx="87">
                  <c:v>28</c:v>
                </c:pt>
                <c:pt idx="88">
                  <c:v>28.2</c:v>
                </c:pt>
                <c:pt idx="89">
                  <c:v>28.6</c:v>
                </c:pt>
                <c:pt idx="90">
                  <c:v>29</c:v>
                </c:pt>
                <c:pt idx="91">
                  <c:v>29.2</c:v>
                </c:pt>
                <c:pt idx="92">
                  <c:v>29.6</c:v>
                </c:pt>
                <c:pt idx="93">
                  <c:v>29.8</c:v>
                </c:pt>
                <c:pt idx="94">
                  <c:v>30.2</c:v>
                </c:pt>
                <c:pt idx="95">
                  <c:v>30.2</c:v>
                </c:pt>
                <c:pt idx="96">
                  <c:v>30.6</c:v>
                </c:pt>
                <c:pt idx="97">
                  <c:v>31</c:v>
                </c:pt>
                <c:pt idx="98">
                  <c:v>31.8</c:v>
                </c:pt>
                <c:pt idx="99">
                  <c:v>32.200000000000003</c:v>
                </c:pt>
                <c:pt idx="100">
                  <c:v>32.799999999999997</c:v>
                </c:pt>
                <c:pt idx="101">
                  <c:v>33.4</c:v>
                </c:pt>
                <c:pt idx="102">
                  <c:v>33.799999999999997</c:v>
                </c:pt>
                <c:pt idx="103">
                  <c:v>34</c:v>
                </c:pt>
                <c:pt idx="104">
                  <c:v>34.4</c:v>
                </c:pt>
                <c:pt idx="105">
                  <c:v>34.6</c:v>
                </c:pt>
                <c:pt idx="106">
                  <c:v>35</c:v>
                </c:pt>
                <c:pt idx="107">
                  <c:v>35.200000000000003</c:v>
                </c:pt>
                <c:pt idx="108">
                  <c:v>35.799999999999997</c:v>
                </c:pt>
                <c:pt idx="109">
                  <c:v>36</c:v>
                </c:pt>
                <c:pt idx="110">
                  <c:v>36.4</c:v>
                </c:pt>
                <c:pt idx="111">
                  <c:v>36.4</c:v>
                </c:pt>
                <c:pt idx="112">
                  <c:v>36.6</c:v>
                </c:pt>
                <c:pt idx="113">
                  <c:v>37</c:v>
                </c:pt>
                <c:pt idx="114">
                  <c:v>37.200000000000003</c:v>
                </c:pt>
                <c:pt idx="115">
                  <c:v>37.799999999999997</c:v>
                </c:pt>
                <c:pt idx="116">
                  <c:v>38</c:v>
                </c:pt>
                <c:pt idx="117">
                  <c:v>38.4</c:v>
                </c:pt>
                <c:pt idx="118">
                  <c:v>38.799999999999997</c:v>
                </c:pt>
                <c:pt idx="119">
                  <c:v>38.799999999999997</c:v>
                </c:pt>
                <c:pt idx="120">
                  <c:v>39</c:v>
                </c:pt>
                <c:pt idx="121">
                  <c:v>39.4</c:v>
                </c:pt>
                <c:pt idx="122">
                  <c:v>39.6</c:v>
                </c:pt>
                <c:pt idx="123">
                  <c:v>40.200000000000003</c:v>
                </c:pt>
                <c:pt idx="124">
                  <c:v>40.6</c:v>
                </c:pt>
                <c:pt idx="125">
                  <c:v>41</c:v>
                </c:pt>
                <c:pt idx="126">
                  <c:v>41.6</c:v>
                </c:pt>
                <c:pt idx="127">
                  <c:v>41.8</c:v>
                </c:pt>
                <c:pt idx="128">
                  <c:v>42.4</c:v>
                </c:pt>
                <c:pt idx="129">
                  <c:v>42.4</c:v>
                </c:pt>
                <c:pt idx="130">
                  <c:v>42.8</c:v>
                </c:pt>
                <c:pt idx="131">
                  <c:v>43</c:v>
                </c:pt>
                <c:pt idx="132">
                  <c:v>43.2</c:v>
                </c:pt>
                <c:pt idx="133">
                  <c:v>44</c:v>
                </c:pt>
                <c:pt idx="134">
                  <c:v>44.2</c:v>
                </c:pt>
                <c:pt idx="135">
                  <c:v>44.4</c:v>
                </c:pt>
                <c:pt idx="136">
                  <c:v>44.4</c:v>
                </c:pt>
                <c:pt idx="137">
                  <c:v>44.6</c:v>
                </c:pt>
                <c:pt idx="138">
                  <c:v>45</c:v>
                </c:pt>
                <c:pt idx="139">
                  <c:v>45.4</c:v>
                </c:pt>
                <c:pt idx="140">
                  <c:v>45.8</c:v>
                </c:pt>
                <c:pt idx="141">
                  <c:v>46.2</c:v>
                </c:pt>
                <c:pt idx="142">
                  <c:v>46.6</c:v>
                </c:pt>
                <c:pt idx="143">
                  <c:v>47</c:v>
                </c:pt>
                <c:pt idx="144">
                  <c:v>47.4</c:v>
                </c:pt>
                <c:pt idx="145">
                  <c:v>48.2</c:v>
                </c:pt>
                <c:pt idx="146">
                  <c:v>48.2</c:v>
                </c:pt>
                <c:pt idx="147">
                  <c:v>48.4</c:v>
                </c:pt>
                <c:pt idx="148">
                  <c:v>49</c:v>
                </c:pt>
                <c:pt idx="149">
                  <c:v>49.4</c:v>
                </c:pt>
                <c:pt idx="150">
                  <c:v>49.8</c:v>
                </c:pt>
                <c:pt idx="151">
                  <c:v>50.2</c:v>
                </c:pt>
                <c:pt idx="152">
                  <c:v>50.6</c:v>
                </c:pt>
                <c:pt idx="153">
                  <c:v>50.6</c:v>
                </c:pt>
                <c:pt idx="154">
                  <c:v>50.6</c:v>
                </c:pt>
                <c:pt idx="155">
                  <c:v>50.8</c:v>
                </c:pt>
                <c:pt idx="156">
                  <c:v>51</c:v>
                </c:pt>
                <c:pt idx="157">
                  <c:v>51.4</c:v>
                </c:pt>
                <c:pt idx="158">
                  <c:v>52</c:v>
                </c:pt>
                <c:pt idx="159">
                  <c:v>52.4</c:v>
                </c:pt>
                <c:pt idx="160">
                  <c:v>52.8</c:v>
                </c:pt>
                <c:pt idx="161">
                  <c:v>53.4</c:v>
                </c:pt>
                <c:pt idx="162">
                  <c:v>53.6</c:v>
                </c:pt>
                <c:pt idx="163">
                  <c:v>53.8</c:v>
                </c:pt>
                <c:pt idx="164">
                  <c:v>54.2</c:v>
                </c:pt>
                <c:pt idx="165">
                  <c:v>54.4</c:v>
                </c:pt>
                <c:pt idx="166">
                  <c:v>55.2</c:v>
                </c:pt>
                <c:pt idx="167">
                  <c:v>55.6</c:v>
                </c:pt>
                <c:pt idx="168">
                  <c:v>56</c:v>
                </c:pt>
                <c:pt idx="169">
                  <c:v>56.4</c:v>
                </c:pt>
                <c:pt idx="170">
                  <c:v>57</c:v>
                </c:pt>
                <c:pt idx="171">
                  <c:v>57.6</c:v>
                </c:pt>
                <c:pt idx="172">
                  <c:v>58.2</c:v>
                </c:pt>
                <c:pt idx="173">
                  <c:v>59</c:v>
                </c:pt>
                <c:pt idx="174">
                  <c:v>59</c:v>
                </c:pt>
                <c:pt idx="175">
                  <c:v>59.4</c:v>
                </c:pt>
                <c:pt idx="176">
                  <c:v>59.8</c:v>
                </c:pt>
                <c:pt idx="177">
                  <c:v>60.2</c:v>
                </c:pt>
                <c:pt idx="178">
                  <c:v>60.2</c:v>
                </c:pt>
                <c:pt idx="179">
                  <c:v>60.2</c:v>
                </c:pt>
                <c:pt idx="180">
                  <c:v>60.2</c:v>
                </c:pt>
                <c:pt idx="181">
                  <c:v>60.8</c:v>
                </c:pt>
                <c:pt idx="182">
                  <c:v>61</c:v>
                </c:pt>
                <c:pt idx="183">
                  <c:v>61.2</c:v>
                </c:pt>
                <c:pt idx="184">
                  <c:v>61.6</c:v>
                </c:pt>
                <c:pt idx="185">
                  <c:v>62</c:v>
                </c:pt>
                <c:pt idx="186">
                  <c:v>62.4</c:v>
                </c:pt>
                <c:pt idx="187">
                  <c:v>62.6</c:v>
                </c:pt>
                <c:pt idx="188">
                  <c:v>63.2</c:v>
                </c:pt>
                <c:pt idx="189">
                  <c:v>63.6</c:v>
                </c:pt>
                <c:pt idx="190">
                  <c:v>64.2</c:v>
                </c:pt>
                <c:pt idx="191">
                  <c:v>64.400000000000006</c:v>
                </c:pt>
                <c:pt idx="192">
                  <c:v>64.8</c:v>
                </c:pt>
                <c:pt idx="193">
                  <c:v>65.599999999999994</c:v>
                </c:pt>
                <c:pt idx="194">
                  <c:v>65.8</c:v>
                </c:pt>
                <c:pt idx="195">
                  <c:v>66</c:v>
                </c:pt>
                <c:pt idx="196">
                  <c:v>66.2</c:v>
                </c:pt>
                <c:pt idx="197">
                  <c:v>66.8</c:v>
                </c:pt>
                <c:pt idx="198">
                  <c:v>66.8</c:v>
                </c:pt>
                <c:pt idx="199">
                  <c:v>67.400000000000006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F9A-48C5-BA4E-B88E7D67128E}"/>
            </c:ext>
          </c:extLst>
        </c:ser>
        <c:ser>
          <c:idx val="6"/>
          <c:order val="6"/>
          <c:tx>
            <c:strRef>
              <c:f>save1!$FA$1618</c:f>
              <c:strCache>
                <c:ptCount val="1"/>
                <c:pt idx="0">
                  <c:v>Pill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save1!$FA$1619:$FA$1818</c:f>
              <c:numCache>
                <c:formatCode>General</c:formatCode>
                <c:ptCount val="200"/>
                <c:pt idx="0">
                  <c:v>0</c:v>
                </c:pt>
                <c:pt idx="1">
                  <c:v>0.4</c:v>
                </c:pt>
                <c:pt idx="2">
                  <c:v>0.6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0.6</c:v>
                </c:pt>
                <c:pt idx="7">
                  <c:v>0.6</c:v>
                </c:pt>
                <c:pt idx="8">
                  <c:v>0.6</c:v>
                </c:pt>
                <c:pt idx="9">
                  <c:v>0.6</c:v>
                </c:pt>
                <c:pt idx="10">
                  <c:v>0.6</c:v>
                </c:pt>
                <c:pt idx="11">
                  <c:v>0.6</c:v>
                </c:pt>
                <c:pt idx="12">
                  <c:v>0.8</c:v>
                </c:pt>
                <c:pt idx="13">
                  <c:v>0.8</c:v>
                </c:pt>
                <c:pt idx="14">
                  <c:v>0.8</c:v>
                </c:pt>
                <c:pt idx="15">
                  <c:v>1.2</c:v>
                </c:pt>
                <c:pt idx="16">
                  <c:v>1.2</c:v>
                </c:pt>
                <c:pt idx="17">
                  <c:v>1.4</c:v>
                </c:pt>
                <c:pt idx="18">
                  <c:v>1.4</c:v>
                </c:pt>
                <c:pt idx="19">
                  <c:v>1.6</c:v>
                </c:pt>
                <c:pt idx="20">
                  <c:v>1.6</c:v>
                </c:pt>
                <c:pt idx="21">
                  <c:v>1.6</c:v>
                </c:pt>
                <c:pt idx="22">
                  <c:v>1.6</c:v>
                </c:pt>
                <c:pt idx="23">
                  <c:v>1.8</c:v>
                </c:pt>
                <c:pt idx="24">
                  <c:v>1.8</c:v>
                </c:pt>
                <c:pt idx="25">
                  <c:v>1.8</c:v>
                </c:pt>
                <c:pt idx="26">
                  <c:v>1.8</c:v>
                </c:pt>
                <c:pt idx="27">
                  <c:v>1.8</c:v>
                </c:pt>
                <c:pt idx="28">
                  <c:v>1.8</c:v>
                </c:pt>
                <c:pt idx="29">
                  <c:v>1.8</c:v>
                </c:pt>
                <c:pt idx="30">
                  <c:v>1.8</c:v>
                </c:pt>
                <c:pt idx="31">
                  <c:v>1.8</c:v>
                </c:pt>
                <c:pt idx="32">
                  <c:v>1.8</c:v>
                </c:pt>
                <c:pt idx="33">
                  <c:v>1.8</c:v>
                </c:pt>
                <c:pt idx="34">
                  <c:v>1.8</c:v>
                </c:pt>
                <c:pt idx="35">
                  <c:v>1.8</c:v>
                </c:pt>
                <c:pt idx="36">
                  <c:v>1.8</c:v>
                </c:pt>
                <c:pt idx="37">
                  <c:v>1.8</c:v>
                </c:pt>
                <c:pt idx="38">
                  <c:v>1.8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2.2000000000000002</c:v>
                </c:pt>
                <c:pt idx="44">
                  <c:v>2.2000000000000002</c:v>
                </c:pt>
                <c:pt idx="45">
                  <c:v>2.2000000000000002</c:v>
                </c:pt>
                <c:pt idx="46">
                  <c:v>2.2000000000000002</c:v>
                </c:pt>
                <c:pt idx="47">
                  <c:v>2.2000000000000002</c:v>
                </c:pt>
                <c:pt idx="48">
                  <c:v>2.2000000000000002</c:v>
                </c:pt>
                <c:pt idx="49">
                  <c:v>2.2000000000000002</c:v>
                </c:pt>
                <c:pt idx="50">
                  <c:v>2.2000000000000002</c:v>
                </c:pt>
                <c:pt idx="51">
                  <c:v>2.4</c:v>
                </c:pt>
                <c:pt idx="52">
                  <c:v>2.6</c:v>
                </c:pt>
                <c:pt idx="53">
                  <c:v>2.6</c:v>
                </c:pt>
                <c:pt idx="54">
                  <c:v>2.6</c:v>
                </c:pt>
                <c:pt idx="55">
                  <c:v>2.6</c:v>
                </c:pt>
                <c:pt idx="56">
                  <c:v>2.6</c:v>
                </c:pt>
                <c:pt idx="57">
                  <c:v>2.6</c:v>
                </c:pt>
                <c:pt idx="58">
                  <c:v>2.6</c:v>
                </c:pt>
                <c:pt idx="59">
                  <c:v>2.6</c:v>
                </c:pt>
                <c:pt idx="60">
                  <c:v>2.6</c:v>
                </c:pt>
                <c:pt idx="61">
                  <c:v>2.6</c:v>
                </c:pt>
                <c:pt idx="62">
                  <c:v>2.8</c:v>
                </c:pt>
                <c:pt idx="63">
                  <c:v>2.8</c:v>
                </c:pt>
                <c:pt idx="64">
                  <c:v>2.8</c:v>
                </c:pt>
                <c:pt idx="65">
                  <c:v>2.8</c:v>
                </c:pt>
                <c:pt idx="66">
                  <c:v>2.8</c:v>
                </c:pt>
                <c:pt idx="67">
                  <c:v>2.8</c:v>
                </c:pt>
                <c:pt idx="68">
                  <c:v>2.8</c:v>
                </c:pt>
                <c:pt idx="69">
                  <c:v>2.8</c:v>
                </c:pt>
                <c:pt idx="70">
                  <c:v>2.8</c:v>
                </c:pt>
                <c:pt idx="71">
                  <c:v>3</c:v>
                </c:pt>
                <c:pt idx="72">
                  <c:v>3</c:v>
                </c:pt>
                <c:pt idx="73">
                  <c:v>3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3</c:v>
                </c:pt>
                <c:pt idx="79">
                  <c:v>3.2</c:v>
                </c:pt>
                <c:pt idx="80">
                  <c:v>3.2</c:v>
                </c:pt>
                <c:pt idx="81">
                  <c:v>3.2</c:v>
                </c:pt>
                <c:pt idx="82">
                  <c:v>3.2</c:v>
                </c:pt>
                <c:pt idx="83">
                  <c:v>3.2</c:v>
                </c:pt>
                <c:pt idx="84">
                  <c:v>3.2</c:v>
                </c:pt>
                <c:pt idx="85">
                  <c:v>3.2</c:v>
                </c:pt>
                <c:pt idx="86">
                  <c:v>3.2</c:v>
                </c:pt>
                <c:pt idx="87">
                  <c:v>3.2</c:v>
                </c:pt>
                <c:pt idx="88">
                  <c:v>3.2</c:v>
                </c:pt>
                <c:pt idx="89">
                  <c:v>3.2</c:v>
                </c:pt>
                <c:pt idx="90">
                  <c:v>3.2</c:v>
                </c:pt>
                <c:pt idx="91">
                  <c:v>3.2</c:v>
                </c:pt>
                <c:pt idx="92">
                  <c:v>3.2</c:v>
                </c:pt>
                <c:pt idx="93">
                  <c:v>3.2</c:v>
                </c:pt>
                <c:pt idx="94">
                  <c:v>3.4</c:v>
                </c:pt>
                <c:pt idx="95">
                  <c:v>3.4</c:v>
                </c:pt>
                <c:pt idx="96">
                  <c:v>3.4</c:v>
                </c:pt>
                <c:pt idx="97">
                  <c:v>3.4</c:v>
                </c:pt>
                <c:pt idx="98">
                  <c:v>3.4</c:v>
                </c:pt>
                <c:pt idx="99">
                  <c:v>3.6</c:v>
                </c:pt>
                <c:pt idx="100">
                  <c:v>3.6</c:v>
                </c:pt>
                <c:pt idx="101">
                  <c:v>3.6</c:v>
                </c:pt>
                <c:pt idx="102">
                  <c:v>3.6</c:v>
                </c:pt>
                <c:pt idx="103">
                  <c:v>3.6</c:v>
                </c:pt>
                <c:pt idx="104">
                  <c:v>3.6</c:v>
                </c:pt>
                <c:pt idx="105">
                  <c:v>3.6</c:v>
                </c:pt>
                <c:pt idx="106">
                  <c:v>3.6</c:v>
                </c:pt>
                <c:pt idx="107">
                  <c:v>3.6</c:v>
                </c:pt>
                <c:pt idx="108">
                  <c:v>3.6</c:v>
                </c:pt>
                <c:pt idx="109">
                  <c:v>3.6</c:v>
                </c:pt>
                <c:pt idx="110">
                  <c:v>3.6</c:v>
                </c:pt>
                <c:pt idx="111">
                  <c:v>3.6</c:v>
                </c:pt>
                <c:pt idx="112">
                  <c:v>4</c:v>
                </c:pt>
                <c:pt idx="113">
                  <c:v>4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4.4000000000000004</c:v>
                </c:pt>
                <c:pt idx="121">
                  <c:v>4.4000000000000004</c:v>
                </c:pt>
                <c:pt idx="122">
                  <c:v>4.4000000000000004</c:v>
                </c:pt>
                <c:pt idx="123">
                  <c:v>4.4000000000000004</c:v>
                </c:pt>
                <c:pt idx="124">
                  <c:v>4.4000000000000004</c:v>
                </c:pt>
                <c:pt idx="125">
                  <c:v>4.4000000000000004</c:v>
                </c:pt>
                <c:pt idx="126">
                  <c:v>4.5999999999999996</c:v>
                </c:pt>
                <c:pt idx="127">
                  <c:v>4.5999999999999996</c:v>
                </c:pt>
                <c:pt idx="128">
                  <c:v>4.5999999999999996</c:v>
                </c:pt>
                <c:pt idx="129">
                  <c:v>4.5999999999999996</c:v>
                </c:pt>
                <c:pt idx="130">
                  <c:v>4.5999999999999996</c:v>
                </c:pt>
                <c:pt idx="131">
                  <c:v>4.5999999999999996</c:v>
                </c:pt>
                <c:pt idx="132">
                  <c:v>4.5999999999999996</c:v>
                </c:pt>
                <c:pt idx="133">
                  <c:v>4.5999999999999996</c:v>
                </c:pt>
                <c:pt idx="134">
                  <c:v>4.5999999999999996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5.2</c:v>
                </c:pt>
                <c:pt idx="143">
                  <c:v>5.2</c:v>
                </c:pt>
                <c:pt idx="144">
                  <c:v>5.2</c:v>
                </c:pt>
                <c:pt idx="145">
                  <c:v>5.2</c:v>
                </c:pt>
                <c:pt idx="146">
                  <c:v>5.2</c:v>
                </c:pt>
                <c:pt idx="147">
                  <c:v>5.2</c:v>
                </c:pt>
                <c:pt idx="148">
                  <c:v>5.2</c:v>
                </c:pt>
                <c:pt idx="149">
                  <c:v>5.2</c:v>
                </c:pt>
                <c:pt idx="150">
                  <c:v>5.2</c:v>
                </c:pt>
                <c:pt idx="151">
                  <c:v>5.2</c:v>
                </c:pt>
                <c:pt idx="152">
                  <c:v>5.2</c:v>
                </c:pt>
                <c:pt idx="153">
                  <c:v>5.2</c:v>
                </c:pt>
                <c:pt idx="154">
                  <c:v>5.4</c:v>
                </c:pt>
                <c:pt idx="155">
                  <c:v>5.6</c:v>
                </c:pt>
                <c:pt idx="156">
                  <c:v>5.6</c:v>
                </c:pt>
                <c:pt idx="157">
                  <c:v>5.8</c:v>
                </c:pt>
                <c:pt idx="158">
                  <c:v>5.8</c:v>
                </c:pt>
                <c:pt idx="159">
                  <c:v>5.8</c:v>
                </c:pt>
                <c:pt idx="160">
                  <c:v>5.8</c:v>
                </c:pt>
                <c:pt idx="161">
                  <c:v>5.8</c:v>
                </c:pt>
                <c:pt idx="162">
                  <c:v>6</c:v>
                </c:pt>
                <c:pt idx="163">
                  <c:v>6</c:v>
                </c:pt>
                <c:pt idx="164">
                  <c:v>6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6</c:v>
                </c:pt>
                <c:pt idx="172">
                  <c:v>6</c:v>
                </c:pt>
                <c:pt idx="173">
                  <c:v>6</c:v>
                </c:pt>
                <c:pt idx="174">
                  <c:v>6</c:v>
                </c:pt>
                <c:pt idx="175">
                  <c:v>6.2</c:v>
                </c:pt>
                <c:pt idx="176">
                  <c:v>6.2</c:v>
                </c:pt>
                <c:pt idx="177">
                  <c:v>6.2</c:v>
                </c:pt>
                <c:pt idx="178">
                  <c:v>6.2</c:v>
                </c:pt>
                <c:pt idx="179">
                  <c:v>6.2</c:v>
                </c:pt>
                <c:pt idx="180">
                  <c:v>6.2</c:v>
                </c:pt>
                <c:pt idx="181">
                  <c:v>6.2</c:v>
                </c:pt>
                <c:pt idx="182">
                  <c:v>6.2</c:v>
                </c:pt>
                <c:pt idx="183">
                  <c:v>6.2</c:v>
                </c:pt>
                <c:pt idx="184">
                  <c:v>6.2</c:v>
                </c:pt>
                <c:pt idx="185">
                  <c:v>6.4</c:v>
                </c:pt>
                <c:pt idx="186">
                  <c:v>6.4</c:v>
                </c:pt>
                <c:pt idx="187">
                  <c:v>6.4</c:v>
                </c:pt>
                <c:pt idx="188">
                  <c:v>6.4</c:v>
                </c:pt>
                <c:pt idx="189">
                  <c:v>6.4</c:v>
                </c:pt>
                <c:pt idx="190">
                  <c:v>6.4</c:v>
                </c:pt>
                <c:pt idx="191">
                  <c:v>6.6</c:v>
                </c:pt>
                <c:pt idx="192">
                  <c:v>6.8</c:v>
                </c:pt>
                <c:pt idx="193">
                  <c:v>6.8</c:v>
                </c:pt>
                <c:pt idx="194">
                  <c:v>6.8</c:v>
                </c:pt>
                <c:pt idx="195">
                  <c:v>6.8</c:v>
                </c:pt>
                <c:pt idx="196">
                  <c:v>6.8</c:v>
                </c:pt>
                <c:pt idx="197">
                  <c:v>6.8</c:v>
                </c:pt>
                <c:pt idx="198">
                  <c:v>7</c:v>
                </c:pt>
                <c:pt idx="19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F9A-48C5-BA4E-B88E7D67128E}"/>
            </c:ext>
          </c:extLst>
        </c:ser>
        <c:ser>
          <c:idx val="7"/>
          <c:order val="7"/>
          <c:tx>
            <c:strRef>
              <c:f>save1!$FB$1618</c:f>
              <c:strCache>
                <c:ptCount val="1"/>
                <c:pt idx="0">
                  <c:v>Grab Bag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save1!$FB$1619:$FB$1818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0.2</c:v>
                </c:pt>
                <c:pt idx="39">
                  <c:v>0.2</c:v>
                </c:pt>
                <c:pt idx="40">
                  <c:v>0.2</c:v>
                </c:pt>
                <c:pt idx="41">
                  <c:v>0.4</c:v>
                </c:pt>
                <c:pt idx="42">
                  <c:v>0.4</c:v>
                </c:pt>
                <c:pt idx="43">
                  <c:v>0.4</c:v>
                </c:pt>
                <c:pt idx="44">
                  <c:v>0.4</c:v>
                </c:pt>
                <c:pt idx="45">
                  <c:v>0.4</c:v>
                </c:pt>
                <c:pt idx="46">
                  <c:v>0.4</c:v>
                </c:pt>
                <c:pt idx="47">
                  <c:v>0.4</c:v>
                </c:pt>
                <c:pt idx="48">
                  <c:v>0.4</c:v>
                </c:pt>
                <c:pt idx="49">
                  <c:v>0.4</c:v>
                </c:pt>
                <c:pt idx="50">
                  <c:v>0.4</c:v>
                </c:pt>
                <c:pt idx="51">
                  <c:v>0.4</c:v>
                </c:pt>
                <c:pt idx="52">
                  <c:v>0.4</c:v>
                </c:pt>
                <c:pt idx="53">
                  <c:v>0.4</c:v>
                </c:pt>
                <c:pt idx="54">
                  <c:v>0.4</c:v>
                </c:pt>
                <c:pt idx="55">
                  <c:v>0.4</c:v>
                </c:pt>
                <c:pt idx="56">
                  <c:v>0.4</c:v>
                </c:pt>
                <c:pt idx="57">
                  <c:v>0.4</c:v>
                </c:pt>
                <c:pt idx="58">
                  <c:v>0.4</c:v>
                </c:pt>
                <c:pt idx="59">
                  <c:v>0.4</c:v>
                </c:pt>
                <c:pt idx="60">
                  <c:v>0.4</c:v>
                </c:pt>
                <c:pt idx="61">
                  <c:v>0.4</c:v>
                </c:pt>
                <c:pt idx="62">
                  <c:v>0.4</c:v>
                </c:pt>
                <c:pt idx="63">
                  <c:v>0.4</c:v>
                </c:pt>
                <c:pt idx="64">
                  <c:v>0.4</c:v>
                </c:pt>
                <c:pt idx="65">
                  <c:v>0.4</c:v>
                </c:pt>
                <c:pt idx="66">
                  <c:v>0.4</c:v>
                </c:pt>
                <c:pt idx="67">
                  <c:v>0.4</c:v>
                </c:pt>
                <c:pt idx="68">
                  <c:v>0.4</c:v>
                </c:pt>
                <c:pt idx="69">
                  <c:v>0.4</c:v>
                </c:pt>
                <c:pt idx="70">
                  <c:v>0.4</c:v>
                </c:pt>
                <c:pt idx="71">
                  <c:v>0.4</c:v>
                </c:pt>
                <c:pt idx="72">
                  <c:v>0.4</c:v>
                </c:pt>
                <c:pt idx="73">
                  <c:v>0.4</c:v>
                </c:pt>
                <c:pt idx="74">
                  <c:v>0.4</c:v>
                </c:pt>
                <c:pt idx="75">
                  <c:v>0.4</c:v>
                </c:pt>
                <c:pt idx="76">
                  <c:v>0.4</c:v>
                </c:pt>
                <c:pt idx="77">
                  <c:v>0.4</c:v>
                </c:pt>
                <c:pt idx="78">
                  <c:v>0.4</c:v>
                </c:pt>
                <c:pt idx="79">
                  <c:v>0.4</c:v>
                </c:pt>
                <c:pt idx="80">
                  <c:v>0.4</c:v>
                </c:pt>
                <c:pt idx="81">
                  <c:v>0.4</c:v>
                </c:pt>
                <c:pt idx="82">
                  <c:v>0.6</c:v>
                </c:pt>
                <c:pt idx="83">
                  <c:v>0.6</c:v>
                </c:pt>
                <c:pt idx="84">
                  <c:v>0.6</c:v>
                </c:pt>
                <c:pt idx="85">
                  <c:v>0.6</c:v>
                </c:pt>
                <c:pt idx="86">
                  <c:v>0.6</c:v>
                </c:pt>
                <c:pt idx="87">
                  <c:v>0.6</c:v>
                </c:pt>
                <c:pt idx="88">
                  <c:v>0.6</c:v>
                </c:pt>
                <c:pt idx="89">
                  <c:v>0.6</c:v>
                </c:pt>
                <c:pt idx="90">
                  <c:v>0.6</c:v>
                </c:pt>
                <c:pt idx="91">
                  <c:v>0.6</c:v>
                </c:pt>
                <c:pt idx="92">
                  <c:v>0.8</c:v>
                </c:pt>
                <c:pt idx="93">
                  <c:v>0.8</c:v>
                </c:pt>
                <c:pt idx="94">
                  <c:v>0.8</c:v>
                </c:pt>
                <c:pt idx="95">
                  <c:v>0.8</c:v>
                </c:pt>
                <c:pt idx="96">
                  <c:v>0.8</c:v>
                </c:pt>
                <c:pt idx="97">
                  <c:v>0.8</c:v>
                </c:pt>
                <c:pt idx="98">
                  <c:v>0.8</c:v>
                </c:pt>
                <c:pt idx="99">
                  <c:v>0.8</c:v>
                </c:pt>
                <c:pt idx="100">
                  <c:v>0.8</c:v>
                </c:pt>
                <c:pt idx="101">
                  <c:v>0.8</c:v>
                </c:pt>
                <c:pt idx="102">
                  <c:v>0.8</c:v>
                </c:pt>
                <c:pt idx="103">
                  <c:v>0.8</c:v>
                </c:pt>
                <c:pt idx="104">
                  <c:v>0.8</c:v>
                </c:pt>
                <c:pt idx="105">
                  <c:v>0.8</c:v>
                </c:pt>
                <c:pt idx="106">
                  <c:v>0.8</c:v>
                </c:pt>
                <c:pt idx="107">
                  <c:v>0.8</c:v>
                </c:pt>
                <c:pt idx="108">
                  <c:v>0.8</c:v>
                </c:pt>
                <c:pt idx="109">
                  <c:v>0.8</c:v>
                </c:pt>
                <c:pt idx="110">
                  <c:v>0.8</c:v>
                </c:pt>
                <c:pt idx="111">
                  <c:v>0.8</c:v>
                </c:pt>
                <c:pt idx="112">
                  <c:v>0.8</c:v>
                </c:pt>
                <c:pt idx="113">
                  <c:v>0.8</c:v>
                </c:pt>
                <c:pt idx="114">
                  <c:v>0.8</c:v>
                </c:pt>
                <c:pt idx="115">
                  <c:v>0.8</c:v>
                </c:pt>
                <c:pt idx="116">
                  <c:v>0.8</c:v>
                </c:pt>
                <c:pt idx="117">
                  <c:v>0.8</c:v>
                </c:pt>
                <c:pt idx="118">
                  <c:v>0.8</c:v>
                </c:pt>
                <c:pt idx="119">
                  <c:v>0.8</c:v>
                </c:pt>
                <c:pt idx="120">
                  <c:v>0.8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1.2</c:v>
                </c:pt>
                <c:pt idx="140">
                  <c:v>1.2</c:v>
                </c:pt>
                <c:pt idx="141">
                  <c:v>1.2</c:v>
                </c:pt>
                <c:pt idx="142">
                  <c:v>1.2</c:v>
                </c:pt>
                <c:pt idx="143">
                  <c:v>1.2</c:v>
                </c:pt>
                <c:pt idx="144">
                  <c:v>1.2</c:v>
                </c:pt>
                <c:pt idx="145">
                  <c:v>1.2</c:v>
                </c:pt>
                <c:pt idx="146">
                  <c:v>1.2</c:v>
                </c:pt>
                <c:pt idx="147">
                  <c:v>1.2</c:v>
                </c:pt>
                <c:pt idx="148">
                  <c:v>1.2</c:v>
                </c:pt>
                <c:pt idx="149">
                  <c:v>1.2</c:v>
                </c:pt>
                <c:pt idx="150">
                  <c:v>1.2</c:v>
                </c:pt>
                <c:pt idx="151">
                  <c:v>1.2</c:v>
                </c:pt>
                <c:pt idx="152">
                  <c:v>1.4</c:v>
                </c:pt>
                <c:pt idx="153">
                  <c:v>1.4</c:v>
                </c:pt>
                <c:pt idx="154">
                  <c:v>1.4</c:v>
                </c:pt>
                <c:pt idx="155">
                  <c:v>1.4</c:v>
                </c:pt>
                <c:pt idx="156">
                  <c:v>1.4</c:v>
                </c:pt>
                <c:pt idx="157">
                  <c:v>1.4</c:v>
                </c:pt>
                <c:pt idx="158">
                  <c:v>1.6</c:v>
                </c:pt>
                <c:pt idx="159">
                  <c:v>1.6</c:v>
                </c:pt>
                <c:pt idx="160">
                  <c:v>1.6</c:v>
                </c:pt>
                <c:pt idx="161">
                  <c:v>1.6</c:v>
                </c:pt>
                <c:pt idx="162">
                  <c:v>1.6</c:v>
                </c:pt>
                <c:pt idx="163">
                  <c:v>1.8</c:v>
                </c:pt>
                <c:pt idx="164">
                  <c:v>1.8</c:v>
                </c:pt>
                <c:pt idx="165">
                  <c:v>1.8</c:v>
                </c:pt>
                <c:pt idx="166">
                  <c:v>1.8</c:v>
                </c:pt>
                <c:pt idx="167">
                  <c:v>1.8</c:v>
                </c:pt>
                <c:pt idx="168">
                  <c:v>1.8</c:v>
                </c:pt>
                <c:pt idx="169">
                  <c:v>1.8</c:v>
                </c:pt>
                <c:pt idx="170">
                  <c:v>1.8</c:v>
                </c:pt>
                <c:pt idx="171">
                  <c:v>1.8</c:v>
                </c:pt>
                <c:pt idx="172">
                  <c:v>1.8</c:v>
                </c:pt>
                <c:pt idx="173">
                  <c:v>1.8</c:v>
                </c:pt>
                <c:pt idx="174">
                  <c:v>1.8</c:v>
                </c:pt>
                <c:pt idx="175">
                  <c:v>1.8</c:v>
                </c:pt>
                <c:pt idx="176">
                  <c:v>1.8</c:v>
                </c:pt>
                <c:pt idx="177">
                  <c:v>1.8</c:v>
                </c:pt>
                <c:pt idx="178">
                  <c:v>1.8</c:v>
                </c:pt>
                <c:pt idx="179">
                  <c:v>1.8</c:v>
                </c:pt>
                <c:pt idx="180">
                  <c:v>1.8</c:v>
                </c:pt>
                <c:pt idx="181">
                  <c:v>1.8</c:v>
                </c:pt>
                <c:pt idx="182">
                  <c:v>1.8</c:v>
                </c:pt>
                <c:pt idx="183">
                  <c:v>1.8</c:v>
                </c:pt>
                <c:pt idx="184">
                  <c:v>1.8</c:v>
                </c:pt>
                <c:pt idx="185">
                  <c:v>1.8</c:v>
                </c:pt>
                <c:pt idx="186">
                  <c:v>1.8</c:v>
                </c:pt>
                <c:pt idx="187">
                  <c:v>1.8</c:v>
                </c:pt>
                <c:pt idx="188">
                  <c:v>1.8</c:v>
                </c:pt>
                <c:pt idx="189">
                  <c:v>1.8</c:v>
                </c:pt>
                <c:pt idx="190">
                  <c:v>1.8</c:v>
                </c:pt>
                <c:pt idx="191">
                  <c:v>1.8</c:v>
                </c:pt>
                <c:pt idx="192">
                  <c:v>1.8</c:v>
                </c:pt>
                <c:pt idx="193">
                  <c:v>1.8</c:v>
                </c:pt>
                <c:pt idx="194">
                  <c:v>1.8</c:v>
                </c:pt>
                <c:pt idx="195">
                  <c:v>1.8</c:v>
                </c:pt>
                <c:pt idx="196">
                  <c:v>1.8</c:v>
                </c:pt>
                <c:pt idx="197">
                  <c:v>1.8</c:v>
                </c:pt>
                <c:pt idx="198">
                  <c:v>1.8</c:v>
                </c:pt>
                <c:pt idx="199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F9A-48C5-BA4E-B88E7D67128E}"/>
            </c:ext>
          </c:extLst>
        </c:ser>
        <c:ser>
          <c:idx val="8"/>
          <c:order val="8"/>
          <c:tx>
            <c:strRef>
              <c:f>save1!$FC$1618</c:f>
              <c:strCache>
                <c:ptCount val="1"/>
                <c:pt idx="0">
                  <c:v>Battery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alpha val="2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save1!$FC$1619:$FC$1818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0.2</c:v>
                </c:pt>
                <c:pt idx="22">
                  <c:v>0.2</c:v>
                </c:pt>
                <c:pt idx="23">
                  <c:v>0.2</c:v>
                </c:pt>
                <c:pt idx="24">
                  <c:v>0.2</c:v>
                </c:pt>
                <c:pt idx="25">
                  <c:v>0.2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0.2</c:v>
                </c:pt>
                <c:pt idx="31">
                  <c:v>0.2</c:v>
                </c:pt>
                <c:pt idx="32">
                  <c:v>0.2</c:v>
                </c:pt>
                <c:pt idx="33">
                  <c:v>0.2</c:v>
                </c:pt>
                <c:pt idx="34">
                  <c:v>0.2</c:v>
                </c:pt>
                <c:pt idx="35">
                  <c:v>0.2</c:v>
                </c:pt>
                <c:pt idx="36">
                  <c:v>0.2</c:v>
                </c:pt>
                <c:pt idx="37">
                  <c:v>0.2</c:v>
                </c:pt>
                <c:pt idx="38">
                  <c:v>0.4</c:v>
                </c:pt>
                <c:pt idx="39">
                  <c:v>0.6</c:v>
                </c:pt>
                <c:pt idx="40">
                  <c:v>0.6</c:v>
                </c:pt>
                <c:pt idx="41">
                  <c:v>0.6</c:v>
                </c:pt>
                <c:pt idx="42">
                  <c:v>0.6</c:v>
                </c:pt>
                <c:pt idx="43">
                  <c:v>0.6</c:v>
                </c:pt>
                <c:pt idx="44">
                  <c:v>0.6</c:v>
                </c:pt>
                <c:pt idx="45">
                  <c:v>0.6</c:v>
                </c:pt>
                <c:pt idx="46">
                  <c:v>0.6</c:v>
                </c:pt>
                <c:pt idx="47">
                  <c:v>0.6</c:v>
                </c:pt>
                <c:pt idx="48">
                  <c:v>0.6</c:v>
                </c:pt>
                <c:pt idx="49">
                  <c:v>0.6</c:v>
                </c:pt>
                <c:pt idx="50">
                  <c:v>0.6</c:v>
                </c:pt>
                <c:pt idx="51">
                  <c:v>0.6</c:v>
                </c:pt>
                <c:pt idx="52">
                  <c:v>0.6</c:v>
                </c:pt>
                <c:pt idx="53">
                  <c:v>0.6</c:v>
                </c:pt>
                <c:pt idx="54">
                  <c:v>0.6</c:v>
                </c:pt>
                <c:pt idx="55">
                  <c:v>0.6</c:v>
                </c:pt>
                <c:pt idx="56">
                  <c:v>0.6</c:v>
                </c:pt>
                <c:pt idx="57">
                  <c:v>0.6</c:v>
                </c:pt>
                <c:pt idx="58">
                  <c:v>0.6</c:v>
                </c:pt>
                <c:pt idx="59">
                  <c:v>0.6</c:v>
                </c:pt>
                <c:pt idx="60">
                  <c:v>0.6</c:v>
                </c:pt>
                <c:pt idx="61">
                  <c:v>0.6</c:v>
                </c:pt>
                <c:pt idx="62">
                  <c:v>0.6</c:v>
                </c:pt>
                <c:pt idx="63">
                  <c:v>0.6</c:v>
                </c:pt>
                <c:pt idx="64">
                  <c:v>0.6</c:v>
                </c:pt>
                <c:pt idx="65">
                  <c:v>0.8</c:v>
                </c:pt>
                <c:pt idx="66">
                  <c:v>0.8</c:v>
                </c:pt>
                <c:pt idx="67">
                  <c:v>0.8</c:v>
                </c:pt>
                <c:pt idx="68">
                  <c:v>0.8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1.2</c:v>
                </c:pt>
                <c:pt idx="101">
                  <c:v>1.2</c:v>
                </c:pt>
                <c:pt idx="102">
                  <c:v>1.2</c:v>
                </c:pt>
                <c:pt idx="103">
                  <c:v>1.2</c:v>
                </c:pt>
                <c:pt idx="104">
                  <c:v>1.2</c:v>
                </c:pt>
                <c:pt idx="105">
                  <c:v>1.2</c:v>
                </c:pt>
                <c:pt idx="106">
                  <c:v>1.2</c:v>
                </c:pt>
                <c:pt idx="107">
                  <c:v>1.2</c:v>
                </c:pt>
                <c:pt idx="108">
                  <c:v>1.2</c:v>
                </c:pt>
                <c:pt idx="109">
                  <c:v>1.2</c:v>
                </c:pt>
                <c:pt idx="110">
                  <c:v>1.2</c:v>
                </c:pt>
                <c:pt idx="111">
                  <c:v>1.2</c:v>
                </c:pt>
                <c:pt idx="112">
                  <c:v>1.2</c:v>
                </c:pt>
                <c:pt idx="113">
                  <c:v>1.2</c:v>
                </c:pt>
                <c:pt idx="114">
                  <c:v>1.4</c:v>
                </c:pt>
                <c:pt idx="115">
                  <c:v>1.4</c:v>
                </c:pt>
                <c:pt idx="116">
                  <c:v>1.4</c:v>
                </c:pt>
                <c:pt idx="117">
                  <c:v>1.4</c:v>
                </c:pt>
                <c:pt idx="118">
                  <c:v>1.4</c:v>
                </c:pt>
                <c:pt idx="119">
                  <c:v>1.4</c:v>
                </c:pt>
                <c:pt idx="120">
                  <c:v>1.4</c:v>
                </c:pt>
                <c:pt idx="121">
                  <c:v>1.4</c:v>
                </c:pt>
                <c:pt idx="122">
                  <c:v>1.4</c:v>
                </c:pt>
                <c:pt idx="123">
                  <c:v>1.4</c:v>
                </c:pt>
                <c:pt idx="124">
                  <c:v>1.4</c:v>
                </c:pt>
                <c:pt idx="125">
                  <c:v>1.4</c:v>
                </c:pt>
                <c:pt idx="126">
                  <c:v>1.4</c:v>
                </c:pt>
                <c:pt idx="127">
                  <c:v>1.4</c:v>
                </c:pt>
                <c:pt idx="128">
                  <c:v>1.4</c:v>
                </c:pt>
                <c:pt idx="129">
                  <c:v>1.4</c:v>
                </c:pt>
                <c:pt idx="130">
                  <c:v>1.4</c:v>
                </c:pt>
                <c:pt idx="131">
                  <c:v>1.4</c:v>
                </c:pt>
                <c:pt idx="132">
                  <c:v>1.4</c:v>
                </c:pt>
                <c:pt idx="133">
                  <c:v>1.4</c:v>
                </c:pt>
                <c:pt idx="134">
                  <c:v>1.4</c:v>
                </c:pt>
                <c:pt idx="135">
                  <c:v>1.6</c:v>
                </c:pt>
                <c:pt idx="136">
                  <c:v>1.6</c:v>
                </c:pt>
                <c:pt idx="137">
                  <c:v>1.6</c:v>
                </c:pt>
                <c:pt idx="138">
                  <c:v>1.6</c:v>
                </c:pt>
                <c:pt idx="139">
                  <c:v>1.8</c:v>
                </c:pt>
                <c:pt idx="140">
                  <c:v>1.8</c:v>
                </c:pt>
                <c:pt idx="141">
                  <c:v>2</c:v>
                </c:pt>
                <c:pt idx="142">
                  <c:v>2</c:v>
                </c:pt>
                <c:pt idx="143">
                  <c:v>2.4</c:v>
                </c:pt>
                <c:pt idx="144">
                  <c:v>2.4</c:v>
                </c:pt>
                <c:pt idx="145">
                  <c:v>2.4</c:v>
                </c:pt>
                <c:pt idx="146">
                  <c:v>2.4</c:v>
                </c:pt>
                <c:pt idx="147">
                  <c:v>2.4</c:v>
                </c:pt>
                <c:pt idx="148">
                  <c:v>2.4</c:v>
                </c:pt>
                <c:pt idx="149">
                  <c:v>2.4</c:v>
                </c:pt>
                <c:pt idx="150">
                  <c:v>2.4</c:v>
                </c:pt>
                <c:pt idx="151">
                  <c:v>2.4</c:v>
                </c:pt>
                <c:pt idx="152">
                  <c:v>2.4</c:v>
                </c:pt>
                <c:pt idx="153">
                  <c:v>2.4</c:v>
                </c:pt>
                <c:pt idx="154">
                  <c:v>2.4</c:v>
                </c:pt>
                <c:pt idx="155">
                  <c:v>2.4</c:v>
                </c:pt>
                <c:pt idx="156">
                  <c:v>2.6</c:v>
                </c:pt>
                <c:pt idx="157">
                  <c:v>2.6</c:v>
                </c:pt>
                <c:pt idx="158">
                  <c:v>2.6</c:v>
                </c:pt>
                <c:pt idx="159">
                  <c:v>2.6</c:v>
                </c:pt>
                <c:pt idx="160">
                  <c:v>2.8</c:v>
                </c:pt>
                <c:pt idx="161">
                  <c:v>2.8</c:v>
                </c:pt>
                <c:pt idx="162">
                  <c:v>2.8</c:v>
                </c:pt>
                <c:pt idx="163">
                  <c:v>3.2</c:v>
                </c:pt>
                <c:pt idx="164">
                  <c:v>3.2</c:v>
                </c:pt>
                <c:pt idx="165">
                  <c:v>3.2</c:v>
                </c:pt>
                <c:pt idx="166">
                  <c:v>3.2</c:v>
                </c:pt>
                <c:pt idx="167">
                  <c:v>3.2</c:v>
                </c:pt>
                <c:pt idx="168">
                  <c:v>3.2</c:v>
                </c:pt>
                <c:pt idx="169">
                  <c:v>3.2</c:v>
                </c:pt>
                <c:pt idx="170">
                  <c:v>3.2</c:v>
                </c:pt>
                <c:pt idx="171">
                  <c:v>3.2</c:v>
                </c:pt>
                <c:pt idx="172">
                  <c:v>3.2</c:v>
                </c:pt>
                <c:pt idx="173">
                  <c:v>3.2</c:v>
                </c:pt>
                <c:pt idx="174">
                  <c:v>3.2</c:v>
                </c:pt>
                <c:pt idx="175">
                  <c:v>3.2</c:v>
                </c:pt>
                <c:pt idx="176">
                  <c:v>3.2</c:v>
                </c:pt>
                <c:pt idx="177">
                  <c:v>3.6</c:v>
                </c:pt>
                <c:pt idx="178">
                  <c:v>3.6</c:v>
                </c:pt>
                <c:pt idx="179">
                  <c:v>3.6</c:v>
                </c:pt>
                <c:pt idx="180">
                  <c:v>3.8</c:v>
                </c:pt>
                <c:pt idx="181">
                  <c:v>3.8</c:v>
                </c:pt>
                <c:pt idx="182">
                  <c:v>3.8</c:v>
                </c:pt>
                <c:pt idx="183">
                  <c:v>3.8</c:v>
                </c:pt>
                <c:pt idx="184">
                  <c:v>3.8</c:v>
                </c:pt>
                <c:pt idx="185">
                  <c:v>3.8</c:v>
                </c:pt>
                <c:pt idx="186">
                  <c:v>3.8</c:v>
                </c:pt>
                <c:pt idx="187">
                  <c:v>3.8</c:v>
                </c:pt>
                <c:pt idx="188">
                  <c:v>3.8</c:v>
                </c:pt>
                <c:pt idx="189">
                  <c:v>3.8</c:v>
                </c:pt>
                <c:pt idx="190">
                  <c:v>4.2</c:v>
                </c:pt>
                <c:pt idx="191">
                  <c:v>4.4000000000000004</c:v>
                </c:pt>
                <c:pt idx="192">
                  <c:v>4.4000000000000004</c:v>
                </c:pt>
                <c:pt idx="193">
                  <c:v>4.4000000000000004</c:v>
                </c:pt>
                <c:pt idx="194">
                  <c:v>4.4000000000000004</c:v>
                </c:pt>
                <c:pt idx="195">
                  <c:v>4.5999999999999996</c:v>
                </c:pt>
                <c:pt idx="196">
                  <c:v>4.5999999999999996</c:v>
                </c:pt>
                <c:pt idx="197">
                  <c:v>4.5999999999999996</c:v>
                </c:pt>
                <c:pt idx="198">
                  <c:v>4.5999999999999996</c:v>
                </c:pt>
                <c:pt idx="199">
                  <c:v>4.5999999999999996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F9A-48C5-BA4E-B88E7D67128E}"/>
            </c:ext>
          </c:extLst>
        </c:ser>
        <c:ser>
          <c:idx val="9"/>
          <c:order val="9"/>
          <c:tx>
            <c:strRef>
              <c:f>save1!$FD$1618</c:f>
              <c:strCache>
                <c:ptCount val="1"/>
                <c:pt idx="0">
                  <c:v>Collectible</c:v>
                </c:pt>
              </c:strCache>
            </c:strRef>
          </c:tx>
          <c:spPr>
            <a:ln>
              <a:solidFill>
                <a:schemeClr val="accent3">
                  <a:lumMod val="60000"/>
                  <a:alpha val="25000"/>
                </a:schemeClr>
              </a:solidFill>
            </a:ln>
          </c:spPr>
          <c:marker>
            <c:symbol val="none"/>
          </c:marker>
          <c:val>
            <c:numRef>
              <c:f>save1!$FD$1619:$FD$1818</c:f>
              <c:numCache>
                <c:formatCode>General</c:formatCode>
                <c:ptCount val="200"/>
                <c:pt idx="0">
                  <c:v>0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0.4</c:v>
                </c:pt>
                <c:pt idx="7">
                  <c:v>0.4</c:v>
                </c:pt>
                <c:pt idx="8">
                  <c:v>0.4</c:v>
                </c:pt>
                <c:pt idx="9">
                  <c:v>0.4</c:v>
                </c:pt>
                <c:pt idx="10">
                  <c:v>0.4</c:v>
                </c:pt>
                <c:pt idx="11">
                  <c:v>0.4</c:v>
                </c:pt>
                <c:pt idx="12">
                  <c:v>0.4</c:v>
                </c:pt>
                <c:pt idx="13">
                  <c:v>0.4</c:v>
                </c:pt>
                <c:pt idx="14">
                  <c:v>0.4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0.4</c:v>
                </c:pt>
                <c:pt idx="19">
                  <c:v>0.4</c:v>
                </c:pt>
                <c:pt idx="20">
                  <c:v>0.4</c:v>
                </c:pt>
                <c:pt idx="21">
                  <c:v>0.4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0.4</c:v>
                </c:pt>
                <c:pt idx="27">
                  <c:v>0.4</c:v>
                </c:pt>
                <c:pt idx="28">
                  <c:v>0.4</c:v>
                </c:pt>
                <c:pt idx="29">
                  <c:v>0.6</c:v>
                </c:pt>
                <c:pt idx="30">
                  <c:v>0.6</c:v>
                </c:pt>
                <c:pt idx="31">
                  <c:v>0.6</c:v>
                </c:pt>
                <c:pt idx="32">
                  <c:v>0.6</c:v>
                </c:pt>
                <c:pt idx="33">
                  <c:v>0.6</c:v>
                </c:pt>
                <c:pt idx="34">
                  <c:v>0.6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1.2</c:v>
                </c:pt>
                <c:pt idx="39">
                  <c:v>1.4</c:v>
                </c:pt>
                <c:pt idx="40">
                  <c:v>1.6</c:v>
                </c:pt>
                <c:pt idx="41">
                  <c:v>1.6</c:v>
                </c:pt>
                <c:pt idx="42">
                  <c:v>1.6</c:v>
                </c:pt>
                <c:pt idx="43">
                  <c:v>1.6</c:v>
                </c:pt>
                <c:pt idx="44">
                  <c:v>1.6</c:v>
                </c:pt>
                <c:pt idx="45">
                  <c:v>1.6</c:v>
                </c:pt>
                <c:pt idx="46">
                  <c:v>1.6</c:v>
                </c:pt>
                <c:pt idx="47">
                  <c:v>1.6</c:v>
                </c:pt>
                <c:pt idx="48">
                  <c:v>1.6</c:v>
                </c:pt>
                <c:pt idx="49">
                  <c:v>1.6</c:v>
                </c:pt>
                <c:pt idx="50">
                  <c:v>1.6</c:v>
                </c:pt>
                <c:pt idx="51">
                  <c:v>1.6</c:v>
                </c:pt>
                <c:pt idx="52">
                  <c:v>1.6</c:v>
                </c:pt>
                <c:pt idx="53">
                  <c:v>1.6</c:v>
                </c:pt>
                <c:pt idx="54">
                  <c:v>1.6</c:v>
                </c:pt>
                <c:pt idx="55">
                  <c:v>1.6</c:v>
                </c:pt>
                <c:pt idx="56">
                  <c:v>1.6</c:v>
                </c:pt>
                <c:pt idx="57">
                  <c:v>1.6</c:v>
                </c:pt>
                <c:pt idx="58">
                  <c:v>1.6</c:v>
                </c:pt>
                <c:pt idx="59">
                  <c:v>1.6</c:v>
                </c:pt>
                <c:pt idx="60">
                  <c:v>1.6</c:v>
                </c:pt>
                <c:pt idx="61">
                  <c:v>1.6</c:v>
                </c:pt>
                <c:pt idx="62">
                  <c:v>1.6</c:v>
                </c:pt>
                <c:pt idx="63">
                  <c:v>1.6</c:v>
                </c:pt>
                <c:pt idx="64">
                  <c:v>1.6</c:v>
                </c:pt>
                <c:pt idx="65">
                  <c:v>1.6</c:v>
                </c:pt>
                <c:pt idx="66">
                  <c:v>1.6</c:v>
                </c:pt>
                <c:pt idx="67">
                  <c:v>1.8</c:v>
                </c:pt>
                <c:pt idx="68">
                  <c:v>1.8</c:v>
                </c:pt>
                <c:pt idx="69">
                  <c:v>2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2.2000000000000002</c:v>
                </c:pt>
                <c:pt idx="74">
                  <c:v>2.4</c:v>
                </c:pt>
                <c:pt idx="75">
                  <c:v>2.4</c:v>
                </c:pt>
                <c:pt idx="76">
                  <c:v>2.4</c:v>
                </c:pt>
                <c:pt idx="77">
                  <c:v>2.4</c:v>
                </c:pt>
                <c:pt idx="78">
                  <c:v>2.4</c:v>
                </c:pt>
                <c:pt idx="79">
                  <c:v>2.6</c:v>
                </c:pt>
                <c:pt idx="80">
                  <c:v>2.6</c:v>
                </c:pt>
                <c:pt idx="81">
                  <c:v>2.6</c:v>
                </c:pt>
                <c:pt idx="82">
                  <c:v>3</c:v>
                </c:pt>
                <c:pt idx="83">
                  <c:v>3</c:v>
                </c:pt>
                <c:pt idx="84">
                  <c:v>3.2</c:v>
                </c:pt>
                <c:pt idx="85">
                  <c:v>3.2</c:v>
                </c:pt>
                <c:pt idx="86">
                  <c:v>3.2</c:v>
                </c:pt>
                <c:pt idx="87">
                  <c:v>3.4</c:v>
                </c:pt>
                <c:pt idx="88">
                  <c:v>3.4</c:v>
                </c:pt>
                <c:pt idx="89">
                  <c:v>3.6</c:v>
                </c:pt>
                <c:pt idx="90">
                  <c:v>3.6</c:v>
                </c:pt>
                <c:pt idx="91">
                  <c:v>3.6</c:v>
                </c:pt>
                <c:pt idx="92">
                  <c:v>3.6</c:v>
                </c:pt>
                <c:pt idx="93">
                  <c:v>3.6</c:v>
                </c:pt>
                <c:pt idx="94">
                  <c:v>3.6</c:v>
                </c:pt>
                <c:pt idx="95">
                  <c:v>3.6</c:v>
                </c:pt>
                <c:pt idx="96">
                  <c:v>3.6</c:v>
                </c:pt>
                <c:pt idx="97">
                  <c:v>3.6</c:v>
                </c:pt>
                <c:pt idx="98">
                  <c:v>3.6</c:v>
                </c:pt>
                <c:pt idx="99">
                  <c:v>3.6</c:v>
                </c:pt>
                <c:pt idx="100">
                  <c:v>3.8</c:v>
                </c:pt>
                <c:pt idx="101">
                  <c:v>4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4.2</c:v>
                </c:pt>
                <c:pt idx="107">
                  <c:v>4.2</c:v>
                </c:pt>
                <c:pt idx="108">
                  <c:v>4.2</c:v>
                </c:pt>
                <c:pt idx="109">
                  <c:v>4.2</c:v>
                </c:pt>
                <c:pt idx="110">
                  <c:v>4.2</c:v>
                </c:pt>
                <c:pt idx="111">
                  <c:v>4.2</c:v>
                </c:pt>
                <c:pt idx="112">
                  <c:v>4.2</c:v>
                </c:pt>
                <c:pt idx="113">
                  <c:v>4.2</c:v>
                </c:pt>
                <c:pt idx="114">
                  <c:v>4.2</c:v>
                </c:pt>
                <c:pt idx="115">
                  <c:v>4.2</c:v>
                </c:pt>
                <c:pt idx="116">
                  <c:v>4.2</c:v>
                </c:pt>
                <c:pt idx="117">
                  <c:v>4.2</c:v>
                </c:pt>
                <c:pt idx="118">
                  <c:v>4.2</c:v>
                </c:pt>
                <c:pt idx="119">
                  <c:v>4.2</c:v>
                </c:pt>
                <c:pt idx="120">
                  <c:v>4.2</c:v>
                </c:pt>
                <c:pt idx="121">
                  <c:v>4.2</c:v>
                </c:pt>
                <c:pt idx="122">
                  <c:v>4.2</c:v>
                </c:pt>
                <c:pt idx="123">
                  <c:v>4.2</c:v>
                </c:pt>
                <c:pt idx="124">
                  <c:v>4.2</c:v>
                </c:pt>
                <c:pt idx="125">
                  <c:v>4.2</c:v>
                </c:pt>
                <c:pt idx="126">
                  <c:v>4.2</c:v>
                </c:pt>
                <c:pt idx="127">
                  <c:v>4.2</c:v>
                </c:pt>
                <c:pt idx="128">
                  <c:v>4.2</c:v>
                </c:pt>
                <c:pt idx="129">
                  <c:v>4.2</c:v>
                </c:pt>
                <c:pt idx="130">
                  <c:v>4.2</c:v>
                </c:pt>
                <c:pt idx="131">
                  <c:v>4.2</c:v>
                </c:pt>
                <c:pt idx="132">
                  <c:v>4.2</c:v>
                </c:pt>
                <c:pt idx="133">
                  <c:v>4.2</c:v>
                </c:pt>
                <c:pt idx="134">
                  <c:v>4.2</c:v>
                </c:pt>
                <c:pt idx="135">
                  <c:v>4.2</c:v>
                </c:pt>
                <c:pt idx="136">
                  <c:v>4.2</c:v>
                </c:pt>
                <c:pt idx="137">
                  <c:v>4.2</c:v>
                </c:pt>
                <c:pt idx="138">
                  <c:v>4.2</c:v>
                </c:pt>
                <c:pt idx="139">
                  <c:v>4.2</c:v>
                </c:pt>
                <c:pt idx="140">
                  <c:v>4.4000000000000004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4.4000000000000004</c:v>
                </c:pt>
                <c:pt idx="144">
                  <c:v>4.4000000000000004</c:v>
                </c:pt>
                <c:pt idx="145">
                  <c:v>4.4000000000000004</c:v>
                </c:pt>
                <c:pt idx="146">
                  <c:v>4.4000000000000004</c:v>
                </c:pt>
                <c:pt idx="147">
                  <c:v>4.4000000000000004</c:v>
                </c:pt>
                <c:pt idx="148">
                  <c:v>4.4000000000000004</c:v>
                </c:pt>
                <c:pt idx="149">
                  <c:v>4.4000000000000004</c:v>
                </c:pt>
                <c:pt idx="150">
                  <c:v>4.4000000000000004</c:v>
                </c:pt>
                <c:pt idx="151">
                  <c:v>4.4000000000000004</c:v>
                </c:pt>
                <c:pt idx="152">
                  <c:v>4.4000000000000004</c:v>
                </c:pt>
                <c:pt idx="153">
                  <c:v>4.4000000000000004</c:v>
                </c:pt>
                <c:pt idx="154">
                  <c:v>4.4000000000000004</c:v>
                </c:pt>
                <c:pt idx="155">
                  <c:v>4.4000000000000004</c:v>
                </c:pt>
                <c:pt idx="156">
                  <c:v>4.4000000000000004</c:v>
                </c:pt>
                <c:pt idx="157">
                  <c:v>4.4000000000000004</c:v>
                </c:pt>
                <c:pt idx="158">
                  <c:v>4.4000000000000004</c:v>
                </c:pt>
                <c:pt idx="159">
                  <c:v>4.4000000000000004</c:v>
                </c:pt>
                <c:pt idx="160">
                  <c:v>4.4000000000000004</c:v>
                </c:pt>
                <c:pt idx="161">
                  <c:v>4.4000000000000004</c:v>
                </c:pt>
                <c:pt idx="162">
                  <c:v>4.4000000000000004</c:v>
                </c:pt>
                <c:pt idx="163">
                  <c:v>4.5999999999999996</c:v>
                </c:pt>
                <c:pt idx="164">
                  <c:v>4.5999999999999996</c:v>
                </c:pt>
                <c:pt idx="165">
                  <c:v>4.5999999999999996</c:v>
                </c:pt>
                <c:pt idx="166">
                  <c:v>4.5999999999999996</c:v>
                </c:pt>
                <c:pt idx="167">
                  <c:v>4.5999999999999996</c:v>
                </c:pt>
                <c:pt idx="168">
                  <c:v>4.5999999999999996</c:v>
                </c:pt>
                <c:pt idx="169">
                  <c:v>4.5999999999999996</c:v>
                </c:pt>
                <c:pt idx="170">
                  <c:v>4.5999999999999996</c:v>
                </c:pt>
                <c:pt idx="171">
                  <c:v>4.5999999999999996</c:v>
                </c:pt>
                <c:pt idx="172">
                  <c:v>4.5999999999999996</c:v>
                </c:pt>
                <c:pt idx="173">
                  <c:v>4.5999999999999996</c:v>
                </c:pt>
                <c:pt idx="174">
                  <c:v>4.8</c:v>
                </c:pt>
                <c:pt idx="175">
                  <c:v>4.8</c:v>
                </c:pt>
                <c:pt idx="176">
                  <c:v>4.8</c:v>
                </c:pt>
                <c:pt idx="177">
                  <c:v>4.8</c:v>
                </c:pt>
                <c:pt idx="178">
                  <c:v>4.8</c:v>
                </c:pt>
                <c:pt idx="179">
                  <c:v>4.8</c:v>
                </c:pt>
                <c:pt idx="180">
                  <c:v>4.8</c:v>
                </c:pt>
                <c:pt idx="181">
                  <c:v>4.8</c:v>
                </c:pt>
                <c:pt idx="182">
                  <c:v>4.8</c:v>
                </c:pt>
                <c:pt idx="183">
                  <c:v>4.8</c:v>
                </c:pt>
                <c:pt idx="184">
                  <c:v>4.8</c:v>
                </c:pt>
                <c:pt idx="185">
                  <c:v>4.8</c:v>
                </c:pt>
                <c:pt idx="186">
                  <c:v>4.8</c:v>
                </c:pt>
                <c:pt idx="187">
                  <c:v>4.8</c:v>
                </c:pt>
                <c:pt idx="188">
                  <c:v>4.8</c:v>
                </c:pt>
                <c:pt idx="189">
                  <c:v>4.8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5.2</c:v>
                </c:pt>
                <c:pt idx="196">
                  <c:v>5.2</c:v>
                </c:pt>
                <c:pt idx="197">
                  <c:v>5.2</c:v>
                </c:pt>
                <c:pt idx="198">
                  <c:v>5.2</c:v>
                </c:pt>
                <c:pt idx="199">
                  <c:v>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F9A-48C5-BA4E-B88E7D671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39538879"/>
        <c:axId val="1139539359"/>
      </c:lineChart>
      <c:catAx>
        <c:axId val="1139538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9359"/>
        <c:crosses val="autoZero"/>
        <c:auto val="1"/>
        <c:lblAlgn val="ctr"/>
        <c:lblOffset val="100"/>
        <c:noMultiLvlLbl val="0"/>
      </c:catAx>
      <c:valAx>
        <c:axId val="1139539359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538879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Control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save1!$CQ$2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save1!$CQ$3:$CQ$202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58-493F-9812-1FACEF2D331B}"/>
            </c:ext>
          </c:extLst>
        </c:ser>
        <c:ser>
          <c:idx val="1"/>
          <c:order val="1"/>
          <c:tx>
            <c:strRef>
              <c:f>save1!$CR$2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save1!$CR$3:$CR$202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4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2</c:v>
                </c:pt>
                <c:pt idx="51">
                  <c:v>1</c:v>
                </c:pt>
                <c:pt idx="52">
                  <c:v>1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3</c:v>
                </c:pt>
                <c:pt idx="59">
                  <c:v>4</c:v>
                </c:pt>
                <c:pt idx="60">
                  <c:v>3</c:v>
                </c:pt>
                <c:pt idx="61">
                  <c:v>3</c:v>
                </c:pt>
                <c:pt idx="62">
                  <c:v>3</c:v>
                </c:pt>
                <c:pt idx="63">
                  <c:v>3</c:v>
                </c:pt>
                <c:pt idx="64">
                  <c:v>3</c:v>
                </c:pt>
                <c:pt idx="65">
                  <c:v>3</c:v>
                </c:pt>
                <c:pt idx="66">
                  <c:v>4</c:v>
                </c:pt>
                <c:pt idx="67">
                  <c:v>4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4</c:v>
                </c:pt>
                <c:pt idx="73">
                  <c:v>4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3</c:v>
                </c:pt>
                <c:pt idx="82">
                  <c:v>4</c:v>
                </c:pt>
                <c:pt idx="83">
                  <c:v>4</c:v>
                </c:pt>
                <c:pt idx="84">
                  <c:v>4</c:v>
                </c:pt>
                <c:pt idx="85">
                  <c:v>4</c:v>
                </c:pt>
                <c:pt idx="86">
                  <c:v>4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4</c:v>
                </c:pt>
                <c:pt idx="92">
                  <c:v>4</c:v>
                </c:pt>
                <c:pt idx="93">
                  <c:v>4</c:v>
                </c:pt>
                <c:pt idx="94">
                  <c:v>4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5</c:v>
                </c:pt>
                <c:pt idx="99">
                  <c:v>5</c:v>
                </c:pt>
                <c:pt idx="100">
                  <c:v>6</c:v>
                </c:pt>
                <c:pt idx="101">
                  <c:v>6</c:v>
                </c:pt>
                <c:pt idx="102">
                  <c:v>5</c:v>
                </c:pt>
                <c:pt idx="103">
                  <c:v>4</c:v>
                </c:pt>
                <c:pt idx="104">
                  <c:v>5</c:v>
                </c:pt>
                <c:pt idx="105">
                  <c:v>6</c:v>
                </c:pt>
                <c:pt idx="106">
                  <c:v>6</c:v>
                </c:pt>
                <c:pt idx="107">
                  <c:v>6</c:v>
                </c:pt>
                <c:pt idx="108">
                  <c:v>6</c:v>
                </c:pt>
                <c:pt idx="109">
                  <c:v>6</c:v>
                </c:pt>
                <c:pt idx="110">
                  <c:v>6</c:v>
                </c:pt>
                <c:pt idx="111">
                  <c:v>6</c:v>
                </c:pt>
                <c:pt idx="112">
                  <c:v>7</c:v>
                </c:pt>
                <c:pt idx="113">
                  <c:v>7</c:v>
                </c:pt>
                <c:pt idx="114">
                  <c:v>7</c:v>
                </c:pt>
                <c:pt idx="115">
                  <c:v>7</c:v>
                </c:pt>
                <c:pt idx="116">
                  <c:v>8</c:v>
                </c:pt>
                <c:pt idx="117">
                  <c:v>8</c:v>
                </c:pt>
                <c:pt idx="118">
                  <c:v>9</c:v>
                </c:pt>
                <c:pt idx="119">
                  <c:v>9</c:v>
                </c:pt>
                <c:pt idx="120">
                  <c:v>9</c:v>
                </c:pt>
                <c:pt idx="121">
                  <c:v>9</c:v>
                </c:pt>
                <c:pt idx="122">
                  <c:v>9</c:v>
                </c:pt>
                <c:pt idx="123">
                  <c:v>9</c:v>
                </c:pt>
                <c:pt idx="124">
                  <c:v>10</c:v>
                </c:pt>
                <c:pt idx="125">
                  <c:v>9</c:v>
                </c:pt>
                <c:pt idx="126">
                  <c:v>9</c:v>
                </c:pt>
                <c:pt idx="127">
                  <c:v>10</c:v>
                </c:pt>
                <c:pt idx="128">
                  <c:v>11</c:v>
                </c:pt>
                <c:pt idx="129">
                  <c:v>11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9</c:v>
                </c:pt>
                <c:pt idx="136">
                  <c:v>9</c:v>
                </c:pt>
                <c:pt idx="137">
                  <c:v>8</c:v>
                </c:pt>
                <c:pt idx="138">
                  <c:v>8</c:v>
                </c:pt>
                <c:pt idx="139">
                  <c:v>8</c:v>
                </c:pt>
                <c:pt idx="140">
                  <c:v>8</c:v>
                </c:pt>
                <c:pt idx="141">
                  <c:v>8</c:v>
                </c:pt>
                <c:pt idx="142">
                  <c:v>7</c:v>
                </c:pt>
                <c:pt idx="143">
                  <c:v>7</c:v>
                </c:pt>
                <c:pt idx="144">
                  <c:v>6</c:v>
                </c:pt>
                <c:pt idx="145">
                  <c:v>6</c:v>
                </c:pt>
                <c:pt idx="146">
                  <c:v>6</c:v>
                </c:pt>
                <c:pt idx="147">
                  <c:v>6</c:v>
                </c:pt>
                <c:pt idx="148">
                  <c:v>6</c:v>
                </c:pt>
                <c:pt idx="149">
                  <c:v>6</c:v>
                </c:pt>
                <c:pt idx="150">
                  <c:v>6</c:v>
                </c:pt>
                <c:pt idx="151">
                  <c:v>6</c:v>
                </c:pt>
                <c:pt idx="152">
                  <c:v>6</c:v>
                </c:pt>
                <c:pt idx="153">
                  <c:v>6</c:v>
                </c:pt>
                <c:pt idx="154">
                  <c:v>6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9</c:v>
                </c:pt>
                <c:pt idx="163">
                  <c:v>9</c:v>
                </c:pt>
                <c:pt idx="164">
                  <c:v>10</c:v>
                </c:pt>
                <c:pt idx="165">
                  <c:v>10</c:v>
                </c:pt>
                <c:pt idx="166">
                  <c:v>9</c:v>
                </c:pt>
                <c:pt idx="167">
                  <c:v>9</c:v>
                </c:pt>
                <c:pt idx="168">
                  <c:v>9</c:v>
                </c:pt>
                <c:pt idx="169">
                  <c:v>9</c:v>
                </c:pt>
                <c:pt idx="170">
                  <c:v>9</c:v>
                </c:pt>
                <c:pt idx="171">
                  <c:v>10</c:v>
                </c:pt>
                <c:pt idx="172">
                  <c:v>10</c:v>
                </c:pt>
                <c:pt idx="173">
                  <c:v>10</c:v>
                </c:pt>
                <c:pt idx="174">
                  <c:v>9</c:v>
                </c:pt>
                <c:pt idx="175">
                  <c:v>10</c:v>
                </c:pt>
                <c:pt idx="176">
                  <c:v>9</c:v>
                </c:pt>
                <c:pt idx="177">
                  <c:v>9</c:v>
                </c:pt>
                <c:pt idx="178">
                  <c:v>9</c:v>
                </c:pt>
                <c:pt idx="179">
                  <c:v>9</c:v>
                </c:pt>
                <c:pt idx="180">
                  <c:v>9</c:v>
                </c:pt>
                <c:pt idx="181">
                  <c:v>10</c:v>
                </c:pt>
                <c:pt idx="182">
                  <c:v>10</c:v>
                </c:pt>
                <c:pt idx="183">
                  <c:v>9</c:v>
                </c:pt>
                <c:pt idx="184">
                  <c:v>9</c:v>
                </c:pt>
                <c:pt idx="185">
                  <c:v>9</c:v>
                </c:pt>
                <c:pt idx="186">
                  <c:v>9</c:v>
                </c:pt>
                <c:pt idx="187">
                  <c:v>8</c:v>
                </c:pt>
                <c:pt idx="188">
                  <c:v>9</c:v>
                </c:pt>
                <c:pt idx="189">
                  <c:v>9</c:v>
                </c:pt>
                <c:pt idx="190">
                  <c:v>9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11</c:v>
                </c:pt>
                <c:pt idx="197">
                  <c:v>11</c:v>
                </c:pt>
                <c:pt idx="198">
                  <c:v>11</c:v>
                </c:pt>
                <c:pt idx="19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58-493F-9812-1FACEF2D331B}"/>
            </c:ext>
          </c:extLst>
        </c:ser>
        <c:ser>
          <c:idx val="2"/>
          <c:order val="2"/>
          <c:tx>
            <c:strRef>
              <c:f>save1!$CS$2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save1!$CS$3:$CS$202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1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0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2</c:v>
                </c:pt>
                <c:pt idx="149">
                  <c:v>2</c:v>
                </c:pt>
                <c:pt idx="150">
                  <c:v>2</c:v>
                </c:pt>
                <c:pt idx="151">
                  <c:v>2</c:v>
                </c:pt>
                <c:pt idx="152">
                  <c:v>2</c:v>
                </c:pt>
                <c:pt idx="153">
                  <c:v>2</c:v>
                </c:pt>
                <c:pt idx="154">
                  <c:v>3</c:v>
                </c:pt>
                <c:pt idx="155">
                  <c:v>3</c:v>
                </c:pt>
                <c:pt idx="156">
                  <c:v>4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5</c:v>
                </c:pt>
                <c:pt idx="164">
                  <c:v>6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7</c:v>
                </c:pt>
                <c:pt idx="171">
                  <c:v>7</c:v>
                </c:pt>
                <c:pt idx="172">
                  <c:v>7</c:v>
                </c:pt>
                <c:pt idx="173">
                  <c:v>7</c:v>
                </c:pt>
                <c:pt idx="174">
                  <c:v>7</c:v>
                </c:pt>
                <c:pt idx="175">
                  <c:v>7</c:v>
                </c:pt>
                <c:pt idx="176">
                  <c:v>6</c:v>
                </c:pt>
                <c:pt idx="177">
                  <c:v>6</c:v>
                </c:pt>
                <c:pt idx="178">
                  <c:v>6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4</c:v>
                </c:pt>
                <c:pt idx="183">
                  <c:v>4</c:v>
                </c:pt>
                <c:pt idx="184">
                  <c:v>4</c:v>
                </c:pt>
                <c:pt idx="185">
                  <c:v>4</c:v>
                </c:pt>
                <c:pt idx="186">
                  <c:v>4</c:v>
                </c:pt>
                <c:pt idx="187">
                  <c:v>3</c:v>
                </c:pt>
                <c:pt idx="188">
                  <c:v>3</c:v>
                </c:pt>
                <c:pt idx="189">
                  <c:v>2</c:v>
                </c:pt>
                <c:pt idx="190">
                  <c:v>2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3</c:v>
                </c:pt>
                <c:pt idx="198">
                  <c:v>3</c:v>
                </c:pt>
                <c:pt idx="199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58-493F-9812-1FACEF2D331B}"/>
            </c:ext>
          </c:extLst>
        </c:ser>
        <c:ser>
          <c:idx val="3"/>
          <c:order val="3"/>
          <c:tx>
            <c:strRef>
              <c:f>save1!$CT$2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save1!$CT$3:$CT$202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2</c:v>
                </c:pt>
                <c:pt idx="127">
                  <c:v>2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2</c:v>
                </c:pt>
                <c:pt idx="134">
                  <c:v>1</c:v>
                </c:pt>
                <c:pt idx="135">
                  <c:v>1</c:v>
                </c:pt>
                <c:pt idx="136">
                  <c:v>2</c:v>
                </c:pt>
                <c:pt idx="137">
                  <c:v>2</c:v>
                </c:pt>
                <c:pt idx="138">
                  <c:v>2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2</c:v>
                </c:pt>
                <c:pt idx="159">
                  <c:v>3</c:v>
                </c:pt>
                <c:pt idx="160">
                  <c:v>3</c:v>
                </c:pt>
                <c:pt idx="161">
                  <c:v>3</c:v>
                </c:pt>
                <c:pt idx="162">
                  <c:v>4</c:v>
                </c:pt>
                <c:pt idx="163">
                  <c:v>4</c:v>
                </c:pt>
                <c:pt idx="164">
                  <c:v>4</c:v>
                </c:pt>
                <c:pt idx="165">
                  <c:v>4</c:v>
                </c:pt>
                <c:pt idx="166">
                  <c:v>4</c:v>
                </c:pt>
                <c:pt idx="167">
                  <c:v>4</c:v>
                </c:pt>
                <c:pt idx="168">
                  <c:v>5</c:v>
                </c:pt>
                <c:pt idx="169">
                  <c:v>4</c:v>
                </c:pt>
                <c:pt idx="170">
                  <c:v>4</c:v>
                </c:pt>
                <c:pt idx="171">
                  <c:v>4</c:v>
                </c:pt>
                <c:pt idx="172">
                  <c:v>4</c:v>
                </c:pt>
                <c:pt idx="173">
                  <c:v>3</c:v>
                </c:pt>
                <c:pt idx="174">
                  <c:v>2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2</c:v>
                </c:pt>
                <c:pt idx="184">
                  <c:v>1</c:v>
                </c:pt>
                <c:pt idx="185">
                  <c:v>1</c:v>
                </c:pt>
                <c:pt idx="186">
                  <c:v>2</c:v>
                </c:pt>
                <c:pt idx="187">
                  <c:v>2</c:v>
                </c:pt>
                <c:pt idx="188">
                  <c:v>3</c:v>
                </c:pt>
                <c:pt idx="189">
                  <c:v>3</c:v>
                </c:pt>
                <c:pt idx="190">
                  <c:v>3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3</c:v>
                </c:pt>
                <c:pt idx="197">
                  <c:v>3</c:v>
                </c:pt>
                <c:pt idx="198">
                  <c:v>3</c:v>
                </c:pt>
                <c:pt idx="19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358-493F-9812-1FACEF2D331B}"/>
            </c:ext>
          </c:extLst>
        </c:ser>
        <c:ser>
          <c:idx val="4"/>
          <c:order val="4"/>
          <c:tx>
            <c:strRef>
              <c:f>save1!$CU$2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save1!$CU$3:$CU$202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1</c:v>
                </c:pt>
                <c:pt idx="103">
                  <c:v>3</c:v>
                </c:pt>
                <c:pt idx="104">
                  <c:v>3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2</c:v>
                </c:pt>
                <c:pt idx="109">
                  <c:v>2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2</c:v>
                </c:pt>
                <c:pt idx="115">
                  <c:v>1</c:v>
                </c:pt>
                <c:pt idx="116">
                  <c:v>1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</c:v>
                </c:pt>
                <c:pt idx="121">
                  <c:v>2</c:v>
                </c:pt>
                <c:pt idx="122">
                  <c:v>2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3</c:v>
                </c:pt>
                <c:pt idx="127">
                  <c:v>3</c:v>
                </c:pt>
                <c:pt idx="128">
                  <c:v>2</c:v>
                </c:pt>
                <c:pt idx="129">
                  <c:v>2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2</c:v>
                </c:pt>
                <c:pt idx="135">
                  <c:v>3</c:v>
                </c:pt>
                <c:pt idx="136">
                  <c:v>3</c:v>
                </c:pt>
                <c:pt idx="137">
                  <c:v>4</c:v>
                </c:pt>
                <c:pt idx="138">
                  <c:v>4</c:v>
                </c:pt>
                <c:pt idx="139">
                  <c:v>4</c:v>
                </c:pt>
                <c:pt idx="140">
                  <c:v>4</c:v>
                </c:pt>
                <c:pt idx="141">
                  <c:v>4</c:v>
                </c:pt>
                <c:pt idx="142">
                  <c:v>4</c:v>
                </c:pt>
                <c:pt idx="143">
                  <c:v>4</c:v>
                </c:pt>
                <c:pt idx="144">
                  <c:v>4</c:v>
                </c:pt>
                <c:pt idx="145">
                  <c:v>5</c:v>
                </c:pt>
                <c:pt idx="146">
                  <c:v>6</c:v>
                </c:pt>
                <c:pt idx="147">
                  <c:v>7</c:v>
                </c:pt>
                <c:pt idx="148">
                  <c:v>7</c:v>
                </c:pt>
                <c:pt idx="149">
                  <c:v>7</c:v>
                </c:pt>
                <c:pt idx="150">
                  <c:v>7</c:v>
                </c:pt>
                <c:pt idx="151">
                  <c:v>7</c:v>
                </c:pt>
                <c:pt idx="152">
                  <c:v>7</c:v>
                </c:pt>
                <c:pt idx="153">
                  <c:v>7</c:v>
                </c:pt>
                <c:pt idx="154">
                  <c:v>7</c:v>
                </c:pt>
                <c:pt idx="155">
                  <c:v>6</c:v>
                </c:pt>
                <c:pt idx="156">
                  <c:v>6</c:v>
                </c:pt>
                <c:pt idx="157">
                  <c:v>6</c:v>
                </c:pt>
                <c:pt idx="158">
                  <c:v>6</c:v>
                </c:pt>
                <c:pt idx="159">
                  <c:v>6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6</c:v>
                </c:pt>
                <c:pt idx="164">
                  <c:v>5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6</c:v>
                </c:pt>
                <c:pt idx="170">
                  <c:v>6</c:v>
                </c:pt>
                <c:pt idx="171">
                  <c:v>7</c:v>
                </c:pt>
                <c:pt idx="172">
                  <c:v>7</c:v>
                </c:pt>
                <c:pt idx="173">
                  <c:v>7</c:v>
                </c:pt>
                <c:pt idx="174">
                  <c:v>7</c:v>
                </c:pt>
                <c:pt idx="175">
                  <c:v>8</c:v>
                </c:pt>
                <c:pt idx="176">
                  <c:v>8</c:v>
                </c:pt>
                <c:pt idx="177">
                  <c:v>8</c:v>
                </c:pt>
                <c:pt idx="178">
                  <c:v>8</c:v>
                </c:pt>
                <c:pt idx="179">
                  <c:v>8</c:v>
                </c:pt>
                <c:pt idx="180">
                  <c:v>7</c:v>
                </c:pt>
                <c:pt idx="181">
                  <c:v>7</c:v>
                </c:pt>
                <c:pt idx="182">
                  <c:v>7</c:v>
                </c:pt>
                <c:pt idx="183">
                  <c:v>6</c:v>
                </c:pt>
                <c:pt idx="184">
                  <c:v>6</c:v>
                </c:pt>
                <c:pt idx="185">
                  <c:v>6</c:v>
                </c:pt>
                <c:pt idx="186">
                  <c:v>6</c:v>
                </c:pt>
                <c:pt idx="187">
                  <c:v>6</c:v>
                </c:pt>
                <c:pt idx="188">
                  <c:v>6</c:v>
                </c:pt>
                <c:pt idx="189">
                  <c:v>5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4</c:v>
                </c:pt>
                <c:pt idx="197">
                  <c:v>3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358-493F-9812-1FACEF2D33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3 Key Advantage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save1!$CQ$204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save1!$CQ$205:$CQ$404</c:f>
              <c:numCache>
                <c:formatCode>General</c:formatCode>
                <c:ptCount val="200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7</c:v>
                </c:pt>
                <c:pt idx="12">
                  <c:v>5</c:v>
                </c:pt>
                <c:pt idx="13">
                  <c:v>6</c:v>
                </c:pt>
                <c:pt idx="14">
                  <c:v>7</c:v>
                </c:pt>
                <c:pt idx="15">
                  <c:v>7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  <c:pt idx="20">
                  <c:v>8</c:v>
                </c:pt>
                <c:pt idx="21">
                  <c:v>8</c:v>
                </c:pt>
                <c:pt idx="22">
                  <c:v>8</c:v>
                </c:pt>
                <c:pt idx="23">
                  <c:v>8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9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2">
                  <c:v>9</c:v>
                </c:pt>
                <c:pt idx="33">
                  <c:v>9</c:v>
                </c:pt>
                <c:pt idx="34">
                  <c:v>9</c:v>
                </c:pt>
                <c:pt idx="35">
                  <c:v>9</c:v>
                </c:pt>
                <c:pt idx="36">
                  <c:v>9</c:v>
                </c:pt>
                <c:pt idx="37">
                  <c:v>9</c:v>
                </c:pt>
                <c:pt idx="38">
                  <c:v>9</c:v>
                </c:pt>
                <c:pt idx="39">
                  <c:v>9</c:v>
                </c:pt>
                <c:pt idx="40">
                  <c:v>9</c:v>
                </c:pt>
                <c:pt idx="41">
                  <c:v>9</c:v>
                </c:pt>
                <c:pt idx="42">
                  <c:v>9</c:v>
                </c:pt>
                <c:pt idx="43">
                  <c:v>9</c:v>
                </c:pt>
                <c:pt idx="44">
                  <c:v>9</c:v>
                </c:pt>
                <c:pt idx="45">
                  <c:v>9</c:v>
                </c:pt>
                <c:pt idx="46">
                  <c:v>9</c:v>
                </c:pt>
                <c:pt idx="47">
                  <c:v>9</c:v>
                </c:pt>
                <c:pt idx="48">
                  <c:v>8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9</c:v>
                </c:pt>
                <c:pt idx="57">
                  <c:v>9</c:v>
                </c:pt>
                <c:pt idx="58">
                  <c:v>10</c:v>
                </c:pt>
                <c:pt idx="59">
                  <c:v>11</c:v>
                </c:pt>
                <c:pt idx="60">
                  <c:v>11</c:v>
                </c:pt>
                <c:pt idx="61">
                  <c:v>11</c:v>
                </c:pt>
                <c:pt idx="62">
                  <c:v>10</c:v>
                </c:pt>
                <c:pt idx="63">
                  <c:v>9</c:v>
                </c:pt>
                <c:pt idx="64">
                  <c:v>8</c:v>
                </c:pt>
                <c:pt idx="65">
                  <c:v>9</c:v>
                </c:pt>
                <c:pt idx="66">
                  <c:v>9</c:v>
                </c:pt>
                <c:pt idx="67">
                  <c:v>9</c:v>
                </c:pt>
                <c:pt idx="68">
                  <c:v>9</c:v>
                </c:pt>
                <c:pt idx="69">
                  <c:v>9</c:v>
                </c:pt>
                <c:pt idx="70">
                  <c:v>9</c:v>
                </c:pt>
                <c:pt idx="71">
                  <c:v>9</c:v>
                </c:pt>
                <c:pt idx="72">
                  <c:v>11</c:v>
                </c:pt>
                <c:pt idx="73">
                  <c:v>11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11</c:v>
                </c:pt>
                <c:pt idx="78">
                  <c:v>12</c:v>
                </c:pt>
                <c:pt idx="79">
                  <c:v>12</c:v>
                </c:pt>
                <c:pt idx="80">
                  <c:v>12</c:v>
                </c:pt>
                <c:pt idx="81">
                  <c:v>12</c:v>
                </c:pt>
                <c:pt idx="82">
                  <c:v>12</c:v>
                </c:pt>
                <c:pt idx="83">
                  <c:v>12</c:v>
                </c:pt>
                <c:pt idx="84">
                  <c:v>12</c:v>
                </c:pt>
                <c:pt idx="85">
                  <c:v>12</c:v>
                </c:pt>
                <c:pt idx="86">
                  <c:v>11</c:v>
                </c:pt>
                <c:pt idx="87">
                  <c:v>11</c:v>
                </c:pt>
                <c:pt idx="88">
                  <c:v>11</c:v>
                </c:pt>
                <c:pt idx="89">
                  <c:v>11</c:v>
                </c:pt>
                <c:pt idx="90">
                  <c:v>11</c:v>
                </c:pt>
                <c:pt idx="91">
                  <c:v>11</c:v>
                </c:pt>
                <c:pt idx="92">
                  <c:v>11</c:v>
                </c:pt>
                <c:pt idx="93">
                  <c:v>10</c:v>
                </c:pt>
                <c:pt idx="94">
                  <c:v>10</c:v>
                </c:pt>
                <c:pt idx="95">
                  <c:v>9</c:v>
                </c:pt>
                <c:pt idx="96">
                  <c:v>9</c:v>
                </c:pt>
                <c:pt idx="97">
                  <c:v>9</c:v>
                </c:pt>
                <c:pt idx="98">
                  <c:v>9</c:v>
                </c:pt>
                <c:pt idx="99">
                  <c:v>10</c:v>
                </c:pt>
                <c:pt idx="100">
                  <c:v>9</c:v>
                </c:pt>
                <c:pt idx="101">
                  <c:v>8</c:v>
                </c:pt>
                <c:pt idx="102">
                  <c:v>8</c:v>
                </c:pt>
                <c:pt idx="103">
                  <c:v>9</c:v>
                </c:pt>
                <c:pt idx="104">
                  <c:v>9</c:v>
                </c:pt>
                <c:pt idx="105">
                  <c:v>9</c:v>
                </c:pt>
                <c:pt idx="106">
                  <c:v>9</c:v>
                </c:pt>
                <c:pt idx="107">
                  <c:v>9</c:v>
                </c:pt>
                <c:pt idx="108">
                  <c:v>8</c:v>
                </c:pt>
                <c:pt idx="109">
                  <c:v>7</c:v>
                </c:pt>
                <c:pt idx="110">
                  <c:v>7</c:v>
                </c:pt>
                <c:pt idx="111">
                  <c:v>6</c:v>
                </c:pt>
                <c:pt idx="112">
                  <c:v>5</c:v>
                </c:pt>
                <c:pt idx="113">
                  <c:v>5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5</c:v>
                </c:pt>
                <c:pt idx="121">
                  <c:v>6</c:v>
                </c:pt>
                <c:pt idx="122">
                  <c:v>6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</c:v>
                </c:pt>
                <c:pt idx="127">
                  <c:v>5</c:v>
                </c:pt>
                <c:pt idx="128">
                  <c:v>5</c:v>
                </c:pt>
                <c:pt idx="129">
                  <c:v>6</c:v>
                </c:pt>
                <c:pt idx="130">
                  <c:v>8</c:v>
                </c:pt>
                <c:pt idx="131">
                  <c:v>8</c:v>
                </c:pt>
                <c:pt idx="132">
                  <c:v>8</c:v>
                </c:pt>
                <c:pt idx="133">
                  <c:v>8</c:v>
                </c:pt>
                <c:pt idx="134">
                  <c:v>8</c:v>
                </c:pt>
                <c:pt idx="135">
                  <c:v>9</c:v>
                </c:pt>
                <c:pt idx="136">
                  <c:v>9</c:v>
                </c:pt>
                <c:pt idx="137">
                  <c:v>9</c:v>
                </c:pt>
                <c:pt idx="138">
                  <c:v>9</c:v>
                </c:pt>
                <c:pt idx="139">
                  <c:v>8</c:v>
                </c:pt>
                <c:pt idx="140">
                  <c:v>8</c:v>
                </c:pt>
                <c:pt idx="141">
                  <c:v>8</c:v>
                </c:pt>
                <c:pt idx="142">
                  <c:v>8</c:v>
                </c:pt>
                <c:pt idx="143">
                  <c:v>9</c:v>
                </c:pt>
                <c:pt idx="144">
                  <c:v>8</c:v>
                </c:pt>
                <c:pt idx="145">
                  <c:v>7</c:v>
                </c:pt>
                <c:pt idx="146">
                  <c:v>7</c:v>
                </c:pt>
                <c:pt idx="147">
                  <c:v>7</c:v>
                </c:pt>
                <c:pt idx="148">
                  <c:v>7</c:v>
                </c:pt>
                <c:pt idx="149">
                  <c:v>7</c:v>
                </c:pt>
                <c:pt idx="150">
                  <c:v>7</c:v>
                </c:pt>
                <c:pt idx="151">
                  <c:v>7</c:v>
                </c:pt>
                <c:pt idx="152">
                  <c:v>7</c:v>
                </c:pt>
                <c:pt idx="153">
                  <c:v>7</c:v>
                </c:pt>
                <c:pt idx="154">
                  <c:v>7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</c:v>
                </c:pt>
                <c:pt idx="164">
                  <c:v>9</c:v>
                </c:pt>
                <c:pt idx="165">
                  <c:v>9</c:v>
                </c:pt>
                <c:pt idx="166">
                  <c:v>8</c:v>
                </c:pt>
                <c:pt idx="167">
                  <c:v>8</c:v>
                </c:pt>
                <c:pt idx="168">
                  <c:v>8</c:v>
                </c:pt>
                <c:pt idx="169">
                  <c:v>8</c:v>
                </c:pt>
                <c:pt idx="170">
                  <c:v>8</c:v>
                </c:pt>
                <c:pt idx="171">
                  <c:v>8</c:v>
                </c:pt>
                <c:pt idx="172">
                  <c:v>8</c:v>
                </c:pt>
                <c:pt idx="173">
                  <c:v>8</c:v>
                </c:pt>
                <c:pt idx="174">
                  <c:v>8</c:v>
                </c:pt>
                <c:pt idx="175">
                  <c:v>8</c:v>
                </c:pt>
                <c:pt idx="176">
                  <c:v>9</c:v>
                </c:pt>
                <c:pt idx="177">
                  <c:v>10</c:v>
                </c:pt>
                <c:pt idx="178">
                  <c:v>10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11</c:v>
                </c:pt>
                <c:pt idx="192">
                  <c:v>10</c:v>
                </c:pt>
                <c:pt idx="193">
                  <c:v>9</c:v>
                </c:pt>
                <c:pt idx="194">
                  <c:v>10</c:v>
                </c:pt>
                <c:pt idx="195">
                  <c:v>10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75-478A-A13D-799ED4675C64}"/>
            </c:ext>
          </c:extLst>
        </c:ser>
        <c:ser>
          <c:idx val="1"/>
          <c:order val="1"/>
          <c:tx>
            <c:strRef>
              <c:f>save1!$CR$204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save1!$CR$205:$CR$404</c:f>
              <c:numCache>
                <c:formatCode>General</c:formatCode>
                <c:ptCount val="200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4</c:v>
                </c:pt>
                <c:pt idx="44">
                  <c:v>4</c:v>
                </c:pt>
                <c:pt idx="45">
                  <c:v>6</c:v>
                </c:pt>
                <c:pt idx="46">
                  <c:v>6</c:v>
                </c:pt>
                <c:pt idx="47">
                  <c:v>5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5</c:v>
                </c:pt>
                <c:pt idx="52">
                  <c:v>5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6</c:v>
                </c:pt>
                <c:pt idx="79">
                  <c:v>7</c:v>
                </c:pt>
                <c:pt idx="80">
                  <c:v>7</c:v>
                </c:pt>
                <c:pt idx="81">
                  <c:v>7</c:v>
                </c:pt>
                <c:pt idx="82">
                  <c:v>8</c:v>
                </c:pt>
                <c:pt idx="83">
                  <c:v>7</c:v>
                </c:pt>
                <c:pt idx="84">
                  <c:v>7</c:v>
                </c:pt>
                <c:pt idx="85">
                  <c:v>7</c:v>
                </c:pt>
                <c:pt idx="86">
                  <c:v>7</c:v>
                </c:pt>
                <c:pt idx="87">
                  <c:v>7</c:v>
                </c:pt>
                <c:pt idx="88">
                  <c:v>8</c:v>
                </c:pt>
                <c:pt idx="89">
                  <c:v>8</c:v>
                </c:pt>
                <c:pt idx="90">
                  <c:v>8</c:v>
                </c:pt>
                <c:pt idx="91">
                  <c:v>8</c:v>
                </c:pt>
                <c:pt idx="92">
                  <c:v>8</c:v>
                </c:pt>
                <c:pt idx="93">
                  <c:v>8</c:v>
                </c:pt>
                <c:pt idx="94">
                  <c:v>7</c:v>
                </c:pt>
                <c:pt idx="95">
                  <c:v>7</c:v>
                </c:pt>
                <c:pt idx="96">
                  <c:v>7</c:v>
                </c:pt>
                <c:pt idx="97">
                  <c:v>7</c:v>
                </c:pt>
                <c:pt idx="98">
                  <c:v>7</c:v>
                </c:pt>
                <c:pt idx="99">
                  <c:v>7</c:v>
                </c:pt>
                <c:pt idx="100">
                  <c:v>7</c:v>
                </c:pt>
                <c:pt idx="101">
                  <c:v>7</c:v>
                </c:pt>
                <c:pt idx="102">
                  <c:v>7</c:v>
                </c:pt>
                <c:pt idx="103">
                  <c:v>7</c:v>
                </c:pt>
                <c:pt idx="104">
                  <c:v>8</c:v>
                </c:pt>
                <c:pt idx="105">
                  <c:v>9</c:v>
                </c:pt>
                <c:pt idx="106">
                  <c:v>9</c:v>
                </c:pt>
                <c:pt idx="107">
                  <c:v>9</c:v>
                </c:pt>
                <c:pt idx="108">
                  <c:v>9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11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10</c:v>
                </c:pt>
                <c:pt idx="123">
                  <c:v>11</c:v>
                </c:pt>
                <c:pt idx="124">
                  <c:v>11</c:v>
                </c:pt>
                <c:pt idx="125">
                  <c:v>11</c:v>
                </c:pt>
                <c:pt idx="126">
                  <c:v>11</c:v>
                </c:pt>
                <c:pt idx="127">
                  <c:v>13</c:v>
                </c:pt>
                <c:pt idx="128">
                  <c:v>15</c:v>
                </c:pt>
                <c:pt idx="129">
                  <c:v>15</c:v>
                </c:pt>
                <c:pt idx="130">
                  <c:v>14</c:v>
                </c:pt>
                <c:pt idx="131">
                  <c:v>14</c:v>
                </c:pt>
                <c:pt idx="132">
                  <c:v>14</c:v>
                </c:pt>
                <c:pt idx="133">
                  <c:v>14</c:v>
                </c:pt>
                <c:pt idx="134">
                  <c:v>14</c:v>
                </c:pt>
                <c:pt idx="135">
                  <c:v>14</c:v>
                </c:pt>
                <c:pt idx="136">
                  <c:v>15</c:v>
                </c:pt>
                <c:pt idx="137">
                  <c:v>15</c:v>
                </c:pt>
                <c:pt idx="138">
                  <c:v>16</c:v>
                </c:pt>
                <c:pt idx="139">
                  <c:v>15</c:v>
                </c:pt>
                <c:pt idx="140">
                  <c:v>16</c:v>
                </c:pt>
                <c:pt idx="141">
                  <c:v>16</c:v>
                </c:pt>
                <c:pt idx="142">
                  <c:v>16</c:v>
                </c:pt>
                <c:pt idx="143">
                  <c:v>15</c:v>
                </c:pt>
                <c:pt idx="144">
                  <c:v>15</c:v>
                </c:pt>
                <c:pt idx="145">
                  <c:v>16</c:v>
                </c:pt>
                <c:pt idx="146">
                  <c:v>17</c:v>
                </c:pt>
                <c:pt idx="147">
                  <c:v>18</c:v>
                </c:pt>
                <c:pt idx="148">
                  <c:v>18</c:v>
                </c:pt>
                <c:pt idx="149">
                  <c:v>18</c:v>
                </c:pt>
                <c:pt idx="150">
                  <c:v>19</c:v>
                </c:pt>
                <c:pt idx="151">
                  <c:v>19</c:v>
                </c:pt>
                <c:pt idx="152">
                  <c:v>19</c:v>
                </c:pt>
                <c:pt idx="153">
                  <c:v>19</c:v>
                </c:pt>
                <c:pt idx="154">
                  <c:v>19</c:v>
                </c:pt>
                <c:pt idx="155">
                  <c:v>19</c:v>
                </c:pt>
                <c:pt idx="156">
                  <c:v>19</c:v>
                </c:pt>
                <c:pt idx="157">
                  <c:v>19</c:v>
                </c:pt>
                <c:pt idx="158">
                  <c:v>20</c:v>
                </c:pt>
                <c:pt idx="159">
                  <c:v>20</c:v>
                </c:pt>
                <c:pt idx="160">
                  <c:v>20</c:v>
                </c:pt>
                <c:pt idx="161">
                  <c:v>21</c:v>
                </c:pt>
                <c:pt idx="162">
                  <c:v>21</c:v>
                </c:pt>
                <c:pt idx="163">
                  <c:v>22</c:v>
                </c:pt>
                <c:pt idx="164">
                  <c:v>22</c:v>
                </c:pt>
                <c:pt idx="165">
                  <c:v>22</c:v>
                </c:pt>
                <c:pt idx="166">
                  <c:v>22</c:v>
                </c:pt>
                <c:pt idx="167">
                  <c:v>23</c:v>
                </c:pt>
                <c:pt idx="168">
                  <c:v>23</c:v>
                </c:pt>
                <c:pt idx="169">
                  <c:v>22</c:v>
                </c:pt>
                <c:pt idx="170">
                  <c:v>22</c:v>
                </c:pt>
                <c:pt idx="171">
                  <c:v>22</c:v>
                </c:pt>
                <c:pt idx="172">
                  <c:v>23</c:v>
                </c:pt>
                <c:pt idx="173">
                  <c:v>23</c:v>
                </c:pt>
                <c:pt idx="174">
                  <c:v>23</c:v>
                </c:pt>
                <c:pt idx="175">
                  <c:v>23</c:v>
                </c:pt>
                <c:pt idx="176">
                  <c:v>23</c:v>
                </c:pt>
                <c:pt idx="177">
                  <c:v>23</c:v>
                </c:pt>
                <c:pt idx="178">
                  <c:v>23</c:v>
                </c:pt>
                <c:pt idx="179">
                  <c:v>23</c:v>
                </c:pt>
                <c:pt idx="180">
                  <c:v>23</c:v>
                </c:pt>
                <c:pt idx="181">
                  <c:v>23</c:v>
                </c:pt>
                <c:pt idx="182">
                  <c:v>23</c:v>
                </c:pt>
                <c:pt idx="183">
                  <c:v>24</c:v>
                </c:pt>
                <c:pt idx="184">
                  <c:v>24</c:v>
                </c:pt>
                <c:pt idx="185">
                  <c:v>24</c:v>
                </c:pt>
                <c:pt idx="186">
                  <c:v>24</c:v>
                </c:pt>
                <c:pt idx="187">
                  <c:v>24</c:v>
                </c:pt>
                <c:pt idx="188">
                  <c:v>24</c:v>
                </c:pt>
                <c:pt idx="189">
                  <c:v>24</c:v>
                </c:pt>
                <c:pt idx="190">
                  <c:v>25</c:v>
                </c:pt>
                <c:pt idx="191">
                  <c:v>25</c:v>
                </c:pt>
                <c:pt idx="192">
                  <c:v>25</c:v>
                </c:pt>
                <c:pt idx="193">
                  <c:v>25</c:v>
                </c:pt>
                <c:pt idx="194">
                  <c:v>25</c:v>
                </c:pt>
                <c:pt idx="195">
                  <c:v>25</c:v>
                </c:pt>
                <c:pt idx="196">
                  <c:v>25</c:v>
                </c:pt>
                <c:pt idx="197">
                  <c:v>26</c:v>
                </c:pt>
                <c:pt idx="198">
                  <c:v>26</c:v>
                </c:pt>
                <c:pt idx="19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75-478A-A13D-799ED4675C64}"/>
            </c:ext>
          </c:extLst>
        </c:ser>
        <c:ser>
          <c:idx val="2"/>
          <c:order val="2"/>
          <c:tx>
            <c:strRef>
              <c:f>save1!$CS$204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save1!$CS$205:$CS$404</c:f>
              <c:numCache>
                <c:formatCode>General</c:formatCode>
                <c:ptCount val="200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1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3</c:v>
                </c:pt>
                <c:pt idx="100">
                  <c:v>4</c:v>
                </c:pt>
                <c:pt idx="101">
                  <c:v>5</c:v>
                </c:pt>
                <c:pt idx="102">
                  <c:v>5</c:v>
                </c:pt>
                <c:pt idx="103">
                  <c:v>6</c:v>
                </c:pt>
                <c:pt idx="104">
                  <c:v>7</c:v>
                </c:pt>
                <c:pt idx="105">
                  <c:v>7</c:v>
                </c:pt>
                <c:pt idx="106">
                  <c:v>8</c:v>
                </c:pt>
                <c:pt idx="107">
                  <c:v>7</c:v>
                </c:pt>
                <c:pt idx="108">
                  <c:v>7</c:v>
                </c:pt>
                <c:pt idx="109">
                  <c:v>8</c:v>
                </c:pt>
                <c:pt idx="110">
                  <c:v>8</c:v>
                </c:pt>
                <c:pt idx="111">
                  <c:v>8</c:v>
                </c:pt>
                <c:pt idx="112">
                  <c:v>8</c:v>
                </c:pt>
                <c:pt idx="113">
                  <c:v>8</c:v>
                </c:pt>
                <c:pt idx="114">
                  <c:v>8</c:v>
                </c:pt>
                <c:pt idx="115">
                  <c:v>9</c:v>
                </c:pt>
                <c:pt idx="116">
                  <c:v>11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10</c:v>
                </c:pt>
                <c:pt idx="123">
                  <c:v>10</c:v>
                </c:pt>
                <c:pt idx="124">
                  <c:v>10</c:v>
                </c:pt>
                <c:pt idx="125">
                  <c:v>10</c:v>
                </c:pt>
                <c:pt idx="126">
                  <c:v>11</c:v>
                </c:pt>
                <c:pt idx="127">
                  <c:v>13</c:v>
                </c:pt>
                <c:pt idx="128">
                  <c:v>13</c:v>
                </c:pt>
                <c:pt idx="129">
                  <c:v>13</c:v>
                </c:pt>
                <c:pt idx="130">
                  <c:v>13</c:v>
                </c:pt>
                <c:pt idx="131">
                  <c:v>12</c:v>
                </c:pt>
                <c:pt idx="132">
                  <c:v>13</c:v>
                </c:pt>
                <c:pt idx="133">
                  <c:v>13</c:v>
                </c:pt>
                <c:pt idx="134">
                  <c:v>13</c:v>
                </c:pt>
                <c:pt idx="135">
                  <c:v>14</c:v>
                </c:pt>
                <c:pt idx="136">
                  <c:v>13</c:v>
                </c:pt>
                <c:pt idx="137">
                  <c:v>13</c:v>
                </c:pt>
                <c:pt idx="138">
                  <c:v>14</c:v>
                </c:pt>
                <c:pt idx="139">
                  <c:v>13</c:v>
                </c:pt>
                <c:pt idx="140">
                  <c:v>13</c:v>
                </c:pt>
                <c:pt idx="141">
                  <c:v>14</c:v>
                </c:pt>
                <c:pt idx="142">
                  <c:v>14</c:v>
                </c:pt>
                <c:pt idx="143">
                  <c:v>14</c:v>
                </c:pt>
                <c:pt idx="144">
                  <c:v>14</c:v>
                </c:pt>
                <c:pt idx="145">
                  <c:v>14</c:v>
                </c:pt>
                <c:pt idx="146">
                  <c:v>14</c:v>
                </c:pt>
                <c:pt idx="147">
                  <c:v>14</c:v>
                </c:pt>
                <c:pt idx="148">
                  <c:v>14</c:v>
                </c:pt>
                <c:pt idx="149">
                  <c:v>15</c:v>
                </c:pt>
                <c:pt idx="150">
                  <c:v>16</c:v>
                </c:pt>
                <c:pt idx="151">
                  <c:v>17</c:v>
                </c:pt>
                <c:pt idx="152">
                  <c:v>18</c:v>
                </c:pt>
                <c:pt idx="153">
                  <c:v>19</c:v>
                </c:pt>
                <c:pt idx="154">
                  <c:v>19</c:v>
                </c:pt>
                <c:pt idx="155">
                  <c:v>19</c:v>
                </c:pt>
                <c:pt idx="156">
                  <c:v>18</c:v>
                </c:pt>
                <c:pt idx="157">
                  <c:v>18</c:v>
                </c:pt>
                <c:pt idx="158">
                  <c:v>18</c:v>
                </c:pt>
                <c:pt idx="159">
                  <c:v>18</c:v>
                </c:pt>
                <c:pt idx="160">
                  <c:v>18</c:v>
                </c:pt>
                <c:pt idx="161">
                  <c:v>18</c:v>
                </c:pt>
                <c:pt idx="162">
                  <c:v>18</c:v>
                </c:pt>
                <c:pt idx="163">
                  <c:v>17</c:v>
                </c:pt>
                <c:pt idx="164">
                  <c:v>17</c:v>
                </c:pt>
                <c:pt idx="165">
                  <c:v>17</c:v>
                </c:pt>
                <c:pt idx="166">
                  <c:v>17</c:v>
                </c:pt>
                <c:pt idx="167">
                  <c:v>17</c:v>
                </c:pt>
                <c:pt idx="168">
                  <c:v>17</c:v>
                </c:pt>
                <c:pt idx="169">
                  <c:v>17</c:v>
                </c:pt>
                <c:pt idx="170">
                  <c:v>17</c:v>
                </c:pt>
                <c:pt idx="171">
                  <c:v>18</c:v>
                </c:pt>
                <c:pt idx="172">
                  <c:v>18</c:v>
                </c:pt>
                <c:pt idx="173">
                  <c:v>18</c:v>
                </c:pt>
                <c:pt idx="174">
                  <c:v>18</c:v>
                </c:pt>
                <c:pt idx="175">
                  <c:v>18</c:v>
                </c:pt>
                <c:pt idx="176">
                  <c:v>19</c:v>
                </c:pt>
                <c:pt idx="177">
                  <c:v>19</c:v>
                </c:pt>
                <c:pt idx="178">
                  <c:v>19</c:v>
                </c:pt>
                <c:pt idx="179">
                  <c:v>21</c:v>
                </c:pt>
                <c:pt idx="180">
                  <c:v>21</c:v>
                </c:pt>
                <c:pt idx="181">
                  <c:v>21</c:v>
                </c:pt>
                <c:pt idx="182">
                  <c:v>21</c:v>
                </c:pt>
                <c:pt idx="183">
                  <c:v>21</c:v>
                </c:pt>
                <c:pt idx="184">
                  <c:v>21</c:v>
                </c:pt>
                <c:pt idx="185">
                  <c:v>21</c:v>
                </c:pt>
                <c:pt idx="186">
                  <c:v>22</c:v>
                </c:pt>
                <c:pt idx="187">
                  <c:v>22</c:v>
                </c:pt>
                <c:pt idx="188">
                  <c:v>22</c:v>
                </c:pt>
                <c:pt idx="189">
                  <c:v>22</c:v>
                </c:pt>
                <c:pt idx="190">
                  <c:v>22</c:v>
                </c:pt>
                <c:pt idx="191">
                  <c:v>22</c:v>
                </c:pt>
                <c:pt idx="192">
                  <c:v>22</c:v>
                </c:pt>
                <c:pt idx="193">
                  <c:v>23</c:v>
                </c:pt>
                <c:pt idx="194">
                  <c:v>23</c:v>
                </c:pt>
                <c:pt idx="195">
                  <c:v>23</c:v>
                </c:pt>
                <c:pt idx="196">
                  <c:v>22</c:v>
                </c:pt>
                <c:pt idx="197">
                  <c:v>22</c:v>
                </c:pt>
                <c:pt idx="198">
                  <c:v>23</c:v>
                </c:pt>
                <c:pt idx="199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75-478A-A13D-799ED4675C64}"/>
            </c:ext>
          </c:extLst>
        </c:ser>
        <c:ser>
          <c:idx val="3"/>
          <c:order val="3"/>
          <c:tx>
            <c:strRef>
              <c:f>save1!$CT$204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save1!$CT$205:$CT$404</c:f>
              <c:numCache>
                <c:formatCode>General</c:formatCode>
                <c:ptCount val="20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7</c:v>
                </c:pt>
                <c:pt idx="46">
                  <c:v>6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6</c:v>
                </c:pt>
                <c:pt idx="52">
                  <c:v>5</c:v>
                </c:pt>
                <c:pt idx="53">
                  <c:v>5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6</c:v>
                </c:pt>
                <c:pt idx="64">
                  <c:v>6</c:v>
                </c:pt>
                <c:pt idx="65">
                  <c:v>5</c:v>
                </c:pt>
                <c:pt idx="66">
                  <c:v>6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7</c:v>
                </c:pt>
                <c:pt idx="71">
                  <c:v>7</c:v>
                </c:pt>
                <c:pt idx="72">
                  <c:v>7</c:v>
                </c:pt>
                <c:pt idx="73">
                  <c:v>7</c:v>
                </c:pt>
                <c:pt idx="74">
                  <c:v>7</c:v>
                </c:pt>
                <c:pt idx="75">
                  <c:v>7</c:v>
                </c:pt>
                <c:pt idx="76">
                  <c:v>7</c:v>
                </c:pt>
                <c:pt idx="77">
                  <c:v>8</c:v>
                </c:pt>
                <c:pt idx="78">
                  <c:v>8</c:v>
                </c:pt>
                <c:pt idx="79">
                  <c:v>9</c:v>
                </c:pt>
                <c:pt idx="80">
                  <c:v>8</c:v>
                </c:pt>
                <c:pt idx="81">
                  <c:v>8</c:v>
                </c:pt>
                <c:pt idx="82">
                  <c:v>8</c:v>
                </c:pt>
                <c:pt idx="83">
                  <c:v>8</c:v>
                </c:pt>
                <c:pt idx="84">
                  <c:v>9</c:v>
                </c:pt>
                <c:pt idx="85">
                  <c:v>9</c:v>
                </c:pt>
                <c:pt idx="86">
                  <c:v>8</c:v>
                </c:pt>
                <c:pt idx="87">
                  <c:v>8</c:v>
                </c:pt>
                <c:pt idx="88">
                  <c:v>8</c:v>
                </c:pt>
                <c:pt idx="89">
                  <c:v>8</c:v>
                </c:pt>
                <c:pt idx="90">
                  <c:v>8</c:v>
                </c:pt>
                <c:pt idx="91">
                  <c:v>8</c:v>
                </c:pt>
                <c:pt idx="92">
                  <c:v>8</c:v>
                </c:pt>
                <c:pt idx="93">
                  <c:v>7</c:v>
                </c:pt>
                <c:pt idx="94">
                  <c:v>6</c:v>
                </c:pt>
                <c:pt idx="95">
                  <c:v>6</c:v>
                </c:pt>
                <c:pt idx="96">
                  <c:v>6</c:v>
                </c:pt>
                <c:pt idx="97">
                  <c:v>7</c:v>
                </c:pt>
                <c:pt idx="98">
                  <c:v>7</c:v>
                </c:pt>
                <c:pt idx="99">
                  <c:v>7</c:v>
                </c:pt>
                <c:pt idx="100">
                  <c:v>9</c:v>
                </c:pt>
                <c:pt idx="101">
                  <c:v>9</c:v>
                </c:pt>
                <c:pt idx="102">
                  <c:v>8</c:v>
                </c:pt>
                <c:pt idx="103">
                  <c:v>9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11</c:v>
                </c:pt>
                <c:pt idx="111">
                  <c:v>11</c:v>
                </c:pt>
                <c:pt idx="112">
                  <c:v>11</c:v>
                </c:pt>
                <c:pt idx="113">
                  <c:v>11</c:v>
                </c:pt>
                <c:pt idx="114">
                  <c:v>11</c:v>
                </c:pt>
                <c:pt idx="115">
                  <c:v>11</c:v>
                </c:pt>
                <c:pt idx="116">
                  <c:v>11</c:v>
                </c:pt>
                <c:pt idx="117">
                  <c:v>11</c:v>
                </c:pt>
                <c:pt idx="118">
                  <c:v>11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10</c:v>
                </c:pt>
                <c:pt idx="123">
                  <c:v>11</c:v>
                </c:pt>
                <c:pt idx="124">
                  <c:v>11</c:v>
                </c:pt>
                <c:pt idx="125">
                  <c:v>12</c:v>
                </c:pt>
                <c:pt idx="126">
                  <c:v>12</c:v>
                </c:pt>
                <c:pt idx="127">
                  <c:v>12</c:v>
                </c:pt>
                <c:pt idx="128">
                  <c:v>12</c:v>
                </c:pt>
                <c:pt idx="129">
                  <c:v>12</c:v>
                </c:pt>
                <c:pt idx="130">
                  <c:v>13</c:v>
                </c:pt>
                <c:pt idx="131">
                  <c:v>14</c:v>
                </c:pt>
                <c:pt idx="132">
                  <c:v>14</c:v>
                </c:pt>
                <c:pt idx="133">
                  <c:v>14</c:v>
                </c:pt>
                <c:pt idx="134">
                  <c:v>14</c:v>
                </c:pt>
                <c:pt idx="135">
                  <c:v>14</c:v>
                </c:pt>
                <c:pt idx="136">
                  <c:v>14</c:v>
                </c:pt>
                <c:pt idx="137">
                  <c:v>14</c:v>
                </c:pt>
                <c:pt idx="138">
                  <c:v>14</c:v>
                </c:pt>
                <c:pt idx="139">
                  <c:v>14</c:v>
                </c:pt>
                <c:pt idx="140">
                  <c:v>14</c:v>
                </c:pt>
                <c:pt idx="141">
                  <c:v>14</c:v>
                </c:pt>
                <c:pt idx="142">
                  <c:v>14</c:v>
                </c:pt>
                <c:pt idx="143">
                  <c:v>14</c:v>
                </c:pt>
                <c:pt idx="144">
                  <c:v>14</c:v>
                </c:pt>
                <c:pt idx="145">
                  <c:v>14</c:v>
                </c:pt>
                <c:pt idx="146">
                  <c:v>14</c:v>
                </c:pt>
                <c:pt idx="147">
                  <c:v>14</c:v>
                </c:pt>
                <c:pt idx="148">
                  <c:v>15</c:v>
                </c:pt>
                <c:pt idx="149">
                  <c:v>15</c:v>
                </c:pt>
                <c:pt idx="150">
                  <c:v>15</c:v>
                </c:pt>
                <c:pt idx="151">
                  <c:v>15</c:v>
                </c:pt>
                <c:pt idx="152">
                  <c:v>14</c:v>
                </c:pt>
                <c:pt idx="153">
                  <c:v>14</c:v>
                </c:pt>
                <c:pt idx="154">
                  <c:v>13</c:v>
                </c:pt>
                <c:pt idx="155">
                  <c:v>13</c:v>
                </c:pt>
                <c:pt idx="156">
                  <c:v>13</c:v>
                </c:pt>
                <c:pt idx="157">
                  <c:v>13</c:v>
                </c:pt>
                <c:pt idx="158">
                  <c:v>13</c:v>
                </c:pt>
                <c:pt idx="159">
                  <c:v>13</c:v>
                </c:pt>
                <c:pt idx="160">
                  <c:v>13</c:v>
                </c:pt>
                <c:pt idx="161">
                  <c:v>13</c:v>
                </c:pt>
                <c:pt idx="162">
                  <c:v>13</c:v>
                </c:pt>
                <c:pt idx="163">
                  <c:v>13</c:v>
                </c:pt>
                <c:pt idx="164">
                  <c:v>13</c:v>
                </c:pt>
                <c:pt idx="165">
                  <c:v>13</c:v>
                </c:pt>
                <c:pt idx="166">
                  <c:v>13</c:v>
                </c:pt>
                <c:pt idx="167">
                  <c:v>12</c:v>
                </c:pt>
                <c:pt idx="168">
                  <c:v>12</c:v>
                </c:pt>
                <c:pt idx="169">
                  <c:v>12</c:v>
                </c:pt>
                <c:pt idx="170">
                  <c:v>12</c:v>
                </c:pt>
                <c:pt idx="171">
                  <c:v>11</c:v>
                </c:pt>
                <c:pt idx="172">
                  <c:v>10</c:v>
                </c:pt>
                <c:pt idx="173">
                  <c:v>10</c:v>
                </c:pt>
                <c:pt idx="174">
                  <c:v>9</c:v>
                </c:pt>
                <c:pt idx="175">
                  <c:v>9</c:v>
                </c:pt>
                <c:pt idx="176">
                  <c:v>9</c:v>
                </c:pt>
                <c:pt idx="177">
                  <c:v>8</c:v>
                </c:pt>
                <c:pt idx="178">
                  <c:v>7</c:v>
                </c:pt>
                <c:pt idx="179">
                  <c:v>7</c:v>
                </c:pt>
                <c:pt idx="180">
                  <c:v>6</c:v>
                </c:pt>
                <c:pt idx="181">
                  <c:v>6</c:v>
                </c:pt>
                <c:pt idx="182">
                  <c:v>6</c:v>
                </c:pt>
                <c:pt idx="183">
                  <c:v>6</c:v>
                </c:pt>
                <c:pt idx="184">
                  <c:v>6</c:v>
                </c:pt>
                <c:pt idx="185">
                  <c:v>7</c:v>
                </c:pt>
                <c:pt idx="186">
                  <c:v>6</c:v>
                </c:pt>
                <c:pt idx="187">
                  <c:v>6</c:v>
                </c:pt>
                <c:pt idx="188">
                  <c:v>5</c:v>
                </c:pt>
                <c:pt idx="189">
                  <c:v>6</c:v>
                </c:pt>
                <c:pt idx="190">
                  <c:v>6</c:v>
                </c:pt>
                <c:pt idx="191">
                  <c:v>6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75-478A-A13D-799ED4675C64}"/>
            </c:ext>
          </c:extLst>
        </c:ser>
        <c:ser>
          <c:idx val="4"/>
          <c:order val="4"/>
          <c:tx>
            <c:strRef>
              <c:f>save1!$CU$204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save1!$CU$205:$CU$404</c:f>
              <c:numCache>
                <c:formatCode>General</c:formatCode>
                <c:ptCount val="20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4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2</c:v>
                </c:pt>
                <c:pt idx="24">
                  <c:v>2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4</c:v>
                </c:pt>
                <c:pt idx="45">
                  <c:v>5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3</c:v>
                </c:pt>
                <c:pt idx="54">
                  <c:v>3</c:v>
                </c:pt>
                <c:pt idx="55">
                  <c:v>4</c:v>
                </c:pt>
                <c:pt idx="56">
                  <c:v>4</c:v>
                </c:pt>
                <c:pt idx="57">
                  <c:v>4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6</c:v>
                </c:pt>
                <c:pt idx="65">
                  <c:v>6</c:v>
                </c:pt>
                <c:pt idx="66">
                  <c:v>6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4</c:v>
                </c:pt>
                <c:pt idx="72">
                  <c:v>4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6</c:v>
                </c:pt>
                <c:pt idx="77">
                  <c:v>6</c:v>
                </c:pt>
                <c:pt idx="78">
                  <c:v>5</c:v>
                </c:pt>
                <c:pt idx="79">
                  <c:v>6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7</c:v>
                </c:pt>
                <c:pt idx="84">
                  <c:v>7</c:v>
                </c:pt>
                <c:pt idx="85">
                  <c:v>7</c:v>
                </c:pt>
                <c:pt idx="86">
                  <c:v>7</c:v>
                </c:pt>
                <c:pt idx="87">
                  <c:v>7</c:v>
                </c:pt>
                <c:pt idx="88">
                  <c:v>6</c:v>
                </c:pt>
                <c:pt idx="89">
                  <c:v>6</c:v>
                </c:pt>
                <c:pt idx="90">
                  <c:v>7</c:v>
                </c:pt>
                <c:pt idx="91">
                  <c:v>7</c:v>
                </c:pt>
                <c:pt idx="92">
                  <c:v>7</c:v>
                </c:pt>
                <c:pt idx="93">
                  <c:v>7</c:v>
                </c:pt>
                <c:pt idx="94">
                  <c:v>7</c:v>
                </c:pt>
                <c:pt idx="95">
                  <c:v>8</c:v>
                </c:pt>
                <c:pt idx="96">
                  <c:v>8</c:v>
                </c:pt>
                <c:pt idx="97">
                  <c:v>7</c:v>
                </c:pt>
                <c:pt idx="98">
                  <c:v>7</c:v>
                </c:pt>
                <c:pt idx="99">
                  <c:v>7</c:v>
                </c:pt>
                <c:pt idx="100">
                  <c:v>7</c:v>
                </c:pt>
                <c:pt idx="101">
                  <c:v>7</c:v>
                </c:pt>
                <c:pt idx="102">
                  <c:v>7</c:v>
                </c:pt>
                <c:pt idx="103">
                  <c:v>7</c:v>
                </c:pt>
                <c:pt idx="104">
                  <c:v>8</c:v>
                </c:pt>
                <c:pt idx="105">
                  <c:v>8</c:v>
                </c:pt>
                <c:pt idx="106">
                  <c:v>8</c:v>
                </c:pt>
                <c:pt idx="107">
                  <c:v>8</c:v>
                </c:pt>
                <c:pt idx="108">
                  <c:v>8</c:v>
                </c:pt>
                <c:pt idx="109">
                  <c:v>8</c:v>
                </c:pt>
                <c:pt idx="110">
                  <c:v>8</c:v>
                </c:pt>
                <c:pt idx="111">
                  <c:v>8</c:v>
                </c:pt>
                <c:pt idx="112">
                  <c:v>9</c:v>
                </c:pt>
                <c:pt idx="113">
                  <c:v>9</c:v>
                </c:pt>
                <c:pt idx="114">
                  <c:v>9</c:v>
                </c:pt>
                <c:pt idx="115">
                  <c:v>9</c:v>
                </c:pt>
                <c:pt idx="116">
                  <c:v>10</c:v>
                </c:pt>
                <c:pt idx="117">
                  <c:v>10</c:v>
                </c:pt>
                <c:pt idx="118">
                  <c:v>11</c:v>
                </c:pt>
                <c:pt idx="119">
                  <c:v>11</c:v>
                </c:pt>
                <c:pt idx="120">
                  <c:v>12</c:v>
                </c:pt>
                <c:pt idx="121">
                  <c:v>12</c:v>
                </c:pt>
                <c:pt idx="122">
                  <c:v>12</c:v>
                </c:pt>
                <c:pt idx="123">
                  <c:v>12</c:v>
                </c:pt>
                <c:pt idx="124">
                  <c:v>11</c:v>
                </c:pt>
                <c:pt idx="125">
                  <c:v>11</c:v>
                </c:pt>
                <c:pt idx="126">
                  <c:v>10</c:v>
                </c:pt>
                <c:pt idx="127">
                  <c:v>9</c:v>
                </c:pt>
                <c:pt idx="128">
                  <c:v>10</c:v>
                </c:pt>
                <c:pt idx="129">
                  <c:v>10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9</c:v>
                </c:pt>
                <c:pt idx="134">
                  <c:v>9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10</c:v>
                </c:pt>
                <c:pt idx="140">
                  <c:v>10</c:v>
                </c:pt>
                <c:pt idx="141">
                  <c:v>10</c:v>
                </c:pt>
                <c:pt idx="142">
                  <c:v>10</c:v>
                </c:pt>
                <c:pt idx="143">
                  <c:v>10</c:v>
                </c:pt>
                <c:pt idx="144">
                  <c:v>10</c:v>
                </c:pt>
                <c:pt idx="145">
                  <c:v>10</c:v>
                </c:pt>
                <c:pt idx="146">
                  <c:v>10</c:v>
                </c:pt>
                <c:pt idx="147">
                  <c:v>10</c:v>
                </c:pt>
                <c:pt idx="148">
                  <c:v>10</c:v>
                </c:pt>
                <c:pt idx="149">
                  <c:v>10</c:v>
                </c:pt>
                <c:pt idx="150">
                  <c:v>9</c:v>
                </c:pt>
                <c:pt idx="151">
                  <c:v>9</c:v>
                </c:pt>
                <c:pt idx="152">
                  <c:v>9</c:v>
                </c:pt>
                <c:pt idx="153">
                  <c:v>10</c:v>
                </c:pt>
                <c:pt idx="154">
                  <c:v>11</c:v>
                </c:pt>
                <c:pt idx="155">
                  <c:v>11</c:v>
                </c:pt>
                <c:pt idx="156">
                  <c:v>11</c:v>
                </c:pt>
                <c:pt idx="157">
                  <c:v>11</c:v>
                </c:pt>
                <c:pt idx="158">
                  <c:v>10</c:v>
                </c:pt>
                <c:pt idx="159">
                  <c:v>9</c:v>
                </c:pt>
                <c:pt idx="160">
                  <c:v>9</c:v>
                </c:pt>
                <c:pt idx="161">
                  <c:v>9</c:v>
                </c:pt>
                <c:pt idx="162">
                  <c:v>9</c:v>
                </c:pt>
                <c:pt idx="163">
                  <c:v>9</c:v>
                </c:pt>
                <c:pt idx="164">
                  <c:v>8</c:v>
                </c:pt>
                <c:pt idx="165">
                  <c:v>8</c:v>
                </c:pt>
                <c:pt idx="166">
                  <c:v>8</c:v>
                </c:pt>
                <c:pt idx="167">
                  <c:v>8</c:v>
                </c:pt>
                <c:pt idx="168">
                  <c:v>8</c:v>
                </c:pt>
                <c:pt idx="169">
                  <c:v>8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9</c:v>
                </c:pt>
                <c:pt idx="174">
                  <c:v>9</c:v>
                </c:pt>
                <c:pt idx="175">
                  <c:v>9</c:v>
                </c:pt>
                <c:pt idx="176">
                  <c:v>10</c:v>
                </c:pt>
                <c:pt idx="177">
                  <c:v>9</c:v>
                </c:pt>
                <c:pt idx="178">
                  <c:v>9</c:v>
                </c:pt>
                <c:pt idx="179">
                  <c:v>9</c:v>
                </c:pt>
                <c:pt idx="180">
                  <c:v>9</c:v>
                </c:pt>
                <c:pt idx="181">
                  <c:v>9</c:v>
                </c:pt>
                <c:pt idx="182">
                  <c:v>9</c:v>
                </c:pt>
                <c:pt idx="183">
                  <c:v>8</c:v>
                </c:pt>
                <c:pt idx="184">
                  <c:v>8</c:v>
                </c:pt>
                <c:pt idx="185">
                  <c:v>8</c:v>
                </c:pt>
                <c:pt idx="186">
                  <c:v>8</c:v>
                </c:pt>
                <c:pt idx="187">
                  <c:v>8</c:v>
                </c:pt>
                <c:pt idx="188">
                  <c:v>8</c:v>
                </c:pt>
                <c:pt idx="189">
                  <c:v>7</c:v>
                </c:pt>
                <c:pt idx="190">
                  <c:v>7</c:v>
                </c:pt>
                <c:pt idx="191">
                  <c:v>7</c:v>
                </c:pt>
                <c:pt idx="192">
                  <c:v>7</c:v>
                </c:pt>
                <c:pt idx="193">
                  <c:v>7</c:v>
                </c:pt>
                <c:pt idx="194">
                  <c:v>7</c:v>
                </c:pt>
                <c:pt idx="195">
                  <c:v>6</c:v>
                </c:pt>
                <c:pt idx="196">
                  <c:v>6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275-478A-A13D-799ED4675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Mom's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save1!$CQ$406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save1!$CQ$407:$CQ$606</c:f>
              <c:numCache>
                <c:formatCode>General</c:formatCode>
                <c:ptCount val="200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5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5</c:v>
                </c:pt>
                <c:pt idx="34">
                  <c:v>5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7</c:v>
                </c:pt>
                <c:pt idx="41">
                  <c:v>10</c:v>
                </c:pt>
                <c:pt idx="42">
                  <c:v>10</c:v>
                </c:pt>
                <c:pt idx="43">
                  <c:v>9</c:v>
                </c:pt>
                <c:pt idx="44">
                  <c:v>9</c:v>
                </c:pt>
                <c:pt idx="45">
                  <c:v>9</c:v>
                </c:pt>
                <c:pt idx="46">
                  <c:v>8</c:v>
                </c:pt>
                <c:pt idx="47">
                  <c:v>7</c:v>
                </c:pt>
                <c:pt idx="48">
                  <c:v>7</c:v>
                </c:pt>
                <c:pt idx="49">
                  <c:v>7</c:v>
                </c:pt>
                <c:pt idx="50">
                  <c:v>7</c:v>
                </c:pt>
                <c:pt idx="51">
                  <c:v>7</c:v>
                </c:pt>
                <c:pt idx="52">
                  <c:v>7</c:v>
                </c:pt>
                <c:pt idx="53">
                  <c:v>7</c:v>
                </c:pt>
                <c:pt idx="54">
                  <c:v>7</c:v>
                </c:pt>
                <c:pt idx="55">
                  <c:v>7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9</c:v>
                </c:pt>
                <c:pt idx="60">
                  <c:v>9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11</c:v>
                </c:pt>
                <c:pt idx="65">
                  <c:v>11</c:v>
                </c:pt>
                <c:pt idx="66">
                  <c:v>11</c:v>
                </c:pt>
                <c:pt idx="67">
                  <c:v>11</c:v>
                </c:pt>
                <c:pt idx="68">
                  <c:v>11</c:v>
                </c:pt>
                <c:pt idx="69">
                  <c:v>11</c:v>
                </c:pt>
                <c:pt idx="70">
                  <c:v>11</c:v>
                </c:pt>
                <c:pt idx="71">
                  <c:v>11</c:v>
                </c:pt>
                <c:pt idx="72">
                  <c:v>11</c:v>
                </c:pt>
                <c:pt idx="73">
                  <c:v>11</c:v>
                </c:pt>
                <c:pt idx="74">
                  <c:v>11</c:v>
                </c:pt>
                <c:pt idx="75">
                  <c:v>11</c:v>
                </c:pt>
                <c:pt idx="76">
                  <c:v>11</c:v>
                </c:pt>
                <c:pt idx="77">
                  <c:v>12</c:v>
                </c:pt>
                <c:pt idx="78">
                  <c:v>12</c:v>
                </c:pt>
                <c:pt idx="79">
                  <c:v>12</c:v>
                </c:pt>
                <c:pt idx="80">
                  <c:v>11</c:v>
                </c:pt>
                <c:pt idx="81">
                  <c:v>11</c:v>
                </c:pt>
                <c:pt idx="82">
                  <c:v>11</c:v>
                </c:pt>
                <c:pt idx="83">
                  <c:v>11</c:v>
                </c:pt>
                <c:pt idx="84">
                  <c:v>10</c:v>
                </c:pt>
                <c:pt idx="85">
                  <c:v>10</c:v>
                </c:pt>
                <c:pt idx="86">
                  <c:v>12</c:v>
                </c:pt>
                <c:pt idx="87">
                  <c:v>12</c:v>
                </c:pt>
                <c:pt idx="88">
                  <c:v>12</c:v>
                </c:pt>
                <c:pt idx="89">
                  <c:v>13</c:v>
                </c:pt>
                <c:pt idx="90">
                  <c:v>13</c:v>
                </c:pt>
                <c:pt idx="91">
                  <c:v>13</c:v>
                </c:pt>
                <c:pt idx="92">
                  <c:v>14</c:v>
                </c:pt>
                <c:pt idx="93">
                  <c:v>14</c:v>
                </c:pt>
                <c:pt idx="94">
                  <c:v>13</c:v>
                </c:pt>
                <c:pt idx="95">
                  <c:v>13</c:v>
                </c:pt>
                <c:pt idx="96">
                  <c:v>14</c:v>
                </c:pt>
                <c:pt idx="97">
                  <c:v>15</c:v>
                </c:pt>
                <c:pt idx="98">
                  <c:v>15</c:v>
                </c:pt>
                <c:pt idx="99">
                  <c:v>14</c:v>
                </c:pt>
                <c:pt idx="100">
                  <c:v>14</c:v>
                </c:pt>
                <c:pt idx="101">
                  <c:v>15</c:v>
                </c:pt>
                <c:pt idx="102">
                  <c:v>17</c:v>
                </c:pt>
                <c:pt idx="103">
                  <c:v>17</c:v>
                </c:pt>
                <c:pt idx="104">
                  <c:v>17</c:v>
                </c:pt>
                <c:pt idx="105">
                  <c:v>16</c:v>
                </c:pt>
                <c:pt idx="106">
                  <c:v>16</c:v>
                </c:pt>
                <c:pt idx="107">
                  <c:v>16</c:v>
                </c:pt>
                <c:pt idx="108">
                  <c:v>17</c:v>
                </c:pt>
                <c:pt idx="109">
                  <c:v>17</c:v>
                </c:pt>
                <c:pt idx="110">
                  <c:v>16</c:v>
                </c:pt>
                <c:pt idx="111">
                  <c:v>16</c:v>
                </c:pt>
                <c:pt idx="112">
                  <c:v>15</c:v>
                </c:pt>
                <c:pt idx="113">
                  <c:v>16</c:v>
                </c:pt>
                <c:pt idx="114">
                  <c:v>16</c:v>
                </c:pt>
                <c:pt idx="115">
                  <c:v>16</c:v>
                </c:pt>
                <c:pt idx="116">
                  <c:v>16</c:v>
                </c:pt>
                <c:pt idx="117">
                  <c:v>16</c:v>
                </c:pt>
                <c:pt idx="118">
                  <c:v>15</c:v>
                </c:pt>
                <c:pt idx="119">
                  <c:v>15</c:v>
                </c:pt>
                <c:pt idx="120">
                  <c:v>15</c:v>
                </c:pt>
                <c:pt idx="121">
                  <c:v>16</c:v>
                </c:pt>
                <c:pt idx="122">
                  <c:v>16</c:v>
                </c:pt>
                <c:pt idx="123">
                  <c:v>16</c:v>
                </c:pt>
                <c:pt idx="124">
                  <c:v>15</c:v>
                </c:pt>
                <c:pt idx="125">
                  <c:v>15</c:v>
                </c:pt>
                <c:pt idx="126">
                  <c:v>15</c:v>
                </c:pt>
                <c:pt idx="127">
                  <c:v>15</c:v>
                </c:pt>
                <c:pt idx="128">
                  <c:v>15</c:v>
                </c:pt>
                <c:pt idx="129">
                  <c:v>15</c:v>
                </c:pt>
                <c:pt idx="130">
                  <c:v>15</c:v>
                </c:pt>
                <c:pt idx="131">
                  <c:v>15</c:v>
                </c:pt>
                <c:pt idx="132">
                  <c:v>15</c:v>
                </c:pt>
                <c:pt idx="133">
                  <c:v>15</c:v>
                </c:pt>
                <c:pt idx="134">
                  <c:v>16</c:v>
                </c:pt>
                <c:pt idx="135">
                  <c:v>17</c:v>
                </c:pt>
                <c:pt idx="136">
                  <c:v>17</c:v>
                </c:pt>
                <c:pt idx="137">
                  <c:v>17</c:v>
                </c:pt>
                <c:pt idx="138">
                  <c:v>18</c:v>
                </c:pt>
                <c:pt idx="139">
                  <c:v>18</c:v>
                </c:pt>
                <c:pt idx="140">
                  <c:v>18</c:v>
                </c:pt>
                <c:pt idx="141">
                  <c:v>18</c:v>
                </c:pt>
                <c:pt idx="142">
                  <c:v>18</c:v>
                </c:pt>
                <c:pt idx="143">
                  <c:v>18</c:v>
                </c:pt>
                <c:pt idx="144">
                  <c:v>18</c:v>
                </c:pt>
                <c:pt idx="145">
                  <c:v>17</c:v>
                </c:pt>
                <c:pt idx="146">
                  <c:v>18</c:v>
                </c:pt>
                <c:pt idx="147">
                  <c:v>19</c:v>
                </c:pt>
                <c:pt idx="148">
                  <c:v>19</c:v>
                </c:pt>
                <c:pt idx="149">
                  <c:v>19</c:v>
                </c:pt>
                <c:pt idx="150">
                  <c:v>18</c:v>
                </c:pt>
                <c:pt idx="151">
                  <c:v>18</c:v>
                </c:pt>
                <c:pt idx="152">
                  <c:v>18</c:v>
                </c:pt>
                <c:pt idx="153">
                  <c:v>19</c:v>
                </c:pt>
                <c:pt idx="154">
                  <c:v>19</c:v>
                </c:pt>
                <c:pt idx="155">
                  <c:v>17</c:v>
                </c:pt>
                <c:pt idx="156">
                  <c:v>17</c:v>
                </c:pt>
                <c:pt idx="157">
                  <c:v>17</c:v>
                </c:pt>
                <c:pt idx="158">
                  <c:v>17</c:v>
                </c:pt>
                <c:pt idx="159">
                  <c:v>17</c:v>
                </c:pt>
                <c:pt idx="160">
                  <c:v>17</c:v>
                </c:pt>
                <c:pt idx="161">
                  <c:v>17</c:v>
                </c:pt>
                <c:pt idx="162">
                  <c:v>17</c:v>
                </c:pt>
                <c:pt idx="163">
                  <c:v>17</c:v>
                </c:pt>
                <c:pt idx="164">
                  <c:v>17</c:v>
                </c:pt>
                <c:pt idx="165">
                  <c:v>16</c:v>
                </c:pt>
                <c:pt idx="166">
                  <c:v>16</c:v>
                </c:pt>
                <c:pt idx="167">
                  <c:v>16</c:v>
                </c:pt>
                <c:pt idx="168">
                  <c:v>16</c:v>
                </c:pt>
                <c:pt idx="169">
                  <c:v>16</c:v>
                </c:pt>
                <c:pt idx="170">
                  <c:v>16</c:v>
                </c:pt>
                <c:pt idx="171">
                  <c:v>16</c:v>
                </c:pt>
                <c:pt idx="172">
                  <c:v>16</c:v>
                </c:pt>
                <c:pt idx="173">
                  <c:v>17</c:v>
                </c:pt>
                <c:pt idx="174">
                  <c:v>17</c:v>
                </c:pt>
                <c:pt idx="175">
                  <c:v>17</c:v>
                </c:pt>
                <c:pt idx="176">
                  <c:v>18</c:v>
                </c:pt>
                <c:pt idx="177">
                  <c:v>18</c:v>
                </c:pt>
                <c:pt idx="178">
                  <c:v>18</c:v>
                </c:pt>
                <c:pt idx="179">
                  <c:v>19</c:v>
                </c:pt>
                <c:pt idx="180">
                  <c:v>21</c:v>
                </c:pt>
                <c:pt idx="181">
                  <c:v>21</c:v>
                </c:pt>
                <c:pt idx="182">
                  <c:v>21</c:v>
                </c:pt>
                <c:pt idx="183">
                  <c:v>21</c:v>
                </c:pt>
                <c:pt idx="184">
                  <c:v>23</c:v>
                </c:pt>
                <c:pt idx="185">
                  <c:v>23</c:v>
                </c:pt>
                <c:pt idx="186">
                  <c:v>23</c:v>
                </c:pt>
                <c:pt idx="187">
                  <c:v>23</c:v>
                </c:pt>
                <c:pt idx="188">
                  <c:v>23</c:v>
                </c:pt>
                <c:pt idx="189">
                  <c:v>23</c:v>
                </c:pt>
                <c:pt idx="190">
                  <c:v>22</c:v>
                </c:pt>
                <c:pt idx="191">
                  <c:v>22</c:v>
                </c:pt>
                <c:pt idx="192">
                  <c:v>22</c:v>
                </c:pt>
                <c:pt idx="193">
                  <c:v>22</c:v>
                </c:pt>
                <c:pt idx="194">
                  <c:v>22</c:v>
                </c:pt>
                <c:pt idx="195">
                  <c:v>22</c:v>
                </c:pt>
                <c:pt idx="196">
                  <c:v>22</c:v>
                </c:pt>
                <c:pt idx="197">
                  <c:v>22</c:v>
                </c:pt>
                <c:pt idx="198">
                  <c:v>22</c:v>
                </c:pt>
                <c:pt idx="199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0-4E33-A381-105E058A2F4B}"/>
            </c:ext>
          </c:extLst>
        </c:ser>
        <c:ser>
          <c:idx val="1"/>
          <c:order val="1"/>
          <c:tx>
            <c:strRef>
              <c:f>save1!$CR$406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save1!$CR$407:$CR$606</c:f>
              <c:numCache>
                <c:formatCode>General</c:formatCode>
                <c:ptCount val="20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4</c:v>
                </c:pt>
                <c:pt idx="22">
                  <c:v>4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4</c:v>
                </c:pt>
                <c:pt idx="27">
                  <c:v>4</c:v>
                </c:pt>
                <c:pt idx="28">
                  <c:v>3</c:v>
                </c:pt>
                <c:pt idx="29">
                  <c:v>3</c:v>
                </c:pt>
                <c:pt idx="30">
                  <c:v>2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4</c:v>
                </c:pt>
                <c:pt idx="44">
                  <c:v>4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7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8</c:v>
                </c:pt>
                <c:pt idx="61">
                  <c:v>8</c:v>
                </c:pt>
                <c:pt idx="62">
                  <c:v>8</c:v>
                </c:pt>
                <c:pt idx="63">
                  <c:v>8</c:v>
                </c:pt>
                <c:pt idx="64">
                  <c:v>8</c:v>
                </c:pt>
                <c:pt idx="65">
                  <c:v>8</c:v>
                </c:pt>
                <c:pt idx="66">
                  <c:v>8</c:v>
                </c:pt>
                <c:pt idx="67">
                  <c:v>8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9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7</c:v>
                </c:pt>
                <c:pt idx="77">
                  <c:v>7</c:v>
                </c:pt>
                <c:pt idx="78">
                  <c:v>6</c:v>
                </c:pt>
                <c:pt idx="79">
                  <c:v>6</c:v>
                </c:pt>
                <c:pt idx="80">
                  <c:v>6</c:v>
                </c:pt>
                <c:pt idx="81">
                  <c:v>7</c:v>
                </c:pt>
                <c:pt idx="82">
                  <c:v>7</c:v>
                </c:pt>
                <c:pt idx="83">
                  <c:v>7</c:v>
                </c:pt>
                <c:pt idx="84">
                  <c:v>7</c:v>
                </c:pt>
                <c:pt idx="85">
                  <c:v>7</c:v>
                </c:pt>
                <c:pt idx="86">
                  <c:v>7</c:v>
                </c:pt>
                <c:pt idx="87">
                  <c:v>7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5</c:v>
                </c:pt>
                <c:pt idx="92">
                  <c:v>6</c:v>
                </c:pt>
                <c:pt idx="93">
                  <c:v>6</c:v>
                </c:pt>
                <c:pt idx="94">
                  <c:v>6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8</c:v>
                </c:pt>
                <c:pt idx="100">
                  <c:v>8</c:v>
                </c:pt>
                <c:pt idx="101">
                  <c:v>9</c:v>
                </c:pt>
                <c:pt idx="102">
                  <c:v>9</c:v>
                </c:pt>
                <c:pt idx="103">
                  <c:v>9</c:v>
                </c:pt>
                <c:pt idx="104">
                  <c:v>9</c:v>
                </c:pt>
                <c:pt idx="105">
                  <c:v>9</c:v>
                </c:pt>
                <c:pt idx="106">
                  <c:v>10</c:v>
                </c:pt>
                <c:pt idx="107">
                  <c:v>12</c:v>
                </c:pt>
                <c:pt idx="108">
                  <c:v>12</c:v>
                </c:pt>
                <c:pt idx="109">
                  <c:v>13</c:v>
                </c:pt>
                <c:pt idx="110">
                  <c:v>12</c:v>
                </c:pt>
                <c:pt idx="111">
                  <c:v>11</c:v>
                </c:pt>
                <c:pt idx="112">
                  <c:v>11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10</c:v>
                </c:pt>
                <c:pt idx="123">
                  <c:v>10</c:v>
                </c:pt>
                <c:pt idx="124">
                  <c:v>10</c:v>
                </c:pt>
                <c:pt idx="125">
                  <c:v>9</c:v>
                </c:pt>
                <c:pt idx="126">
                  <c:v>9</c:v>
                </c:pt>
                <c:pt idx="127">
                  <c:v>9</c:v>
                </c:pt>
                <c:pt idx="128">
                  <c:v>10</c:v>
                </c:pt>
                <c:pt idx="129">
                  <c:v>10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10</c:v>
                </c:pt>
                <c:pt idx="140">
                  <c:v>10</c:v>
                </c:pt>
                <c:pt idx="141">
                  <c:v>9</c:v>
                </c:pt>
                <c:pt idx="142">
                  <c:v>8</c:v>
                </c:pt>
                <c:pt idx="143">
                  <c:v>9</c:v>
                </c:pt>
                <c:pt idx="144">
                  <c:v>10</c:v>
                </c:pt>
                <c:pt idx="145">
                  <c:v>10</c:v>
                </c:pt>
                <c:pt idx="146">
                  <c:v>10</c:v>
                </c:pt>
                <c:pt idx="147">
                  <c:v>11</c:v>
                </c:pt>
                <c:pt idx="148">
                  <c:v>11</c:v>
                </c:pt>
                <c:pt idx="149">
                  <c:v>11</c:v>
                </c:pt>
                <c:pt idx="150">
                  <c:v>10</c:v>
                </c:pt>
                <c:pt idx="151">
                  <c:v>10</c:v>
                </c:pt>
                <c:pt idx="152">
                  <c:v>10</c:v>
                </c:pt>
                <c:pt idx="153">
                  <c:v>10</c:v>
                </c:pt>
                <c:pt idx="154">
                  <c:v>10</c:v>
                </c:pt>
                <c:pt idx="155">
                  <c:v>11</c:v>
                </c:pt>
                <c:pt idx="156">
                  <c:v>11</c:v>
                </c:pt>
                <c:pt idx="157">
                  <c:v>11</c:v>
                </c:pt>
                <c:pt idx="158">
                  <c:v>11</c:v>
                </c:pt>
                <c:pt idx="159">
                  <c:v>12</c:v>
                </c:pt>
                <c:pt idx="160">
                  <c:v>12</c:v>
                </c:pt>
                <c:pt idx="161">
                  <c:v>11</c:v>
                </c:pt>
                <c:pt idx="162">
                  <c:v>11</c:v>
                </c:pt>
                <c:pt idx="163">
                  <c:v>11</c:v>
                </c:pt>
                <c:pt idx="164">
                  <c:v>12</c:v>
                </c:pt>
                <c:pt idx="165">
                  <c:v>13</c:v>
                </c:pt>
                <c:pt idx="166">
                  <c:v>14</c:v>
                </c:pt>
                <c:pt idx="167">
                  <c:v>14</c:v>
                </c:pt>
                <c:pt idx="168">
                  <c:v>13</c:v>
                </c:pt>
                <c:pt idx="169">
                  <c:v>13</c:v>
                </c:pt>
                <c:pt idx="170">
                  <c:v>14</c:v>
                </c:pt>
                <c:pt idx="171">
                  <c:v>14</c:v>
                </c:pt>
                <c:pt idx="172">
                  <c:v>14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15</c:v>
                </c:pt>
                <c:pt idx="181">
                  <c:v>16</c:v>
                </c:pt>
                <c:pt idx="182">
                  <c:v>16</c:v>
                </c:pt>
                <c:pt idx="183">
                  <c:v>16</c:v>
                </c:pt>
                <c:pt idx="184">
                  <c:v>16</c:v>
                </c:pt>
                <c:pt idx="185">
                  <c:v>16</c:v>
                </c:pt>
                <c:pt idx="186">
                  <c:v>16</c:v>
                </c:pt>
                <c:pt idx="187">
                  <c:v>16</c:v>
                </c:pt>
                <c:pt idx="188">
                  <c:v>16</c:v>
                </c:pt>
                <c:pt idx="189">
                  <c:v>19</c:v>
                </c:pt>
                <c:pt idx="190">
                  <c:v>19</c:v>
                </c:pt>
                <c:pt idx="191">
                  <c:v>19</c:v>
                </c:pt>
                <c:pt idx="192">
                  <c:v>19</c:v>
                </c:pt>
                <c:pt idx="193">
                  <c:v>19</c:v>
                </c:pt>
                <c:pt idx="194">
                  <c:v>21</c:v>
                </c:pt>
                <c:pt idx="195">
                  <c:v>22</c:v>
                </c:pt>
                <c:pt idx="196">
                  <c:v>23</c:v>
                </c:pt>
                <c:pt idx="197">
                  <c:v>24</c:v>
                </c:pt>
                <c:pt idx="198">
                  <c:v>23</c:v>
                </c:pt>
                <c:pt idx="199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10-4E33-A381-105E058A2F4B}"/>
            </c:ext>
          </c:extLst>
        </c:ser>
        <c:ser>
          <c:idx val="2"/>
          <c:order val="2"/>
          <c:tx>
            <c:strRef>
              <c:f>save1!$CS$406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save1!$CS$407:$CS$606</c:f>
              <c:numCache>
                <c:formatCode>General</c:formatCode>
                <c:ptCount val="20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9</c:v>
                </c:pt>
                <c:pt idx="17">
                  <c:v>9</c:v>
                </c:pt>
                <c:pt idx="18">
                  <c:v>9</c:v>
                </c:pt>
                <c:pt idx="19">
                  <c:v>9</c:v>
                </c:pt>
                <c:pt idx="20">
                  <c:v>9</c:v>
                </c:pt>
                <c:pt idx="21">
                  <c:v>9</c:v>
                </c:pt>
                <c:pt idx="22">
                  <c:v>9</c:v>
                </c:pt>
                <c:pt idx="23">
                  <c:v>9</c:v>
                </c:pt>
                <c:pt idx="24">
                  <c:v>8</c:v>
                </c:pt>
                <c:pt idx="25">
                  <c:v>8</c:v>
                </c:pt>
                <c:pt idx="26">
                  <c:v>8</c:v>
                </c:pt>
                <c:pt idx="27">
                  <c:v>8</c:v>
                </c:pt>
                <c:pt idx="28">
                  <c:v>8</c:v>
                </c:pt>
                <c:pt idx="29">
                  <c:v>9</c:v>
                </c:pt>
                <c:pt idx="30">
                  <c:v>9</c:v>
                </c:pt>
                <c:pt idx="31">
                  <c:v>9</c:v>
                </c:pt>
                <c:pt idx="32">
                  <c:v>11</c:v>
                </c:pt>
                <c:pt idx="33">
                  <c:v>12</c:v>
                </c:pt>
                <c:pt idx="34">
                  <c:v>12</c:v>
                </c:pt>
                <c:pt idx="35">
                  <c:v>12</c:v>
                </c:pt>
                <c:pt idx="36">
                  <c:v>12</c:v>
                </c:pt>
                <c:pt idx="37">
                  <c:v>13</c:v>
                </c:pt>
                <c:pt idx="38">
                  <c:v>13</c:v>
                </c:pt>
                <c:pt idx="39">
                  <c:v>13</c:v>
                </c:pt>
                <c:pt idx="40">
                  <c:v>13</c:v>
                </c:pt>
                <c:pt idx="41">
                  <c:v>13</c:v>
                </c:pt>
                <c:pt idx="42">
                  <c:v>14</c:v>
                </c:pt>
                <c:pt idx="43">
                  <c:v>14</c:v>
                </c:pt>
                <c:pt idx="44">
                  <c:v>14</c:v>
                </c:pt>
                <c:pt idx="45">
                  <c:v>14</c:v>
                </c:pt>
                <c:pt idx="46">
                  <c:v>14</c:v>
                </c:pt>
                <c:pt idx="47">
                  <c:v>14</c:v>
                </c:pt>
                <c:pt idx="48">
                  <c:v>14</c:v>
                </c:pt>
                <c:pt idx="49">
                  <c:v>13</c:v>
                </c:pt>
                <c:pt idx="50">
                  <c:v>13</c:v>
                </c:pt>
                <c:pt idx="51">
                  <c:v>13</c:v>
                </c:pt>
                <c:pt idx="52">
                  <c:v>15</c:v>
                </c:pt>
                <c:pt idx="53">
                  <c:v>16</c:v>
                </c:pt>
                <c:pt idx="54">
                  <c:v>16</c:v>
                </c:pt>
                <c:pt idx="55">
                  <c:v>16</c:v>
                </c:pt>
                <c:pt idx="56">
                  <c:v>16</c:v>
                </c:pt>
                <c:pt idx="57">
                  <c:v>16</c:v>
                </c:pt>
                <c:pt idx="58">
                  <c:v>15</c:v>
                </c:pt>
                <c:pt idx="59">
                  <c:v>15</c:v>
                </c:pt>
                <c:pt idx="60">
                  <c:v>15</c:v>
                </c:pt>
                <c:pt idx="61">
                  <c:v>15</c:v>
                </c:pt>
                <c:pt idx="62">
                  <c:v>16</c:v>
                </c:pt>
                <c:pt idx="63">
                  <c:v>16</c:v>
                </c:pt>
                <c:pt idx="64">
                  <c:v>16</c:v>
                </c:pt>
                <c:pt idx="65">
                  <c:v>16</c:v>
                </c:pt>
                <c:pt idx="66">
                  <c:v>16</c:v>
                </c:pt>
                <c:pt idx="67">
                  <c:v>15</c:v>
                </c:pt>
                <c:pt idx="68">
                  <c:v>14</c:v>
                </c:pt>
                <c:pt idx="69">
                  <c:v>14</c:v>
                </c:pt>
                <c:pt idx="70">
                  <c:v>14</c:v>
                </c:pt>
                <c:pt idx="71">
                  <c:v>14</c:v>
                </c:pt>
                <c:pt idx="72">
                  <c:v>14</c:v>
                </c:pt>
                <c:pt idx="73">
                  <c:v>15</c:v>
                </c:pt>
                <c:pt idx="74">
                  <c:v>15</c:v>
                </c:pt>
                <c:pt idx="75">
                  <c:v>15</c:v>
                </c:pt>
                <c:pt idx="76">
                  <c:v>15</c:v>
                </c:pt>
                <c:pt idx="77">
                  <c:v>15</c:v>
                </c:pt>
                <c:pt idx="78">
                  <c:v>15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</c:v>
                </c:pt>
                <c:pt idx="83">
                  <c:v>15</c:v>
                </c:pt>
                <c:pt idx="84">
                  <c:v>15</c:v>
                </c:pt>
                <c:pt idx="85">
                  <c:v>15</c:v>
                </c:pt>
                <c:pt idx="86">
                  <c:v>15</c:v>
                </c:pt>
                <c:pt idx="87">
                  <c:v>15</c:v>
                </c:pt>
                <c:pt idx="88">
                  <c:v>15</c:v>
                </c:pt>
                <c:pt idx="89">
                  <c:v>15</c:v>
                </c:pt>
                <c:pt idx="90">
                  <c:v>17</c:v>
                </c:pt>
                <c:pt idx="91">
                  <c:v>18</c:v>
                </c:pt>
                <c:pt idx="92">
                  <c:v>18</c:v>
                </c:pt>
                <c:pt idx="93">
                  <c:v>18</c:v>
                </c:pt>
                <c:pt idx="94">
                  <c:v>19</c:v>
                </c:pt>
                <c:pt idx="95">
                  <c:v>20</c:v>
                </c:pt>
                <c:pt idx="96">
                  <c:v>20</c:v>
                </c:pt>
                <c:pt idx="97">
                  <c:v>20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20</c:v>
                </c:pt>
                <c:pt idx="102">
                  <c:v>20</c:v>
                </c:pt>
                <c:pt idx="103">
                  <c:v>21</c:v>
                </c:pt>
                <c:pt idx="104">
                  <c:v>21</c:v>
                </c:pt>
                <c:pt idx="105">
                  <c:v>20</c:v>
                </c:pt>
                <c:pt idx="106">
                  <c:v>20</c:v>
                </c:pt>
                <c:pt idx="107">
                  <c:v>20</c:v>
                </c:pt>
                <c:pt idx="108">
                  <c:v>21</c:v>
                </c:pt>
                <c:pt idx="109">
                  <c:v>20</c:v>
                </c:pt>
                <c:pt idx="110">
                  <c:v>21</c:v>
                </c:pt>
                <c:pt idx="111">
                  <c:v>21</c:v>
                </c:pt>
                <c:pt idx="112">
                  <c:v>21</c:v>
                </c:pt>
                <c:pt idx="113">
                  <c:v>21</c:v>
                </c:pt>
                <c:pt idx="114">
                  <c:v>24</c:v>
                </c:pt>
                <c:pt idx="115">
                  <c:v>24</c:v>
                </c:pt>
                <c:pt idx="116">
                  <c:v>24</c:v>
                </c:pt>
                <c:pt idx="117">
                  <c:v>24</c:v>
                </c:pt>
                <c:pt idx="118">
                  <c:v>24</c:v>
                </c:pt>
                <c:pt idx="119">
                  <c:v>25</c:v>
                </c:pt>
                <c:pt idx="120">
                  <c:v>25</c:v>
                </c:pt>
                <c:pt idx="121">
                  <c:v>25</c:v>
                </c:pt>
                <c:pt idx="122">
                  <c:v>25</c:v>
                </c:pt>
                <c:pt idx="123">
                  <c:v>25</c:v>
                </c:pt>
                <c:pt idx="124">
                  <c:v>25</c:v>
                </c:pt>
                <c:pt idx="125">
                  <c:v>24</c:v>
                </c:pt>
                <c:pt idx="126">
                  <c:v>24</c:v>
                </c:pt>
                <c:pt idx="127">
                  <c:v>24</c:v>
                </c:pt>
                <c:pt idx="128">
                  <c:v>25</c:v>
                </c:pt>
                <c:pt idx="129">
                  <c:v>25</c:v>
                </c:pt>
                <c:pt idx="130">
                  <c:v>24</c:v>
                </c:pt>
                <c:pt idx="131">
                  <c:v>24</c:v>
                </c:pt>
                <c:pt idx="132">
                  <c:v>24</c:v>
                </c:pt>
                <c:pt idx="133">
                  <c:v>24</c:v>
                </c:pt>
                <c:pt idx="134">
                  <c:v>24</c:v>
                </c:pt>
                <c:pt idx="135">
                  <c:v>24</c:v>
                </c:pt>
                <c:pt idx="136">
                  <c:v>24</c:v>
                </c:pt>
                <c:pt idx="137">
                  <c:v>24</c:v>
                </c:pt>
                <c:pt idx="138">
                  <c:v>23</c:v>
                </c:pt>
                <c:pt idx="139">
                  <c:v>23</c:v>
                </c:pt>
                <c:pt idx="140">
                  <c:v>23</c:v>
                </c:pt>
                <c:pt idx="141">
                  <c:v>23</c:v>
                </c:pt>
                <c:pt idx="142">
                  <c:v>23</c:v>
                </c:pt>
                <c:pt idx="143">
                  <c:v>23</c:v>
                </c:pt>
                <c:pt idx="144">
                  <c:v>23</c:v>
                </c:pt>
                <c:pt idx="145">
                  <c:v>24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  <c:pt idx="149">
                  <c:v>25</c:v>
                </c:pt>
                <c:pt idx="150">
                  <c:v>25</c:v>
                </c:pt>
                <c:pt idx="151">
                  <c:v>26</c:v>
                </c:pt>
                <c:pt idx="152">
                  <c:v>27</c:v>
                </c:pt>
                <c:pt idx="153">
                  <c:v>28</c:v>
                </c:pt>
                <c:pt idx="154">
                  <c:v>28</c:v>
                </c:pt>
                <c:pt idx="155">
                  <c:v>28</c:v>
                </c:pt>
                <c:pt idx="156">
                  <c:v>27</c:v>
                </c:pt>
                <c:pt idx="157">
                  <c:v>27</c:v>
                </c:pt>
                <c:pt idx="158">
                  <c:v>27</c:v>
                </c:pt>
                <c:pt idx="159">
                  <c:v>27</c:v>
                </c:pt>
                <c:pt idx="160">
                  <c:v>26</c:v>
                </c:pt>
                <c:pt idx="161">
                  <c:v>26</c:v>
                </c:pt>
                <c:pt idx="162">
                  <c:v>27</c:v>
                </c:pt>
                <c:pt idx="163">
                  <c:v>27</c:v>
                </c:pt>
                <c:pt idx="164">
                  <c:v>28</c:v>
                </c:pt>
                <c:pt idx="165">
                  <c:v>28</c:v>
                </c:pt>
                <c:pt idx="166">
                  <c:v>27</c:v>
                </c:pt>
                <c:pt idx="167">
                  <c:v>26</c:v>
                </c:pt>
                <c:pt idx="168">
                  <c:v>26</c:v>
                </c:pt>
                <c:pt idx="169">
                  <c:v>26</c:v>
                </c:pt>
                <c:pt idx="170">
                  <c:v>27</c:v>
                </c:pt>
                <c:pt idx="171">
                  <c:v>27</c:v>
                </c:pt>
                <c:pt idx="172">
                  <c:v>26</c:v>
                </c:pt>
                <c:pt idx="173">
                  <c:v>26</c:v>
                </c:pt>
                <c:pt idx="174">
                  <c:v>26</c:v>
                </c:pt>
                <c:pt idx="175">
                  <c:v>27</c:v>
                </c:pt>
                <c:pt idx="176">
                  <c:v>27</c:v>
                </c:pt>
                <c:pt idx="177">
                  <c:v>28</c:v>
                </c:pt>
                <c:pt idx="178">
                  <c:v>28</c:v>
                </c:pt>
                <c:pt idx="179">
                  <c:v>28</c:v>
                </c:pt>
                <c:pt idx="180">
                  <c:v>29</c:v>
                </c:pt>
                <c:pt idx="181">
                  <c:v>29</c:v>
                </c:pt>
                <c:pt idx="182">
                  <c:v>29</c:v>
                </c:pt>
                <c:pt idx="183">
                  <c:v>30</c:v>
                </c:pt>
                <c:pt idx="184">
                  <c:v>31</c:v>
                </c:pt>
                <c:pt idx="185">
                  <c:v>31</c:v>
                </c:pt>
                <c:pt idx="186">
                  <c:v>31</c:v>
                </c:pt>
                <c:pt idx="187">
                  <c:v>30</c:v>
                </c:pt>
                <c:pt idx="188">
                  <c:v>30</c:v>
                </c:pt>
                <c:pt idx="189">
                  <c:v>30</c:v>
                </c:pt>
                <c:pt idx="190">
                  <c:v>30</c:v>
                </c:pt>
                <c:pt idx="191">
                  <c:v>31</c:v>
                </c:pt>
                <c:pt idx="192">
                  <c:v>31</c:v>
                </c:pt>
                <c:pt idx="193">
                  <c:v>31</c:v>
                </c:pt>
                <c:pt idx="194">
                  <c:v>31</c:v>
                </c:pt>
                <c:pt idx="195">
                  <c:v>31</c:v>
                </c:pt>
                <c:pt idx="196">
                  <c:v>31</c:v>
                </c:pt>
                <c:pt idx="197">
                  <c:v>32</c:v>
                </c:pt>
                <c:pt idx="198">
                  <c:v>32</c:v>
                </c:pt>
                <c:pt idx="199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10-4E33-A381-105E058A2F4B}"/>
            </c:ext>
          </c:extLst>
        </c:ser>
        <c:ser>
          <c:idx val="3"/>
          <c:order val="3"/>
          <c:tx>
            <c:strRef>
              <c:f>save1!$CT$406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save1!$CT$407:$CT$606</c:f>
              <c:numCache>
                <c:formatCode>General</c:formatCode>
                <c:ptCount val="200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2</c:v>
                </c:pt>
                <c:pt idx="28">
                  <c:v>2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5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6</c:v>
                </c:pt>
                <c:pt idx="67">
                  <c:v>6</c:v>
                </c:pt>
                <c:pt idx="68">
                  <c:v>7</c:v>
                </c:pt>
                <c:pt idx="69">
                  <c:v>8</c:v>
                </c:pt>
                <c:pt idx="70">
                  <c:v>8</c:v>
                </c:pt>
                <c:pt idx="71">
                  <c:v>8</c:v>
                </c:pt>
                <c:pt idx="72">
                  <c:v>7</c:v>
                </c:pt>
                <c:pt idx="73">
                  <c:v>7</c:v>
                </c:pt>
                <c:pt idx="74">
                  <c:v>6</c:v>
                </c:pt>
                <c:pt idx="75">
                  <c:v>6</c:v>
                </c:pt>
                <c:pt idx="76">
                  <c:v>7</c:v>
                </c:pt>
                <c:pt idx="77">
                  <c:v>7</c:v>
                </c:pt>
                <c:pt idx="78">
                  <c:v>7</c:v>
                </c:pt>
                <c:pt idx="79">
                  <c:v>6</c:v>
                </c:pt>
                <c:pt idx="80">
                  <c:v>6</c:v>
                </c:pt>
                <c:pt idx="81">
                  <c:v>6</c:v>
                </c:pt>
                <c:pt idx="82">
                  <c:v>6</c:v>
                </c:pt>
                <c:pt idx="83">
                  <c:v>6</c:v>
                </c:pt>
                <c:pt idx="84">
                  <c:v>6</c:v>
                </c:pt>
                <c:pt idx="85">
                  <c:v>6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6</c:v>
                </c:pt>
                <c:pt idx="90">
                  <c:v>7</c:v>
                </c:pt>
                <c:pt idx="91">
                  <c:v>7</c:v>
                </c:pt>
                <c:pt idx="92">
                  <c:v>6</c:v>
                </c:pt>
                <c:pt idx="93">
                  <c:v>6</c:v>
                </c:pt>
                <c:pt idx="94">
                  <c:v>7</c:v>
                </c:pt>
                <c:pt idx="95">
                  <c:v>6</c:v>
                </c:pt>
                <c:pt idx="96">
                  <c:v>7</c:v>
                </c:pt>
                <c:pt idx="97">
                  <c:v>9</c:v>
                </c:pt>
                <c:pt idx="98">
                  <c:v>9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9</c:v>
                </c:pt>
                <c:pt idx="104">
                  <c:v>9</c:v>
                </c:pt>
                <c:pt idx="105">
                  <c:v>9</c:v>
                </c:pt>
                <c:pt idx="106">
                  <c:v>9</c:v>
                </c:pt>
                <c:pt idx="107">
                  <c:v>11</c:v>
                </c:pt>
                <c:pt idx="108">
                  <c:v>9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11</c:v>
                </c:pt>
                <c:pt idx="113">
                  <c:v>11</c:v>
                </c:pt>
                <c:pt idx="114">
                  <c:v>11</c:v>
                </c:pt>
                <c:pt idx="115">
                  <c:v>11</c:v>
                </c:pt>
                <c:pt idx="116">
                  <c:v>11</c:v>
                </c:pt>
                <c:pt idx="117">
                  <c:v>11</c:v>
                </c:pt>
                <c:pt idx="118">
                  <c:v>11</c:v>
                </c:pt>
                <c:pt idx="119">
                  <c:v>11</c:v>
                </c:pt>
                <c:pt idx="120">
                  <c:v>11</c:v>
                </c:pt>
                <c:pt idx="121">
                  <c:v>11</c:v>
                </c:pt>
                <c:pt idx="122">
                  <c:v>12</c:v>
                </c:pt>
                <c:pt idx="123">
                  <c:v>13</c:v>
                </c:pt>
                <c:pt idx="124">
                  <c:v>13</c:v>
                </c:pt>
                <c:pt idx="125">
                  <c:v>12</c:v>
                </c:pt>
                <c:pt idx="126">
                  <c:v>12</c:v>
                </c:pt>
                <c:pt idx="127">
                  <c:v>12</c:v>
                </c:pt>
                <c:pt idx="128">
                  <c:v>11</c:v>
                </c:pt>
                <c:pt idx="129">
                  <c:v>11</c:v>
                </c:pt>
                <c:pt idx="130">
                  <c:v>14</c:v>
                </c:pt>
                <c:pt idx="131">
                  <c:v>14</c:v>
                </c:pt>
                <c:pt idx="132">
                  <c:v>14</c:v>
                </c:pt>
                <c:pt idx="133">
                  <c:v>15</c:v>
                </c:pt>
                <c:pt idx="134">
                  <c:v>16</c:v>
                </c:pt>
                <c:pt idx="135">
                  <c:v>16</c:v>
                </c:pt>
                <c:pt idx="136">
                  <c:v>17</c:v>
                </c:pt>
                <c:pt idx="137">
                  <c:v>16</c:v>
                </c:pt>
                <c:pt idx="138">
                  <c:v>16</c:v>
                </c:pt>
                <c:pt idx="139">
                  <c:v>15</c:v>
                </c:pt>
                <c:pt idx="140">
                  <c:v>16</c:v>
                </c:pt>
                <c:pt idx="141">
                  <c:v>15</c:v>
                </c:pt>
                <c:pt idx="142">
                  <c:v>15</c:v>
                </c:pt>
                <c:pt idx="143">
                  <c:v>15</c:v>
                </c:pt>
                <c:pt idx="144">
                  <c:v>15</c:v>
                </c:pt>
                <c:pt idx="145">
                  <c:v>15</c:v>
                </c:pt>
                <c:pt idx="146">
                  <c:v>15</c:v>
                </c:pt>
                <c:pt idx="147">
                  <c:v>16</c:v>
                </c:pt>
                <c:pt idx="148">
                  <c:v>16</c:v>
                </c:pt>
                <c:pt idx="149">
                  <c:v>17</c:v>
                </c:pt>
                <c:pt idx="150">
                  <c:v>17</c:v>
                </c:pt>
                <c:pt idx="151">
                  <c:v>17</c:v>
                </c:pt>
                <c:pt idx="152">
                  <c:v>18</c:v>
                </c:pt>
                <c:pt idx="153">
                  <c:v>17</c:v>
                </c:pt>
                <c:pt idx="154">
                  <c:v>17</c:v>
                </c:pt>
                <c:pt idx="155">
                  <c:v>17</c:v>
                </c:pt>
                <c:pt idx="156">
                  <c:v>17</c:v>
                </c:pt>
                <c:pt idx="157">
                  <c:v>17</c:v>
                </c:pt>
                <c:pt idx="158">
                  <c:v>17</c:v>
                </c:pt>
                <c:pt idx="159">
                  <c:v>17</c:v>
                </c:pt>
                <c:pt idx="160">
                  <c:v>16</c:v>
                </c:pt>
                <c:pt idx="161">
                  <c:v>16</c:v>
                </c:pt>
                <c:pt idx="162">
                  <c:v>16</c:v>
                </c:pt>
                <c:pt idx="163">
                  <c:v>16</c:v>
                </c:pt>
                <c:pt idx="164">
                  <c:v>16</c:v>
                </c:pt>
                <c:pt idx="165">
                  <c:v>16</c:v>
                </c:pt>
                <c:pt idx="166">
                  <c:v>16</c:v>
                </c:pt>
                <c:pt idx="167">
                  <c:v>16</c:v>
                </c:pt>
                <c:pt idx="168">
                  <c:v>16</c:v>
                </c:pt>
                <c:pt idx="169">
                  <c:v>16</c:v>
                </c:pt>
                <c:pt idx="170">
                  <c:v>16</c:v>
                </c:pt>
                <c:pt idx="171">
                  <c:v>16</c:v>
                </c:pt>
                <c:pt idx="172">
                  <c:v>16</c:v>
                </c:pt>
                <c:pt idx="173">
                  <c:v>16</c:v>
                </c:pt>
                <c:pt idx="174">
                  <c:v>16</c:v>
                </c:pt>
                <c:pt idx="175">
                  <c:v>16</c:v>
                </c:pt>
                <c:pt idx="176">
                  <c:v>16</c:v>
                </c:pt>
                <c:pt idx="177">
                  <c:v>16</c:v>
                </c:pt>
                <c:pt idx="178">
                  <c:v>17</c:v>
                </c:pt>
                <c:pt idx="179">
                  <c:v>17</c:v>
                </c:pt>
                <c:pt idx="180">
                  <c:v>16</c:v>
                </c:pt>
                <c:pt idx="181">
                  <c:v>16</c:v>
                </c:pt>
                <c:pt idx="182">
                  <c:v>19</c:v>
                </c:pt>
                <c:pt idx="183">
                  <c:v>20</c:v>
                </c:pt>
                <c:pt idx="184">
                  <c:v>20</c:v>
                </c:pt>
                <c:pt idx="185">
                  <c:v>21</c:v>
                </c:pt>
                <c:pt idx="186">
                  <c:v>21</c:v>
                </c:pt>
                <c:pt idx="187">
                  <c:v>21</c:v>
                </c:pt>
                <c:pt idx="188">
                  <c:v>22</c:v>
                </c:pt>
                <c:pt idx="189">
                  <c:v>22</c:v>
                </c:pt>
                <c:pt idx="190">
                  <c:v>22</c:v>
                </c:pt>
                <c:pt idx="191">
                  <c:v>22</c:v>
                </c:pt>
                <c:pt idx="192">
                  <c:v>22</c:v>
                </c:pt>
                <c:pt idx="193">
                  <c:v>22</c:v>
                </c:pt>
                <c:pt idx="194">
                  <c:v>21</c:v>
                </c:pt>
                <c:pt idx="195">
                  <c:v>21</c:v>
                </c:pt>
                <c:pt idx="196">
                  <c:v>21</c:v>
                </c:pt>
                <c:pt idx="197">
                  <c:v>21</c:v>
                </c:pt>
                <c:pt idx="198">
                  <c:v>21</c:v>
                </c:pt>
                <c:pt idx="199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410-4E33-A381-105E058A2F4B}"/>
            </c:ext>
          </c:extLst>
        </c:ser>
        <c:ser>
          <c:idx val="4"/>
          <c:order val="4"/>
          <c:tx>
            <c:strRef>
              <c:f>save1!$CU$406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save1!$CU$407:$CU$606</c:f>
              <c:numCache>
                <c:formatCode>General</c:formatCode>
                <c:ptCount val="200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4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6</c:v>
                </c:pt>
                <c:pt idx="33">
                  <c:v>6</c:v>
                </c:pt>
                <c:pt idx="34">
                  <c:v>5</c:v>
                </c:pt>
                <c:pt idx="35">
                  <c:v>5</c:v>
                </c:pt>
                <c:pt idx="36">
                  <c:v>4</c:v>
                </c:pt>
                <c:pt idx="37">
                  <c:v>3</c:v>
                </c:pt>
                <c:pt idx="38">
                  <c:v>3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6</c:v>
                </c:pt>
                <c:pt idx="46">
                  <c:v>7</c:v>
                </c:pt>
                <c:pt idx="47">
                  <c:v>7</c:v>
                </c:pt>
                <c:pt idx="48">
                  <c:v>7</c:v>
                </c:pt>
                <c:pt idx="49">
                  <c:v>6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9</c:v>
                </c:pt>
                <c:pt idx="60">
                  <c:v>10</c:v>
                </c:pt>
                <c:pt idx="61">
                  <c:v>10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9</c:v>
                </c:pt>
                <c:pt idx="73">
                  <c:v>9</c:v>
                </c:pt>
                <c:pt idx="74">
                  <c:v>11</c:v>
                </c:pt>
                <c:pt idx="75">
                  <c:v>11</c:v>
                </c:pt>
                <c:pt idx="76">
                  <c:v>13</c:v>
                </c:pt>
                <c:pt idx="77">
                  <c:v>13</c:v>
                </c:pt>
                <c:pt idx="78">
                  <c:v>14</c:v>
                </c:pt>
                <c:pt idx="79">
                  <c:v>14</c:v>
                </c:pt>
                <c:pt idx="80">
                  <c:v>15</c:v>
                </c:pt>
                <c:pt idx="81">
                  <c:v>15</c:v>
                </c:pt>
                <c:pt idx="82">
                  <c:v>15</c:v>
                </c:pt>
                <c:pt idx="83">
                  <c:v>15</c:v>
                </c:pt>
                <c:pt idx="84">
                  <c:v>17</c:v>
                </c:pt>
                <c:pt idx="85">
                  <c:v>17</c:v>
                </c:pt>
                <c:pt idx="86">
                  <c:v>18</c:v>
                </c:pt>
                <c:pt idx="87">
                  <c:v>18</c:v>
                </c:pt>
                <c:pt idx="88">
                  <c:v>19</c:v>
                </c:pt>
                <c:pt idx="89">
                  <c:v>19</c:v>
                </c:pt>
                <c:pt idx="90">
                  <c:v>19</c:v>
                </c:pt>
                <c:pt idx="91">
                  <c:v>19</c:v>
                </c:pt>
                <c:pt idx="92">
                  <c:v>19</c:v>
                </c:pt>
                <c:pt idx="93">
                  <c:v>19</c:v>
                </c:pt>
                <c:pt idx="94">
                  <c:v>20</c:v>
                </c:pt>
                <c:pt idx="95">
                  <c:v>20</c:v>
                </c:pt>
                <c:pt idx="96">
                  <c:v>20</c:v>
                </c:pt>
                <c:pt idx="97">
                  <c:v>20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19</c:v>
                </c:pt>
                <c:pt idx="102">
                  <c:v>19</c:v>
                </c:pt>
                <c:pt idx="103">
                  <c:v>19</c:v>
                </c:pt>
                <c:pt idx="104">
                  <c:v>19</c:v>
                </c:pt>
                <c:pt idx="105">
                  <c:v>19</c:v>
                </c:pt>
                <c:pt idx="106">
                  <c:v>20</c:v>
                </c:pt>
                <c:pt idx="107">
                  <c:v>20</c:v>
                </c:pt>
                <c:pt idx="108">
                  <c:v>20</c:v>
                </c:pt>
                <c:pt idx="109">
                  <c:v>20</c:v>
                </c:pt>
                <c:pt idx="110">
                  <c:v>20</c:v>
                </c:pt>
                <c:pt idx="111">
                  <c:v>20</c:v>
                </c:pt>
                <c:pt idx="112">
                  <c:v>22</c:v>
                </c:pt>
                <c:pt idx="113">
                  <c:v>21</c:v>
                </c:pt>
                <c:pt idx="114">
                  <c:v>22</c:v>
                </c:pt>
                <c:pt idx="115">
                  <c:v>23</c:v>
                </c:pt>
                <c:pt idx="116">
                  <c:v>23</c:v>
                </c:pt>
                <c:pt idx="117">
                  <c:v>24</c:v>
                </c:pt>
                <c:pt idx="118">
                  <c:v>24</c:v>
                </c:pt>
                <c:pt idx="119">
                  <c:v>24</c:v>
                </c:pt>
                <c:pt idx="120">
                  <c:v>24</c:v>
                </c:pt>
                <c:pt idx="121">
                  <c:v>26</c:v>
                </c:pt>
                <c:pt idx="122">
                  <c:v>26</c:v>
                </c:pt>
                <c:pt idx="123">
                  <c:v>26</c:v>
                </c:pt>
                <c:pt idx="124">
                  <c:v>26</c:v>
                </c:pt>
                <c:pt idx="125">
                  <c:v>26</c:v>
                </c:pt>
                <c:pt idx="126">
                  <c:v>26</c:v>
                </c:pt>
                <c:pt idx="127">
                  <c:v>26</c:v>
                </c:pt>
                <c:pt idx="128">
                  <c:v>27</c:v>
                </c:pt>
                <c:pt idx="129">
                  <c:v>27</c:v>
                </c:pt>
                <c:pt idx="130">
                  <c:v>28</c:v>
                </c:pt>
                <c:pt idx="131">
                  <c:v>27</c:v>
                </c:pt>
                <c:pt idx="132">
                  <c:v>27</c:v>
                </c:pt>
                <c:pt idx="133">
                  <c:v>28</c:v>
                </c:pt>
                <c:pt idx="134">
                  <c:v>27</c:v>
                </c:pt>
                <c:pt idx="135">
                  <c:v>27</c:v>
                </c:pt>
                <c:pt idx="136">
                  <c:v>27</c:v>
                </c:pt>
                <c:pt idx="137">
                  <c:v>27</c:v>
                </c:pt>
                <c:pt idx="138">
                  <c:v>26</c:v>
                </c:pt>
                <c:pt idx="139">
                  <c:v>26</c:v>
                </c:pt>
                <c:pt idx="140">
                  <c:v>27</c:v>
                </c:pt>
                <c:pt idx="141">
                  <c:v>26</c:v>
                </c:pt>
                <c:pt idx="142">
                  <c:v>26</c:v>
                </c:pt>
                <c:pt idx="143">
                  <c:v>26</c:v>
                </c:pt>
                <c:pt idx="144">
                  <c:v>26</c:v>
                </c:pt>
                <c:pt idx="145">
                  <c:v>26</c:v>
                </c:pt>
                <c:pt idx="146">
                  <c:v>26</c:v>
                </c:pt>
                <c:pt idx="147">
                  <c:v>27</c:v>
                </c:pt>
                <c:pt idx="148">
                  <c:v>27</c:v>
                </c:pt>
                <c:pt idx="149">
                  <c:v>27</c:v>
                </c:pt>
                <c:pt idx="150">
                  <c:v>27</c:v>
                </c:pt>
                <c:pt idx="151">
                  <c:v>27</c:v>
                </c:pt>
                <c:pt idx="152">
                  <c:v>27</c:v>
                </c:pt>
                <c:pt idx="153">
                  <c:v>27</c:v>
                </c:pt>
                <c:pt idx="154">
                  <c:v>27</c:v>
                </c:pt>
                <c:pt idx="155">
                  <c:v>28</c:v>
                </c:pt>
                <c:pt idx="156">
                  <c:v>29</c:v>
                </c:pt>
                <c:pt idx="157">
                  <c:v>29</c:v>
                </c:pt>
                <c:pt idx="158">
                  <c:v>29</c:v>
                </c:pt>
                <c:pt idx="159">
                  <c:v>29</c:v>
                </c:pt>
                <c:pt idx="160">
                  <c:v>32</c:v>
                </c:pt>
                <c:pt idx="161">
                  <c:v>34</c:v>
                </c:pt>
                <c:pt idx="162">
                  <c:v>34</c:v>
                </c:pt>
                <c:pt idx="163">
                  <c:v>34</c:v>
                </c:pt>
                <c:pt idx="164">
                  <c:v>34</c:v>
                </c:pt>
                <c:pt idx="165">
                  <c:v>34</c:v>
                </c:pt>
                <c:pt idx="166">
                  <c:v>34</c:v>
                </c:pt>
                <c:pt idx="167">
                  <c:v>34</c:v>
                </c:pt>
                <c:pt idx="168">
                  <c:v>34</c:v>
                </c:pt>
                <c:pt idx="169">
                  <c:v>34</c:v>
                </c:pt>
                <c:pt idx="170">
                  <c:v>34</c:v>
                </c:pt>
                <c:pt idx="171">
                  <c:v>34</c:v>
                </c:pt>
                <c:pt idx="172">
                  <c:v>34</c:v>
                </c:pt>
                <c:pt idx="173">
                  <c:v>34</c:v>
                </c:pt>
                <c:pt idx="174">
                  <c:v>34</c:v>
                </c:pt>
                <c:pt idx="175">
                  <c:v>35</c:v>
                </c:pt>
                <c:pt idx="176">
                  <c:v>34</c:v>
                </c:pt>
                <c:pt idx="177">
                  <c:v>34</c:v>
                </c:pt>
                <c:pt idx="178">
                  <c:v>34</c:v>
                </c:pt>
                <c:pt idx="179">
                  <c:v>33</c:v>
                </c:pt>
                <c:pt idx="180">
                  <c:v>33</c:v>
                </c:pt>
                <c:pt idx="181">
                  <c:v>33</c:v>
                </c:pt>
                <c:pt idx="182">
                  <c:v>33</c:v>
                </c:pt>
                <c:pt idx="183">
                  <c:v>33</c:v>
                </c:pt>
                <c:pt idx="184">
                  <c:v>33</c:v>
                </c:pt>
                <c:pt idx="185">
                  <c:v>33</c:v>
                </c:pt>
                <c:pt idx="186">
                  <c:v>33</c:v>
                </c:pt>
                <c:pt idx="187">
                  <c:v>33</c:v>
                </c:pt>
                <c:pt idx="188">
                  <c:v>33</c:v>
                </c:pt>
                <c:pt idx="189">
                  <c:v>33</c:v>
                </c:pt>
                <c:pt idx="190">
                  <c:v>34</c:v>
                </c:pt>
                <c:pt idx="191">
                  <c:v>34</c:v>
                </c:pt>
                <c:pt idx="192">
                  <c:v>35</c:v>
                </c:pt>
                <c:pt idx="193">
                  <c:v>36</c:v>
                </c:pt>
                <c:pt idx="194">
                  <c:v>36</c:v>
                </c:pt>
                <c:pt idx="195">
                  <c:v>36</c:v>
                </c:pt>
                <c:pt idx="196">
                  <c:v>36</c:v>
                </c:pt>
                <c:pt idx="197">
                  <c:v>37</c:v>
                </c:pt>
                <c:pt idx="198">
                  <c:v>37</c:v>
                </c:pt>
                <c:pt idx="199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410-4E33-A381-105E058A2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Paper Clip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save1!$CQ$608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save1!$CQ$609:$CQ$808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6</c:v>
                </c:pt>
                <c:pt idx="32">
                  <c:v>7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9</c:v>
                </c:pt>
                <c:pt idx="39">
                  <c:v>9</c:v>
                </c:pt>
                <c:pt idx="40">
                  <c:v>9</c:v>
                </c:pt>
                <c:pt idx="41">
                  <c:v>9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12</c:v>
                </c:pt>
                <c:pt idx="55">
                  <c:v>13</c:v>
                </c:pt>
                <c:pt idx="56">
                  <c:v>13</c:v>
                </c:pt>
                <c:pt idx="57">
                  <c:v>13</c:v>
                </c:pt>
                <c:pt idx="58">
                  <c:v>14</c:v>
                </c:pt>
                <c:pt idx="59">
                  <c:v>14</c:v>
                </c:pt>
                <c:pt idx="60">
                  <c:v>14</c:v>
                </c:pt>
                <c:pt idx="61">
                  <c:v>15</c:v>
                </c:pt>
                <c:pt idx="62">
                  <c:v>16</c:v>
                </c:pt>
                <c:pt idx="63">
                  <c:v>16</c:v>
                </c:pt>
                <c:pt idx="64">
                  <c:v>16</c:v>
                </c:pt>
                <c:pt idx="65">
                  <c:v>16</c:v>
                </c:pt>
                <c:pt idx="66">
                  <c:v>16</c:v>
                </c:pt>
                <c:pt idx="67">
                  <c:v>16</c:v>
                </c:pt>
                <c:pt idx="68">
                  <c:v>16</c:v>
                </c:pt>
                <c:pt idx="69">
                  <c:v>16</c:v>
                </c:pt>
                <c:pt idx="70">
                  <c:v>16</c:v>
                </c:pt>
                <c:pt idx="71">
                  <c:v>16</c:v>
                </c:pt>
                <c:pt idx="72">
                  <c:v>16</c:v>
                </c:pt>
                <c:pt idx="73">
                  <c:v>17</c:v>
                </c:pt>
                <c:pt idx="74">
                  <c:v>17</c:v>
                </c:pt>
                <c:pt idx="75">
                  <c:v>17</c:v>
                </c:pt>
                <c:pt idx="76">
                  <c:v>17</c:v>
                </c:pt>
                <c:pt idx="77">
                  <c:v>17</c:v>
                </c:pt>
                <c:pt idx="78">
                  <c:v>18</c:v>
                </c:pt>
                <c:pt idx="79">
                  <c:v>18</c:v>
                </c:pt>
                <c:pt idx="80">
                  <c:v>18</c:v>
                </c:pt>
                <c:pt idx="81">
                  <c:v>18</c:v>
                </c:pt>
                <c:pt idx="82">
                  <c:v>18</c:v>
                </c:pt>
                <c:pt idx="83">
                  <c:v>18</c:v>
                </c:pt>
                <c:pt idx="84">
                  <c:v>18</c:v>
                </c:pt>
                <c:pt idx="85">
                  <c:v>18</c:v>
                </c:pt>
                <c:pt idx="86">
                  <c:v>19</c:v>
                </c:pt>
                <c:pt idx="87">
                  <c:v>19</c:v>
                </c:pt>
                <c:pt idx="88">
                  <c:v>20</c:v>
                </c:pt>
                <c:pt idx="89">
                  <c:v>21</c:v>
                </c:pt>
                <c:pt idx="90">
                  <c:v>21</c:v>
                </c:pt>
                <c:pt idx="91">
                  <c:v>21</c:v>
                </c:pt>
                <c:pt idx="92">
                  <c:v>21</c:v>
                </c:pt>
                <c:pt idx="93">
                  <c:v>22</c:v>
                </c:pt>
                <c:pt idx="94">
                  <c:v>22</c:v>
                </c:pt>
                <c:pt idx="95">
                  <c:v>22</c:v>
                </c:pt>
                <c:pt idx="96">
                  <c:v>22</c:v>
                </c:pt>
                <c:pt idx="97">
                  <c:v>23</c:v>
                </c:pt>
                <c:pt idx="98">
                  <c:v>23</c:v>
                </c:pt>
                <c:pt idx="99">
                  <c:v>23</c:v>
                </c:pt>
                <c:pt idx="100">
                  <c:v>23</c:v>
                </c:pt>
                <c:pt idx="101">
                  <c:v>23</c:v>
                </c:pt>
                <c:pt idx="102">
                  <c:v>23</c:v>
                </c:pt>
                <c:pt idx="103">
                  <c:v>23</c:v>
                </c:pt>
                <c:pt idx="104">
                  <c:v>24</c:v>
                </c:pt>
                <c:pt idx="105">
                  <c:v>24</c:v>
                </c:pt>
                <c:pt idx="106">
                  <c:v>25</c:v>
                </c:pt>
                <c:pt idx="107">
                  <c:v>25</c:v>
                </c:pt>
                <c:pt idx="108">
                  <c:v>25</c:v>
                </c:pt>
                <c:pt idx="109">
                  <c:v>25</c:v>
                </c:pt>
                <c:pt idx="110">
                  <c:v>25</c:v>
                </c:pt>
                <c:pt idx="111">
                  <c:v>25</c:v>
                </c:pt>
                <c:pt idx="112">
                  <c:v>25</c:v>
                </c:pt>
                <c:pt idx="113">
                  <c:v>25</c:v>
                </c:pt>
                <c:pt idx="114">
                  <c:v>25</c:v>
                </c:pt>
                <c:pt idx="115">
                  <c:v>25</c:v>
                </c:pt>
                <c:pt idx="116">
                  <c:v>26</c:v>
                </c:pt>
                <c:pt idx="117">
                  <c:v>26</c:v>
                </c:pt>
                <c:pt idx="118">
                  <c:v>26</c:v>
                </c:pt>
                <c:pt idx="119">
                  <c:v>26</c:v>
                </c:pt>
                <c:pt idx="120">
                  <c:v>26</c:v>
                </c:pt>
                <c:pt idx="121">
                  <c:v>26</c:v>
                </c:pt>
                <c:pt idx="122">
                  <c:v>26</c:v>
                </c:pt>
                <c:pt idx="123">
                  <c:v>27</c:v>
                </c:pt>
                <c:pt idx="124">
                  <c:v>27</c:v>
                </c:pt>
                <c:pt idx="125">
                  <c:v>27</c:v>
                </c:pt>
                <c:pt idx="126">
                  <c:v>27</c:v>
                </c:pt>
                <c:pt idx="127">
                  <c:v>27</c:v>
                </c:pt>
                <c:pt idx="128">
                  <c:v>27</c:v>
                </c:pt>
                <c:pt idx="129">
                  <c:v>27</c:v>
                </c:pt>
                <c:pt idx="130">
                  <c:v>27</c:v>
                </c:pt>
                <c:pt idx="131">
                  <c:v>27</c:v>
                </c:pt>
                <c:pt idx="132">
                  <c:v>27</c:v>
                </c:pt>
                <c:pt idx="133">
                  <c:v>27</c:v>
                </c:pt>
                <c:pt idx="134">
                  <c:v>27</c:v>
                </c:pt>
                <c:pt idx="135">
                  <c:v>27</c:v>
                </c:pt>
                <c:pt idx="136">
                  <c:v>28</c:v>
                </c:pt>
                <c:pt idx="137">
                  <c:v>28</c:v>
                </c:pt>
                <c:pt idx="138">
                  <c:v>28</c:v>
                </c:pt>
                <c:pt idx="139">
                  <c:v>28</c:v>
                </c:pt>
                <c:pt idx="140">
                  <c:v>28</c:v>
                </c:pt>
                <c:pt idx="141">
                  <c:v>28</c:v>
                </c:pt>
                <c:pt idx="142">
                  <c:v>28</c:v>
                </c:pt>
                <c:pt idx="143">
                  <c:v>29</c:v>
                </c:pt>
                <c:pt idx="144">
                  <c:v>29</c:v>
                </c:pt>
                <c:pt idx="145">
                  <c:v>30</c:v>
                </c:pt>
                <c:pt idx="146">
                  <c:v>30</c:v>
                </c:pt>
                <c:pt idx="147">
                  <c:v>30</c:v>
                </c:pt>
                <c:pt idx="148">
                  <c:v>30</c:v>
                </c:pt>
                <c:pt idx="149">
                  <c:v>30</c:v>
                </c:pt>
                <c:pt idx="150">
                  <c:v>30</c:v>
                </c:pt>
                <c:pt idx="151">
                  <c:v>30</c:v>
                </c:pt>
                <c:pt idx="152">
                  <c:v>30</c:v>
                </c:pt>
                <c:pt idx="153">
                  <c:v>30</c:v>
                </c:pt>
                <c:pt idx="154">
                  <c:v>30</c:v>
                </c:pt>
                <c:pt idx="155">
                  <c:v>30</c:v>
                </c:pt>
                <c:pt idx="156">
                  <c:v>30</c:v>
                </c:pt>
                <c:pt idx="157">
                  <c:v>30</c:v>
                </c:pt>
                <c:pt idx="158">
                  <c:v>30</c:v>
                </c:pt>
                <c:pt idx="159">
                  <c:v>30</c:v>
                </c:pt>
                <c:pt idx="160">
                  <c:v>30</c:v>
                </c:pt>
                <c:pt idx="161">
                  <c:v>30</c:v>
                </c:pt>
                <c:pt idx="162">
                  <c:v>30</c:v>
                </c:pt>
                <c:pt idx="163">
                  <c:v>30</c:v>
                </c:pt>
                <c:pt idx="164">
                  <c:v>30</c:v>
                </c:pt>
                <c:pt idx="165">
                  <c:v>31</c:v>
                </c:pt>
                <c:pt idx="166">
                  <c:v>32</c:v>
                </c:pt>
                <c:pt idx="167">
                  <c:v>33</c:v>
                </c:pt>
                <c:pt idx="168">
                  <c:v>33</c:v>
                </c:pt>
                <c:pt idx="169">
                  <c:v>34</c:v>
                </c:pt>
                <c:pt idx="170">
                  <c:v>34</c:v>
                </c:pt>
                <c:pt idx="171">
                  <c:v>34</c:v>
                </c:pt>
                <c:pt idx="172">
                  <c:v>35</c:v>
                </c:pt>
                <c:pt idx="173">
                  <c:v>35</c:v>
                </c:pt>
                <c:pt idx="174">
                  <c:v>36</c:v>
                </c:pt>
                <c:pt idx="175">
                  <c:v>36</c:v>
                </c:pt>
                <c:pt idx="176">
                  <c:v>36</c:v>
                </c:pt>
                <c:pt idx="177">
                  <c:v>36</c:v>
                </c:pt>
                <c:pt idx="178">
                  <c:v>36</c:v>
                </c:pt>
                <c:pt idx="179">
                  <c:v>36</c:v>
                </c:pt>
                <c:pt idx="180">
                  <c:v>36</c:v>
                </c:pt>
                <c:pt idx="181">
                  <c:v>37</c:v>
                </c:pt>
                <c:pt idx="182">
                  <c:v>37</c:v>
                </c:pt>
                <c:pt idx="183">
                  <c:v>37</c:v>
                </c:pt>
                <c:pt idx="184">
                  <c:v>37</c:v>
                </c:pt>
                <c:pt idx="185">
                  <c:v>37</c:v>
                </c:pt>
                <c:pt idx="186">
                  <c:v>37</c:v>
                </c:pt>
                <c:pt idx="187">
                  <c:v>37</c:v>
                </c:pt>
                <c:pt idx="188">
                  <c:v>37</c:v>
                </c:pt>
                <c:pt idx="189">
                  <c:v>37</c:v>
                </c:pt>
                <c:pt idx="190">
                  <c:v>38</c:v>
                </c:pt>
                <c:pt idx="191">
                  <c:v>38</c:v>
                </c:pt>
                <c:pt idx="192">
                  <c:v>38</c:v>
                </c:pt>
                <c:pt idx="193">
                  <c:v>39</c:v>
                </c:pt>
                <c:pt idx="194">
                  <c:v>39</c:v>
                </c:pt>
                <c:pt idx="195">
                  <c:v>39</c:v>
                </c:pt>
                <c:pt idx="196">
                  <c:v>39</c:v>
                </c:pt>
                <c:pt idx="197">
                  <c:v>39</c:v>
                </c:pt>
                <c:pt idx="198">
                  <c:v>39</c:v>
                </c:pt>
                <c:pt idx="199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D3-4C56-BB75-6EB742E098AB}"/>
            </c:ext>
          </c:extLst>
        </c:ser>
        <c:ser>
          <c:idx val="1"/>
          <c:order val="1"/>
          <c:tx>
            <c:strRef>
              <c:f>save1!$CR$608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save1!$CR$609:$CR$808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7</c:v>
                </c:pt>
                <c:pt idx="43">
                  <c:v>7</c:v>
                </c:pt>
                <c:pt idx="44">
                  <c:v>7</c:v>
                </c:pt>
                <c:pt idx="45">
                  <c:v>7</c:v>
                </c:pt>
                <c:pt idx="46">
                  <c:v>7</c:v>
                </c:pt>
                <c:pt idx="47">
                  <c:v>7</c:v>
                </c:pt>
                <c:pt idx="48">
                  <c:v>7</c:v>
                </c:pt>
                <c:pt idx="49">
                  <c:v>7</c:v>
                </c:pt>
                <c:pt idx="50">
                  <c:v>7</c:v>
                </c:pt>
                <c:pt idx="51">
                  <c:v>7</c:v>
                </c:pt>
                <c:pt idx="52">
                  <c:v>7</c:v>
                </c:pt>
                <c:pt idx="53">
                  <c:v>7</c:v>
                </c:pt>
                <c:pt idx="54">
                  <c:v>7</c:v>
                </c:pt>
                <c:pt idx="55">
                  <c:v>7</c:v>
                </c:pt>
                <c:pt idx="56">
                  <c:v>7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9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9</c:v>
                </c:pt>
                <c:pt idx="67">
                  <c:v>10</c:v>
                </c:pt>
                <c:pt idx="68">
                  <c:v>10</c:v>
                </c:pt>
                <c:pt idx="69">
                  <c:v>11</c:v>
                </c:pt>
                <c:pt idx="70">
                  <c:v>11</c:v>
                </c:pt>
                <c:pt idx="71">
                  <c:v>11</c:v>
                </c:pt>
                <c:pt idx="72">
                  <c:v>11</c:v>
                </c:pt>
                <c:pt idx="73">
                  <c:v>13</c:v>
                </c:pt>
                <c:pt idx="74">
                  <c:v>14</c:v>
                </c:pt>
                <c:pt idx="75">
                  <c:v>14</c:v>
                </c:pt>
                <c:pt idx="76">
                  <c:v>15</c:v>
                </c:pt>
                <c:pt idx="77">
                  <c:v>15</c:v>
                </c:pt>
                <c:pt idx="78">
                  <c:v>15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</c:v>
                </c:pt>
                <c:pt idx="83">
                  <c:v>15</c:v>
                </c:pt>
                <c:pt idx="84">
                  <c:v>15</c:v>
                </c:pt>
                <c:pt idx="85">
                  <c:v>15</c:v>
                </c:pt>
                <c:pt idx="86">
                  <c:v>15</c:v>
                </c:pt>
                <c:pt idx="87">
                  <c:v>17</c:v>
                </c:pt>
                <c:pt idx="88">
                  <c:v>18</c:v>
                </c:pt>
                <c:pt idx="89">
                  <c:v>18</c:v>
                </c:pt>
                <c:pt idx="90">
                  <c:v>18</c:v>
                </c:pt>
                <c:pt idx="91">
                  <c:v>18</c:v>
                </c:pt>
                <c:pt idx="92">
                  <c:v>18</c:v>
                </c:pt>
                <c:pt idx="93">
                  <c:v>18</c:v>
                </c:pt>
                <c:pt idx="94">
                  <c:v>18</c:v>
                </c:pt>
                <c:pt idx="95">
                  <c:v>18</c:v>
                </c:pt>
                <c:pt idx="96">
                  <c:v>18</c:v>
                </c:pt>
                <c:pt idx="97">
                  <c:v>18</c:v>
                </c:pt>
                <c:pt idx="98">
                  <c:v>18</c:v>
                </c:pt>
                <c:pt idx="99">
                  <c:v>18</c:v>
                </c:pt>
                <c:pt idx="100">
                  <c:v>19</c:v>
                </c:pt>
                <c:pt idx="101">
                  <c:v>19</c:v>
                </c:pt>
                <c:pt idx="102">
                  <c:v>19</c:v>
                </c:pt>
                <c:pt idx="103">
                  <c:v>19</c:v>
                </c:pt>
                <c:pt idx="104">
                  <c:v>19</c:v>
                </c:pt>
                <c:pt idx="105">
                  <c:v>20</c:v>
                </c:pt>
                <c:pt idx="106">
                  <c:v>21</c:v>
                </c:pt>
                <c:pt idx="107">
                  <c:v>21</c:v>
                </c:pt>
                <c:pt idx="108">
                  <c:v>21</c:v>
                </c:pt>
                <c:pt idx="109">
                  <c:v>21</c:v>
                </c:pt>
                <c:pt idx="110">
                  <c:v>21</c:v>
                </c:pt>
                <c:pt idx="111">
                  <c:v>21</c:v>
                </c:pt>
                <c:pt idx="112">
                  <c:v>21</c:v>
                </c:pt>
                <c:pt idx="113">
                  <c:v>22</c:v>
                </c:pt>
                <c:pt idx="114">
                  <c:v>23</c:v>
                </c:pt>
                <c:pt idx="115">
                  <c:v>23</c:v>
                </c:pt>
                <c:pt idx="116">
                  <c:v>23</c:v>
                </c:pt>
                <c:pt idx="117">
                  <c:v>23</c:v>
                </c:pt>
                <c:pt idx="118">
                  <c:v>23</c:v>
                </c:pt>
                <c:pt idx="119">
                  <c:v>23</c:v>
                </c:pt>
                <c:pt idx="120">
                  <c:v>23</c:v>
                </c:pt>
                <c:pt idx="121">
                  <c:v>23</c:v>
                </c:pt>
                <c:pt idx="122">
                  <c:v>23</c:v>
                </c:pt>
                <c:pt idx="123">
                  <c:v>23</c:v>
                </c:pt>
                <c:pt idx="124">
                  <c:v>23</c:v>
                </c:pt>
                <c:pt idx="125">
                  <c:v>23</c:v>
                </c:pt>
                <c:pt idx="126">
                  <c:v>23</c:v>
                </c:pt>
                <c:pt idx="127">
                  <c:v>23</c:v>
                </c:pt>
                <c:pt idx="128">
                  <c:v>23</c:v>
                </c:pt>
                <c:pt idx="129">
                  <c:v>23</c:v>
                </c:pt>
                <c:pt idx="130">
                  <c:v>23</c:v>
                </c:pt>
                <c:pt idx="131">
                  <c:v>23</c:v>
                </c:pt>
                <c:pt idx="132">
                  <c:v>23</c:v>
                </c:pt>
                <c:pt idx="133">
                  <c:v>23</c:v>
                </c:pt>
                <c:pt idx="134">
                  <c:v>23</c:v>
                </c:pt>
                <c:pt idx="135">
                  <c:v>23</c:v>
                </c:pt>
                <c:pt idx="136">
                  <c:v>23</c:v>
                </c:pt>
                <c:pt idx="137">
                  <c:v>24</c:v>
                </c:pt>
                <c:pt idx="138">
                  <c:v>24</c:v>
                </c:pt>
                <c:pt idx="139">
                  <c:v>24</c:v>
                </c:pt>
                <c:pt idx="140">
                  <c:v>24</c:v>
                </c:pt>
                <c:pt idx="141">
                  <c:v>24</c:v>
                </c:pt>
                <c:pt idx="142">
                  <c:v>25</c:v>
                </c:pt>
                <c:pt idx="143">
                  <c:v>25</c:v>
                </c:pt>
                <c:pt idx="144">
                  <c:v>25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26</c:v>
                </c:pt>
                <c:pt idx="149">
                  <c:v>27</c:v>
                </c:pt>
                <c:pt idx="150">
                  <c:v>27</c:v>
                </c:pt>
                <c:pt idx="151">
                  <c:v>27</c:v>
                </c:pt>
                <c:pt idx="152">
                  <c:v>27</c:v>
                </c:pt>
                <c:pt idx="153">
                  <c:v>27</c:v>
                </c:pt>
                <c:pt idx="154">
                  <c:v>27</c:v>
                </c:pt>
                <c:pt idx="155">
                  <c:v>27</c:v>
                </c:pt>
                <c:pt idx="156">
                  <c:v>27</c:v>
                </c:pt>
                <c:pt idx="157">
                  <c:v>27</c:v>
                </c:pt>
                <c:pt idx="158">
                  <c:v>27</c:v>
                </c:pt>
                <c:pt idx="159">
                  <c:v>27</c:v>
                </c:pt>
                <c:pt idx="160">
                  <c:v>27</c:v>
                </c:pt>
                <c:pt idx="161">
                  <c:v>27</c:v>
                </c:pt>
                <c:pt idx="162">
                  <c:v>27</c:v>
                </c:pt>
                <c:pt idx="163">
                  <c:v>27</c:v>
                </c:pt>
                <c:pt idx="164">
                  <c:v>27</c:v>
                </c:pt>
                <c:pt idx="165">
                  <c:v>27</c:v>
                </c:pt>
                <c:pt idx="166">
                  <c:v>27</c:v>
                </c:pt>
                <c:pt idx="167">
                  <c:v>27</c:v>
                </c:pt>
                <c:pt idx="168">
                  <c:v>27</c:v>
                </c:pt>
                <c:pt idx="169">
                  <c:v>27</c:v>
                </c:pt>
                <c:pt idx="170">
                  <c:v>27</c:v>
                </c:pt>
                <c:pt idx="171">
                  <c:v>27</c:v>
                </c:pt>
                <c:pt idx="172">
                  <c:v>27</c:v>
                </c:pt>
                <c:pt idx="173">
                  <c:v>28</c:v>
                </c:pt>
                <c:pt idx="174">
                  <c:v>28</c:v>
                </c:pt>
                <c:pt idx="175">
                  <c:v>28</c:v>
                </c:pt>
                <c:pt idx="176">
                  <c:v>28</c:v>
                </c:pt>
                <c:pt idx="177">
                  <c:v>28</c:v>
                </c:pt>
                <c:pt idx="178">
                  <c:v>30</c:v>
                </c:pt>
                <c:pt idx="179">
                  <c:v>31</c:v>
                </c:pt>
                <c:pt idx="180">
                  <c:v>31</c:v>
                </c:pt>
                <c:pt idx="181">
                  <c:v>31</c:v>
                </c:pt>
                <c:pt idx="182">
                  <c:v>32</c:v>
                </c:pt>
                <c:pt idx="183">
                  <c:v>33</c:v>
                </c:pt>
                <c:pt idx="184">
                  <c:v>33</c:v>
                </c:pt>
                <c:pt idx="185">
                  <c:v>33</c:v>
                </c:pt>
                <c:pt idx="186">
                  <c:v>34</c:v>
                </c:pt>
                <c:pt idx="187">
                  <c:v>34</c:v>
                </c:pt>
                <c:pt idx="188">
                  <c:v>34</c:v>
                </c:pt>
                <c:pt idx="189">
                  <c:v>34</c:v>
                </c:pt>
                <c:pt idx="190">
                  <c:v>35</c:v>
                </c:pt>
                <c:pt idx="191">
                  <c:v>35</c:v>
                </c:pt>
                <c:pt idx="192">
                  <c:v>35</c:v>
                </c:pt>
                <c:pt idx="193">
                  <c:v>35</c:v>
                </c:pt>
                <c:pt idx="194">
                  <c:v>35</c:v>
                </c:pt>
                <c:pt idx="195">
                  <c:v>35</c:v>
                </c:pt>
                <c:pt idx="196">
                  <c:v>35</c:v>
                </c:pt>
                <c:pt idx="197">
                  <c:v>35</c:v>
                </c:pt>
                <c:pt idx="198">
                  <c:v>35</c:v>
                </c:pt>
                <c:pt idx="199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D3-4C56-BB75-6EB742E098AB}"/>
            </c:ext>
          </c:extLst>
        </c:ser>
        <c:ser>
          <c:idx val="2"/>
          <c:order val="2"/>
          <c:tx>
            <c:strRef>
              <c:f>save1!$CS$608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save1!$CS$609:$CS$808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5</c:v>
                </c:pt>
                <c:pt idx="31">
                  <c:v>5</c:v>
                </c:pt>
                <c:pt idx="32">
                  <c:v>6</c:v>
                </c:pt>
                <c:pt idx="33">
                  <c:v>6</c:v>
                </c:pt>
                <c:pt idx="34">
                  <c:v>7</c:v>
                </c:pt>
                <c:pt idx="35">
                  <c:v>7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9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11</c:v>
                </c:pt>
                <c:pt idx="68">
                  <c:v>12</c:v>
                </c:pt>
                <c:pt idx="69">
                  <c:v>12</c:v>
                </c:pt>
                <c:pt idx="70">
                  <c:v>13</c:v>
                </c:pt>
                <c:pt idx="71">
                  <c:v>13</c:v>
                </c:pt>
                <c:pt idx="72">
                  <c:v>14</c:v>
                </c:pt>
                <c:pt idx="73">
                  <c:v>14</c:v>
                </c:pt>
                <c:pt idx="74">
                  <c:v>14</c:v>
                </c:pt>
                <c:pt idx="75">
                  <c:v>15</c:v>
                </c:pt>
                <c:pt idx="76">
                  <c:v>15</c:v>
                </c:pt>
                <c:pt idx="77">
                  <c:v>15</c:v>
                </c:pt>
                <c:pt idx="78">
                  <c:v>15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</c:v>
                </c:pt>
                <c:pt idx="83">
                  <c:v>15</c:v>
                </c:pt>
                <c:pt idx="84">
                  <c:v>16</c:v>
                </c:pt>
                <c:pt idx="85">
                  <c:v>16</c:v>
                </c:pt>
                <c:pt idx="86">
                  <c:v>16</c:v>
                </c:pt>
                <c:pt idx="87">
                  <c:v>16</c:v>
                </c:pt>
                <c:pt idx="88">
                  <c:v>16</c:v>
                </c:pt>
                <c:pt idx="89">
                  <c:v>16</c:v>
                </c:pt>
                <c:pt idx="90">
                  <c:v>16</c:v>
                </c:pt>
                <c:pt idx="91">
                  <c:v>17</c:v>
                </c:pt>
                <c:pt idx="92">
                  <c:v>17</c:v>
                </c:pt>
                <c:pt idx="93">
                  <c:v>17</c:v>
                </c:pt>
                <c:pt idx="94">
                  <c:v>17</c:v>
                </c:pt>
                <c:pt idx="95">
                  <c:v>17</c:v>
                </c:pt>
                <c:pt idx="96">
                  <c:v>17</c:v>
                </c:pt>
                <c:pt idx="97">
                  <c:v>17</c:v>
                </c:pt>
                <c:pt idx="98">
                  <c:v>17</c:v>
                </c:pt>
                <c:pt idx="99">
                  <c:v>18</c:v>
                </c:pt>
                <c:pt idx="100">
                  <c:v>19</c:v>
                </c:pt>
                <c:pt idx="101">
                  <c:v>19</c:v>
                </c:pt>
                <c:pt idx="102">
                  <c:v>19</c:v>
                </c:pt>
                <c:pt idx="103">
                  <c:v>19</c:v>
                </c:pt>
                <c:pt idx="104">
                  <c:v>19</c:v>
                </c:pt>
                <c:pt idx="105">
                  <c:v>19</c:v>
                </c:pt>
                <c:pt idx="106">
                  <c:v>22</c:v>
                </c:pt>
                <c:pt idx="107">
                  <c:v>22</c:v>
                </c:pt>
                <c:pt idx="108">
                  <c:v>22</c:v>
                </c:pt>
                <c:pt idx="109">
                  <c:v>23</c:v>
                </c:pt>
                <c:pt idx="110">
                  <c:v>23</c:v>
                </c:pt>
                <c:pt idx="111">
                  <c:v>24</c:v>
                </c:pt>
                <c:pt idx="112">
                  <c:v>24</c:v>
                </c:pt>
                <c:pt idx="113">
                  <c:v>24</c:v>
                </c:pt>
                <c:pt idx="114">
                  <c:v>24</c:v>
                </c:pt>
                <c:pt idx="115">
                  <c:v>24</c:v>
                </c:pt>
                <c:pt idx="116">
                  <c:v>24</c:v>
                </c:pt>
                <c:pt idx="117">
                  <c:v>24</c:v>
                </c:pt>
                <c:pt idx="118">
                  <c:v>24</c:v>
                </c:pt>
                <c:pt idx="119">
                  <c:v>24</c:v>
                </c:pt>
                <c:pt idx="120">
                  <c:v>24</c:v>
                </c:pt>
                <c:pt idx="121">
                  <c:v>24</c:v>
                </c:pt>
                <c:pt idx="122">
                  <c:v>24</c:v>
                </c:pt>
                <c:pt idx="123">
                  <c:v>24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24</c:v>
                </c:pt>
                <c:pt idx="128">
                  <c:v>24</c:v>
                </c:pt>
                <c:pt idx="129">
                  <c:v>24</c:v>
                </c:pt>
                <c:pt idx="130">
                  <c:v>24</c:v>
                </c:pt>
                <c:pt idx="131">
                  <c:v>24</c:v>
                </c:pt>
                <c:pt idx="132">
                  <c:v>24</c:v>
                </c:pt>
                <c:pt idx="133">
                  <c:v>25</c:v>
                </c:pt>
                <c:pt idx="134">
                  <c:v>25</c:v>
                </c:pt>
                <c:pt idx="135">
                  <c:v>25</c:v>
                </c:pt>
                <c:pt idx="136">
                  <c:v>25</c:v>
                </c:pt>
                <c:pt idx="137">
                  <c:v>26</c:v>
                </c:pt>
                <c:pt idx="138">
                  <c:v>26</c:v>
                </c:pt>
                <c:pt idx="139">
                  <c:v>26</c:v>
                </c:pt>
                <c:pt idx="140">
                  <c:v>26</c:v>
                </c:pt>
                <c:pt idx="141">
                  <c:v>26</c:v>
                </c:pt>
                <c:pt idx="142">
                  <c:v>27</c:v>
                </c:pt>
                <c:pt idx="143">
                  <c:v>27</c:v>
                </c:pt>
                <c:pt idx="144">
                  <c:v>27</c:v>
                </c:pt>
                <c:pt idx="145">
                  <c:v>27</c:v>
                </c:pt>
                <c:pt idx="146">
                  <c:v>28</c:v>
                </c:pt>
                <c:pt idx="147">
                  <c:v>29</c:v>
                </c:pt>
                <c:pt idx="148">
                  <c:v>29</c:v>
                </c:pt>
                <c:pt idx="149">
                  <c:v>29</c:v>
                </c:pt>
                <c:pt idx="150">
                  <c:v>30</c:v>
                </c:pt>
                <c:pt idx="151">
                  <c:v>30</c:v>
                </c:pt>
                <c:pt idx="152">
                  <c:v>30</c:v>
                </c:pt>
                <c:pt idx="153">
                  <c:v>30</c:v>
                </c:pt>
                <c:pt idx="154">
                  <c:v>30</c:v>
                </c:pt>
                <c:pt idx="155">
                  <c:v>30</c:v>
                </c:pt>
                <c:pt idx="156">
                  <c:v>31</c:v>
                </c:pt>
                <c:pt idx="157">
                  <c:v>31</c:v>
                </c:pt>
                <c:pt idx="158">
                  <c:v>32</c:v>
                </c:pt>
                <c:pt idx="159">
                  <c:v>32</c:v>
                </c:pt>
                <c:pt idx="160">
                  <c:v>32</c:v>
                </c:pt>
                <c:pt idx="161">
                  <c:v>32</c:v>
                </c:pt>
                <c:pt idx="162">
                  <c:v>32</c:v>
                </c:pt>
                <c:pt idx="163">
                  <c:v>32</c:v>
                </c:pt>
                <c:pt idx="164">
                  <c:v>33</c:v>
                </c:pt>
                <c:pt idx="165">
                  <c:v>33</c:v>
                </c:pt>
                <c:pt idx="166">
                  <c:v>33</c:v>
                </c:pt>
                <c:pt idx="167">
                  <c:v>33</c:v>
                </c:pt>
                <c:pt idx="168">
                  <c:v>34</c:v>
                </c:pt>
                <c:pt idx="169">
                  <c:v>34</c:v>
                </c:pt>
                <c:pt idx="170">
                  <c:v>34</c:v>
                </c:pt>
                <c:pt idx="171">
                  <c:v>34</c:v>
                </c:pt>
                <c:pt idx="172">
                  <c:v>34</c:v>
                </c:pt>
                <c:pt idx="173">
                  <c:v>34</c:v>
                </c:pt>
                <c:pt idx="174">
                  <c:v>36</c:v>
                </c:pt>
                <c:pt idx="175">
                  <c:v>36</c:v>
                </c:pt>
                <c:pt idx="176">
                  <c:v>37</c:v>
                </c:pt>
                <c:pt idx="177">
                  <c:v>38</c:v>
                </c:pt>
                <c:pt idx="178">
                  <c:v>38</c:v>
                </c:pt>
                <c:pt idx="179">
                  <c:v>39</c:v>
                </c:pt>
                <c:pt idx="180">
                  <c:v>39</c:v>
                </c:pt>
                <c:pt idx="181">
                  <c:v>39</c:v>
                </c:pt>
                <c:pt idx="182">
                  <c:v>39</c:v>
                </c:pt>
                <c:pt idx="183">
                  <c:v>39</c:v>
                </c:pt>
                <c:pt idx="184">
                  <c:v>39</c:v>
                </c:pt>
                <c:pt idx="185">
                  <c:v>39</c:v>
                </c:pt>
                <c:pt idx="186">
                  <c:v>39</c:v>
                </c:pt>
                <c:pt idx="187">
                  <c:v>39</c:v>
                </c:pt>
                <c:pt idx="188">
                  <c:v>40</c:v>
                </c:pt>
                <c:pt idx="189">
                  <c:v>40</c:v>
                </c:pt>
                <c:pt idx="190">
                  <c:v>41</c:v>
                </c:pt>
                <c:pt idx="191">
                  <c:v>41</c:v>
                </c:pt>
                <c:pt idx="192">
                  <c:v>41</c:v>
                </c:pt>
                <c:pt idx="193">
                  <c:v>41</c:v>
                </c:pt>
                <c:pt idx="194">
                  <c:v>41</c:v>
                </c:pt>
                <c:pt idx="195">
                  <c:v>41</c:v>
                </c:pt>
                <c:pt idx="196">
                  <c:v>41</c:v>
                </c:pt>
                <c:pt idx="197">
                  <c:v>41</c:v>
                </c:pt>
                <c:pt idx="198">
                  <c:v>41</c:v>
                </c:pt>
                <c:pt idx="199">
                  <c:v>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8D3-4C56-BB75-6EB742E098AB}"/>
            </c:ext>
          </c:extLst>
        </c:ser>
        <c:ser>
          <c:idx val="3"/>
          <c:order val="3"/>
          <c:tx>
            <c:strRef>
              <c:f>save1!$CT$608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save1!$CT$609:$CT$808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</c:v>
                </c:pt>
                <c:pt idx="9">
                  <c:v>2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7</c:v>
                </c:pt>
                <c:pt idx="44">
                  <c:v>7</c:v>
                </c:pt>
                <c:pt idx="45">
                  <c:v>8</c:v>
                </c:pt>
                <c:pt idx="46">
                  <c:v>8</c:v>
                </c:pt>
                <c:pt idx="47">
                  <c:v>9</c:v>
                </c:pt>
                <c:pt idx="48">
                  <c:v>9</c:v>
                </c:pt>
                <c:pt idx="49">
                  <c:v>9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11</c:v>
                </c:pt>
                <c:pt idx="61">
                  <c:v>12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13</c:v>
                </c:pt>
                <c:pt idx="67">
                  <c:v>13</c:v>
                </c:pt>
                <c:pt idx="68">
                  <c:v>14</c:v>
                </c:pt>
                <c:pt idx="69">
                  <c:v>15</c:v>
                </c:pt>
                <c:pt idx="70">
                  <c:v>15</c:v>
                </c:pt>
                <c:pt idx="71">
                  <c:v>15</c:v>
                </c:pt>
                <c:pt idx="72">
                  <c:v>15</c:v>
                </c:pt>
                <c:pt idx="73">
                  <c:v>15</c:v>
                </c:pt>
                <c:pt idx="74">
                  <c:v>15</c:v>
                </c:pt>
                <c:pt idx="75">
                  <c:v>15</c:v>
                </c:pt>
                <c:pt idx="76">
                  <c:v>15</c:v>
                </c:pt>
                <c:pt idx="77">
                  <c:v>15</c:v>
                </c:pt>
                <c:pt idx="78">
                  <c:v>16</c:v>
                </c:pt>
                <c:pt idx="79">
                  <c:v>18</c:v>
                </c:pt>
                <c:pt idx="80">
                  <c:v>18</c:v>
                </c:pt>
                <c:pt idx="81">
                  <c:v>19</c:v>
                </c:pt>
                <c:pt idx="82">
                  <c:v>19</c:v>
                </c:pt>
                <c:pt idx="83">
                  <c:v>20</c:v>
                </c:pt>
                <c:pt idx="84">
                  <c:v>20</c:v>
                </c:pt>
                <c:pt idx="85">
                  <c:v>20</c:v>
                </c:pt>
                <c:pt idx="86">
                  <c:v>20</c:v>
                </c:pt>
                <c:pt idx="87">
                  <c:v>20</c:v>
                </c:pt>
                <c:pt idx="88">
                  <c:v>20</c:v>
                </c:pt>
                <c:pt idx="89">
                  <c:v>20</c:v>
                </c:pt>
                <c:pt idx="90">
                  <c:v>21</c:v>
                </c:pt>
                <c:pt idx="91">
                  <c:v>21</c:v>
                </c:pt>
                <c:pt idx="92">
                  <c:v>21</c:v>
                </c:pt>
                <c:pt idx="93">
                  <c:v>21</c:v>
                </c:pt>
                <c:pt idx="94">
                  <c:v>22</c:v>
                </c:pt>
                <c:pt idx="95">
                  <c:v>22</c:v>
                </c:pt>
                <c:pt idx="96">
                  <c:v>22</c:v>
                </c:pt>
                <c:pt idx="97">
                  <c:v>22</c:v>
                </c:pt>
                <c:pt idx="98">
                  <c:v>22</c:v>
                </c:pt>
                <c:pt idx="99">
                  <c:v>22</c:v>
                </c:pt>
                <c:pt idx="100">
                  <c:v>22</c:v>
                </c:pt>
                <c:pt idx="101">
                  <c:v>22</c:v>
                </c:pt>
                <c:pt idx="102">
                  <c:v>22</c:v>
                </c:pt>
                <c:pt idx="103">
                  <c:v>22</c:v>
                </c:pt>
                <c:pt idx="104">
                  <c:v>22</c:v>
                </c:pt>
                <c:pt idx="105">
                  <c:v>22</c:v>
                </c:pt>
                <c:pt idx="106">
                  <c:v>22</c:v>
                </c:pt>
                <c:pt idx="107">
                  <c:v>22</c:v>
                </c:pt>
                <c:pt idx="108">
                  <c:v>23</c:v>
                </c:pt>
                <c:pt idx="109">
                  <c:v>23</c:v>
                </c:pt>
                <c:pt idx="110">
                  <c:v>23</c:v>
                </c:pt>
                <c:pt idx="111">
                  <c:v>23</c:v>
                </c:pt>
                <c:pt idx="112">
                  <c:v>23</c:v>
                </c:pt>
                <c:pt idx="113">
                  <c:v>23</c:v>
                </c:pt>
                <c:pt idx="114">
                  <c:v>23</c:v>
                </c:pt>
                <c:pt idx="115">
                  <c:v>23</c:v>
                </c:pt>
                <c:pt idx="116">
                  <c:v>23</c:v>
                </c:pt>
                <c:pt idx="117">
                  <c:v>23</c:v>
                </c:pt>
                <c:pt idx="118">
                  <c:v>24</c:v>
                </c:pt>
                <c:pt idx="119">
                  <c:v>24</c:v>
                </c:pt>
                <c:pt idx="120">
                  <c:v>24</c:v>
                </c:pt>
                <c:pt idx="121">
                  <c:v>24</c:v>
                </c:pt>
                <c:pt idx="122">
                  <c:v>24</c:v>
                </c:pt>
                <c:pt idx="123">
                  <c:v>24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25</c:v>
                </c:pt>
                <c:pt idx="128">
                  <c:v>25</c:v>
                </c:pt>
                <c:pt idx="129">
                  <c:v>25</c:v>
                </c:pt>
                <c:pt idx="130">
                  <c:v>25</c:v>
                </c:pt>
                <c:pt idx="131">
                  <c:v>25</c:v>
                </c:pt>
                <c:pt idx="132">
                  <c:v>25</c:v>
                </c:pt>
                <c:pt idx="133">
                  <c:v>25</c:v>
                </c:pt>
                <c:pt idx="134">
                  <c:v>26</c:v>
                </c:pt>
                <c:pt idx="135">
                  <c:v>26</c:v>
                </c:pt>
                <c:pt idx="136">
                  <c:v>26</c:v>
                </c:pt>
                <c:pt idx="137">
                  <c:v>26</c:v>
                </c:pt>
                <c:pt idx="138">
                  <c:v>26</c:v>
                </c:pt>
                <c:pt idx="139">
                  <c:v>26</c:v>
                </c:pt>
                <c:pt idx="140">
                  <c:v>26</c:v>
                </c:pt>
                <c:pt idx="141">
                  <c:v>26</c:v>
                </c:pt>
                <c:pt idx="142">
                  <c:v>26</c:v>
                </c:pt>
                <c:pt idx="143">
                  <c:v>26</c:v>
                </c:pt>
                <c:pt idx="144">
                  <c:v>27</c:v>
                </c:pt>
                <c:pt idx="145">
                  <c:v>28</c:v>
                </c:pt>
                <c:pt idx="146">
                  <c:v>29</c:v>
                </c:pt>
                <c:pt idx="147">
                  <c:v>29</c:v>
                </c:pt>
                <c:pt idx="148">
                  <c:v>29</c:v>
                </c:pt>
                <c:pt idx="149">
                  <c:v>31</c:v>
                </c:pt>
                <c:pt idx="150">
                  <c:v>31</c:v>
                </c:pt>
                <c:pt idx="151">
                  <c:v>31</c:v>
                </c:pt>
                <c:pt idx="152">
                  <c:v>31</c:v>
                </c:pt>
                <c:pt idx="153">
                  <c:v>31</c:v>
                </c:pt>
                <c:pt idx="154">
                  <c:v>31</c:v>
                </c:pt>
                <c:pt idx="155">
                  <c:v>31</c:v>
                </c:pt>
                <c:pt idx="156">
                  <c:v>31</c:v>
                </c:pt>
                <c:pt idx="157">
                  <c:v>32</c:v>
                </c:pt>
                <c:pt idx="158">
                  <c:v>32</c:v>
                </c:pt>
                <c:pt idx="159">
                  <c:v>32</c:v>
                </c:pt>
                <c:pt idx="160">
                  <c:v>33</c:v>
                </c:pt>
                <c:pt idx="161">
                  <c:v>33</c:v>
                </c:pt>
                <c:pt idx="162">
                  <c:v>33</c:v>
                </c:pt>
                <c:pt idx="163">
                  <c:v>33</c:v>
                </c:pt>
                <c:pt idx="164">
                  <c:v>33</c:v>
                </c:pt>
                <c:pt idx="165">
                  <c:v>33</c:v>
                </c:pt>
                <c:pt idx="166">
                  <c:v>33</c:v>
                </c:pt>
                <c:pt idx="167">
                  <c:v>34</c:v>
                </c:pt>
                <c:pt idx="168">
                  <c:v>34</c:v>
                </c:pt>
                <c:pt idx="169">
                  <c:v>34</c:v>
                </c:pt>
                <c:pt idx="170">
                  <c:v>34</c:v>
                </c:pt>
                <c:pt idx="171">
                  <c:v>34</c:v>
                </c:pt>
                <c:pt idx="172">
                  <c:v>34</c:v>
                </c:pt>
                <c:pt idx="173">
                  <c:v>34</c:v>
                </c:pt>
                <c:pt idx="174">
                  <c:v>34</c:v>
                </c:pt>
                <c:pt idx="175">
                  <c:v>34</c:v>
                </c:pt>
                <c:pt idx="176">
                  <c:v>34</c:v>
                </c:pt>
                <c:pt idx="177">
                  <c:v>34</c:v>
                </c:pt>
                <c:pt idx="178">
                  <c:v>35</c:v>
                </c:pt>
                <c:pt idx="179">
                  <c:v>35</c:v>
                </c:pt>
                <c:pt idx="180">
                  <c:v>35</c:v>
                </c:pt>
                <c:pt idx="181">
                  <c:v>35</c:v>
                </c:pt>
                <c:pt idx="182">
                  <c:v>35</c:v>
                </c:pt>
                <c:pt idx="183">
                  <c:v>35</c:v>
                </c:pt>
                <c:pt idx="184">
                  <c:v>36</c:v>
                </c:pt>
                <c:pt idx="185">
                  <c:v>37</c:v>
                </c:pt>
                <c:pt idx="186">
                  <c:v>37</c:v>
                </c:pt>
                <c:pt idx="187">
                  <c:v>37</c:v>
                </c:pt>
                <c:pt idx="188">
                  <c:v>37</c:v>
                </c:pt>
                <c:pt idx="189">
                  <c:v>38</c:v>
                </c:pt>
                <c:pt idx="190">
                  <c:v>38</c:v>
                </c:pt>
                <c:pt idx="191">
                  <c:v>38</c:v>
                </c:pt>
                <c:pt idx="192">
                  <c:v>38</c:v>
                </c:pt>
                <c:pt idx="193">
                  <c:v>39</c:v>
                </c:pt>
                <c:pt idx="194">
                  <c:v>39</c:v>
                </c:pt>
                <c:pt idx="195">
                  <c:v>39</c:v>
                </c:pt>
                <c:pt idx="196">
                  <c:v>39</c:v>
                </c:pt>
                <c:pt idx="197">
                  <c:v>39</c:v>
                </c:pt>
                <c:pt idx="198">
                  <c:v>40</c:v>
                </c:pt>
                <c:pt idx="199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D3-4C56-BB75-6EB742E098AB}"/>
            </c:ext>
          </c:extLst>
        </c:ser>
        <c:ser>
          <c:idx val="4"/>
          <c:order val="4"/>
          <c:tx>
            <c:strRef>
              <c:f>save1!$CU$608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save1!$CU$609:$CU$808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7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9</c:v>
                </c:pt>
                <c:pt idx="48">
                  <c:v>9</c:v>
                </c:pt>
                <c:pt idx="49">
                  <c:v>10</c:v>
                </c:pt>
                <c:pt idx="50">
                  <c:v>11</c:v>
                </c:pt>
                <c:pt idx="51">
                  <c:v>11</c:v>
                </c:pt>
                <c:pt idx="52">
                  <c:v>11</c:v>
                </c:pt>
                <c:pt idx="53">
                  <c:v>11</c:v>
                </c:pt>
                <c:pt idx="54">
                  <c:v>11</c:v>
                </c:pt>
                <c:pt idx="55">
                  <c:v>11</c:v>
                </c:pt>
                <c:pt idx="56">
                  <c:v>11</c:v>
                </c:pt>
                <c:pt idx="57">
                  <c:v>11</c:v>
                </c:pt>
                <c:pt idx="58">
                  <c:v>12</c:v>
                </c:pt>
                <c:pt idx="59">
                  <c:v>12</c:v>
                </c:pt>
                <c:pt idx="60">
                  <c:v>12</c:v>
                </c:pt>
                <c:pt idx="61">
                  <c:v>12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12</c:v>
                </c:pt>
                <c:pt idx="67">
                  <c:v>12</c:v>
                </c:pt>
                <c:pt idx="68">
                  <c:v>12</c:v>
                </c:pt>
                <c:pt idx="69">
                  <c:v>12</c:v>
                </c:pt>
                <c:pt idx="70">
                  <c:v>13</c:v>
                </c:pt>
                <c:pt idx="71">
                  <c:v>14</c:v>
                </c:pt>
                <c:pt idx="72">
                  <c:v>14</c:v>
                </c:pt>
                <c:pt idx="73">
                  <c:v>15</c:v>
                </c:pt>
                <c:pt idx="74">
                  <c:v>15</c:v>
                </c:pt>
                <c:pt idx="75">
                  <c:v>15</c:v>
                </c:pt>
                <c:pt idx="76">
                  <c:v>15</c:v>
                </c:pt>
                <c:pt idx="77">
                  <c:v>15</c:v>
                </c:pt>
                <c:pt idx="78">
                  <c:v>15</c:v>
                </c:pt>
                <c:pt idx="79">
                  <c:v>15</c:v>
                </c:pt>
                <c:pt idx="80">
                  <c:v>15</c:v>
                </c:pt>
                <c:pt idx="81">
                  <c:v>15</c:v>
                </c:pt>
                <c:pt idx="82">
                  <c:v>15</c:v>
                </c:pt>
                <c:pt idx="83">
                  <c:v>15</c:v>
                </c:pt>
                <c:pt idx="84">
                  <c:v>15</c:v>
                </c:pt>
                <c:pt idx="85">
                  <c:v>15</c:v>
                </c:pt>
                <c:pt idx="86">
                  <c:v>15</c:v>
                </c:pt>
                <c:pt idx="87">
                  <c:v>15</c:v>
                </c:pt>
                <c:pt idx="88">
                  <c:v>16</c:v>
                </c:pt>
                <c:pt idx="89">
                  <c:v>16</c:v>
                </c:pt>
                <c:pt idx="90">
                  <c:v>16</c:v>
                </c:pt>
                <c:pt idx="91">
                  <c:v>16</c:v>
                </c:pt>
                <c:pt idx="92">
                  <c:v>16</c:v>
                </c:pt>
                <c:pt idx="93">
                  <c:v>16</c:v>
                </c:pt>
                <c:pt idx="94">
                  <c:v>16</c:v>
                </c:pt>
                <c:pt idx="95">
                  <c:v>16</c:v>
                </c:pt>
                <c:pt idx="96">
                  <c:v>16</c:v>
                </c:pt>
                <c:pt idx="97">
                  <c:v>16</c:v>
                </c:pt>
                <c:pt idx="98">
                  <c:v>16</c:v>
                </c:pt>
                <c:pt idx="99">
                  <c:v>16</c:v>
                </c:pt>
                <c:pt idx="100">
                  <c:v>16</c:v>
                </c:pt>
                <c:pt idx="101">
                  <c:v>16</c:v>
                </c:pt>
                <c:pt idx="102">
                  <c:v>16</c:v>
                </c:pt>
                <c:pt idx="103">
                  <c:v>16</c:v>
                </c:pt>
                <c:pt idx="104">
                  <c:v>17</c:v>
                </c:pt>
                <c:pt idx="105">
                  <c:v>17</c:v>
                </c:pt>
                <c:pt idx="106">
                  <c:v>17</c:v>
                </c:pt>
                <c:pt idx="107">
                  <c:v>17</c:v>
                </c:pt>
                <c:pt idx="108">
                  <c:v>17</c:v>
                </c:pt>
                <c:pt idx="109">
                  <c:v>17</c:v>
                </c:pt>
                <c:pt idx="110">
                  <c:v>17</c:v>
                </c:pt>
                <c:pt idx="111">
                  <c:v>17</c:v>
                </c:pt>
                <c:pt idx="112">
                  <c:v>17</c:v>
                </c:pt>
                <c:pt idx="113">
                  <c:v>17</c:v>
                </c:pt>
                <c:pt idx="114">
                  <c:v>18</c:v>
                </c:pt>
                <c:pt idx="115">
                  <c:v>18</c:v>
                </c:pt>
                <c:pt idx="116">
                  <c:v>19</c:v>
                </c:pt>
                <c:pt idx="117">
                  <c:v>19</c:v>
                </c:pt>
                <c:pt idx="118">
                  <c:v>19</c:v>
                </c:pt>
                <c:pt idx="119">
                  <c:v>20</c:v>
                </c:pt>
                <c:pt idx="120">
                  <c:v>20</c:v>
                </c:pt>
                <c:pt idx="121">
                  <c:v>20</c:v>
                </c:pt>
                <c:pt idx="122">
                  <c:v>20</c:v>
                </c:pt>
                <c:pt idx="123">
                  <c:v>21</c:v>
                </c:pt>
                <c:pt idx="124">
                  <c:v>22</c:v>
                </c:pt>
                <c:pt idx="125">
                  <c:v>22</c:v>
                </c:pt>
                <c:pt idx="126">
                  <c:v>22</c:v>
                </c:pt>
                <c:pt idx="127">
                  <c:v>22</c:v>
                </c:pt>
                <c:pt idx="128">
                  <c:v>22</c:v>
                </c:pt>
                <c:pt idx="129">
                  <c:v>22</c:v>
                </c:pt>
                <c:pt idx="130">
                  <c:v>22</c:v>
                </c:pt>
                <c:pt idx="131">
                  <c:v>22</c:v>
                </c:pt>
                <c:pt idx="132">
                  <c:v>23</c:v>
                </c:pt>
                <c:pt idx="133">
                  <c:v>24</c:v>
                </c:pt>
                <c:pt idx="134">
                  <c:v>25</c:v>
                </c:pt>
                <c:pt idx="135">
                  <c:v>25</c:v>
                </c:pt>
                <c:pt idx="136">
                  <c:v>26</c:v>
                </c:pt>
                <c:pt idx="137">
                  <c:v>26</c:v>
                </c:pt>
                <c:pt idx="138">
                  <c:v>26</c:v>
                </c:pt>
                <c:pt idx="139">
                  <c:v>27</c:v>
                </c:pt>
                <c:pt idx="140">
                  <c:v>27</c:v>
                </c:pt>
                <c:pt idx="141">
                  <c:v>27</c:v>
                </c:pt>
                <c:pt idx="142">
                  <c:v>27</c:v>
                </c:pt>
                <c:pt idx="143">
                  <c:v>27</c:v>
                </c:pt>
                <c:pt idx="144">
                  <c:v>27</c:v>
                </c:pt>
                <c:pt idx="145">
                  <c:v>27</c:v>
                </c:pt>
                <c:pt idx="146">
                  <c:v>27</c:v>
                </c:pt>
                <c:pt idx="147">
                  <c:v>27</c:v>
                </c:pt>
                <c:pt idx="148">
                  <c:v>27</c:v>
                </c:pt>
                <c:pt idx="149">
                  <c:v>28</c:v>
                </c:pt>
                <c:pt idx="150">
                  <c:v>28</c:v>
                </c:pt>
                <c:pt idx="151">
                  <c:v>28</c:v>
                </c:pt>
                <c:pt idx="152">
                  <c:v>28</c:v>
                </c:pt>
                <c:pt idx="153">
                  <c:v>28</c:v>
                </c:pt>
                <c:pt idx="154">
                  <c:v>28</c:v>
                </c:pt>
                <c:pt idx="155">
                  <c:v>29</c:v>
                </c:pt>
                <c:pt idx="156">
                  <c:v>29</c:v>
                </c:pt>
                <c:pt idx="157">
                  <c:v>29</c:v>
                </c:pt>
                <c:pt idx="158">
                  <c:v>29</c:v>
                </c:pt>
                <c:pt idx="159">
                  <c:v>29</c:v>
                </c:pt>
                <c:pt idx="160">
                  <c:v>29</c:v>
                </c:pt>
                <c:pt idx="161">
                  <c:v>29</c:v>
                </c:pt>
                <c:pt idx="162">
                  <c:v>29</c:v>
                </c:pt>
                <c:pt idx="163">
                  <c:v>29</c:v>
                </c:pt>
                <c:pt idx="164">
                  <c:v>29</c:v>
                </c:pt>
                <c:pt idx="165">
                  <c:v>30</c:v>
                </c:pt>
                <c:pt idx="166">
                  <c:v>30</c:v>
                </c:pt>
                <c:pt idx="167">
                  <c:v>30</c:v>
                </c:pt>
                <c:pt idx="168">
                  <c:v>30</c:v>
                </c:pt>
                <c:pt idx="169">
                  <c:v>30</c:v>
                </c:pt>
                <c:pt idx="170">
                  <c:v>30</c:v>
                </c:pt>
                <c:pt idx="171">
                  <c:v>30</c:v>
                </c:pt>
                <c:pt idx="172">
                  <c:v>30</c:v>
                </c:pt>
                <c:pt idx="173">
                  <c:v>30</c:v>
                </c:pt>
                <c:pt idx="174">
                  <c:v>30</c:v>
                </c:pt>
                <c:pt idx="175">
                  <c:v>30</c:v>
                </c:pt>
                <c:pt idx="176">
                  <c:v>30</c:v>
                </c:pt>
                <c:pt idx="177">
                  <c:v>30</c:v>
                </c:pt>
                <c:pt idx="178">
                  <c:v>30</c:v>
                </c:pt>
                <c:pt idx="179">
                  <c:v>31</c:v>
                </c:pt>
                <c:pt idx="180">
                  <c:v>31</c:v>
                </c:pt>
                <c:pt idx="181">
                  <c:v>31</c:v>
                </c:pt>
                <c:pt idx="182">
                  <c:v>32</c:v>
                </c:pt>
                <c:pt idx="183">
                  <c:v>32</c:v>
                </c:pt>
                <c:pt idx="184">
                  <c:v>32</c:v>
                </c:pt>
                <c:pt idx="185">
                  <c:v>32</c:v>
                </c:pt>
                <c:pt idx="186">
                  <c:v>32</c:v>
                </c:pt>
                <c:pt idx="187">
                  <c:v>32</c:v>
                </c:pt>
                <c:pt idx="188">
                  <c:v>32</c:v>
                </c:pt>
                <c:pt idx="189">
                  <c:v>32</c:v>
                </c:pt>
                <c:pt idx="190">
                  <c:v>32</c:v>
                </c:pt>
                <c:pt idx="191">
                  <c:v>32</c:v>
                </c:pt>
                <c:pt idx="192">
                  <c:v>32</c:v>
                </c:pt>
                <c:pt idx="193">
                  <c:v>32</c:v>
                </c:pt>
                <c:pt idx="194">
                  <c:v>32</c:v>
                </c:pt>
                <c:pt idx="195">
                  <c:v>32</c:v>
                </c:pt>
                <c:pt idx="196">
                  <c:v>32</c:v>
                </c:pt>
                <c:pt idx="197">
                  <c:v>32</c:v>
                </c:pt>
                <c:pt idx="198">
                  <c:v>33</c:v>
                </c:pt>
                <c:pt idx="199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8D3-4C56-BB75-6EB742E098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Daemon's Tail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save1!$CQ$810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save1!$CQ$811:$CQ$1010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1</c:v>
                </c:pt>
                <c:pt idx="39">
                  <c:v>2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4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</c:v>
                </c:pt>
                <c:pt idx="53">
                  <c:v>4</c:v>
                </c:pt>
                <c:pt idx="54">
                  <c:v>5</c:v>
                </c:pt>
                <c:pt idx="55">
                  <c:v>4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6</c:v>
                </c:pt>
                <c:pt idx="62">
                  <c:v>6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6</c:v>
                </c:pt>
                <c:pt idx="73">
                  <c:v>6</c:v>
                </c:pt>
                <c:pt idx="74">
                  <c:v>6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6</c:v>
                </c:pt>
                <c:pt idx="79">
                  <c:v>7</c:v>
                </c:pt>
                <c:pt idx="80">
                  <c:v>8</c:v>
                </c:pt>
                <c:pt idx="81">
                  <c:v>7</c:v>
                </c:pt>
                <c:pt idx="82">
                  <c:v>7</c:v>
                </c:pt>
                <c:pt idx="83">
                  <c:v>7</c:v>
                </c:pt>
                <c:pt idx="84">
                  <c:v>7</c:v>
                </c:pt>
                <c:pt idx="85">
                  <c:v>7</c:v>
                </c:pt>
                <c:pt idx="86">
                  <c:v>7</c:v>
                </c:pt>
                <c:pt idx="87">
                  <c:v>7</c:v>
                </c:pt>
                <c:pt idx="88">
                  <c:v>7</c:v>
                </c:pt>
                <c:pt idx="89">
                  <c:v>7</c:v>
                </c:pt>
                <c:pt idx="90">
                  <c:v>7</c:v>
                </c:pt>
                <c:pt idx="91">
                  <c:v>7</c:v>
                </c:pt>
                <c:pt idx="92">
                  <c:v>6</c:v>
                </c:pt>
                <c:pt idx="93">
                  <c:v>7</c:v>
                </c:pt>
                <c:pt idx="94">
                  <c:v>6</c:v>
                </c:pt>
                <c:pt idx="95">
                  <c:v>6</c:v>
                </c:pt>
                <c:pt idx="96">
                  <c:v>7</c:v>
                </c:pt>
                <c:pt idx="97">
                  <c:v>7</c:v>
                </c:pt>
                <c:pt idx="98">
                  <c:v>7</c:v>
                </c:pt>
                <c:pt idx="99">
                  <c:v>6</c:v>
                </c:pt>
                <c:pt idx="100">
                  <c:v>6</c:v>
                </c:pt>
                <c:pt idx="101">
                  <c:v>6</c:v>
                </c:pt>
                <c:pt idx="102">
                  <c:v>6</c:v>
                </c:pt>
                <c:pt idx="103">
                  <c:v>8</c:v>
                </c:pt>
                <c:pt idx="104">
                  <c:v>8</c:v>
                </c:pt>
                <c:pt idx="105">
                  <c:v>8</c:v>
                </c:pt>
                <c:pt idx="106">
                  <c:v>8</c:v>
                </c:pt>
                <c:pt idx="107">
                  <c:v>8</c:v>
                </c:pt>
                <c:pt idx="108">
                  <c:v>8</c:v>
                </c:pt>
                <c:pt idx="109">
                  <c:v>8</c:v>
                </c:pt>
                <c:pt idx="110">
                  <c:v>8</c:v>
                </c:pt>
                <c:pt idx="111">
                  <c:v>7</c:v>
                </c:pt>
                <c:pt idx="112">
                  <c:v>8</c:v>
                </c:pt>
                <c:pt idx="113">
                  <c:v>8</c:v>
                </c:pt>
                <c:pt idx="114">
                  <c:v>8</c:v>
                </c:pt>
                <c:pt idx="115">
                  <c:v>8</c:v>
                </c:pt>
                <c:pt idx="116">
                  <c:v>9</c:v>
                </c:pt>
                <c:pt idx="117">
                  <c:v>8</c:v>
                </c:pt>
                <c:pt idx="118">
                  <c:v>8</c:v>
                </c:pt>
                <c:pt idx="119">
                  <c:v>8</c:v>
                </c:pt>
                <c:pt idx="120">
                  <c:v>8</c:v>
                </c:pt>
                <c:pt idx="121">
                  <c:v>7</c:v>
                </c:pt>
                <c:pt idx="122">
                  <c:v>8</c:v>
                </c:pt>
                <c:pt idx="123">
                  <c:v>8</c:v>
                </c:pt>
                <c:pt idx="124">
                  <c:v>8</c:v>
                </c:pt>
                <c:pt idx="125">
                  <c:v>8</c:v>
                </c:pt>
                <c:pt idx="126">
                  <c:v>8</c:v>
                </c:pt>
                <c:pt idx="127">
                  <c:v>8</c:v>
                </c:pt>
                <c:pt idx="128">
                  <c:v>7</c:v>
                </c:pt>
                <c:pt idx="129">
                  <c:v>7</c:v>
                </c:pt>
                <c:pt idx="130">
                  <c:v>8</c:v>
                </c:pt>
                <c:pt idx="131">
                  <c:v>8</c:v>
                </c:pt>
                <c:pt idx="132">
                  <c:v>8</c:v>
                </c:pt>
                <c:pt idx="133">
                  <c:v>7</c:v>
                </c:pt>
                <c:pt idx="134">
                  <c:v>8</c:v>
                </c:pt>
                <c:pt idx="135">
                  <c:v>8</c:v>
                </c:pt>
                <c:pt idx="136">
                  <c:v>9</c:v>
                </c:pt>
                <c:pt idx="137">
                  <c:v>9</c:v>
                </c:pt>
                <c:pt idx="138">
                  <c:v>9</c:v>
                </c:pt>
                <c:pt idx="139">
                  <c:v>9</c:v>
                </c:pt>
                <c:pt idx="140">
                  <c:v>9</c:v>
                </c:pt>
                <c:pt idx="141">
                  <c:v>8</c:v>
                </c:pt>
                <c:pt idx="142">
                  <c:v>7</c:v>
                </c:pt>
                <c:pt idx="143">
                  <c:v>7</c:v>
                </c:pt>
                <c:pt idx="144">
                  <c:v>8</c:v>
                </c:pt>
                <c:pt idx="145">
                  <c:v>8</c:v>
                </c:pt>
                <c:pt idx="146">
                  <c:v>11</c:v>
                </c:pt>
                <c:pt idx="147">
                  <c:v>10</c:v>
                </c:pt>
                <c:pt idx="148">
                  <c:v>10</c:v>
                </c:pt>
                <c:pt idx="149">
                  <c:v>10</c:v>
                </c:pt>
                <c:pt idx="150">
                  <c:v>11</c:v>
                </c:pt>
                <c:pt idx="151">
                  <c:v>11</c:v>
                </c:pt>
                <c:pt idx="152">
                  <c:v>11</c:v>
                </c:pt>
                <c:pt idx="153">
                  <c:v>11</c:v>
                </c:pt>
                <c:pt idx="154">
                  <c:v>11</c:v>
                </c:pt>
                <c:pt idx="155">
                  <c:v>11</c:v>
                </c:pt>
                <c:pt idx="156">
                  <c:v>11</c:v>
                </c:pt>
                <c:pt idx="157">
                  <c:v>11</c:v>
                </c:pt>
                <c:pt idx="158">
                  <c:v>12</c:v>
                </c:pt>
                <c:pt idx="159">
                  <c:v>11</c:v>
                </c:pt>
                <c:pt idx="160">
                  <c:v>11</c:v>
                </c:pt>
                <c:pt idx="161">
                  <c:v>11</c:v>
                </c:pt>
                <c:pt idx="162">
                  <c:v>11</c:v>
                </c:pt>
                <c:pt idx="163">
                  <c:v>11</c:v>
                </c:pt>
                <c:pt idx="164">
                  <c:v>9</c:v>
                </c:pt>
                <c:pt idx="165">
                  <c:v>9</c:v>
                </c:pt>
                <c:pt idx="166">
                  <c:v>8</c:v>
                </c:pt>
                <c:pt idx="167">
                  <c:v>8</c:v>
                </c:pt>
                <c:pt idx="168">
                  <c:v>9</c:v>
                </c:pt>
                <c:pt idx="169">
                  <c:v>10</c:v>
                </c:pt>
                <c:pt idx="170">
                  <c:v>10</c:v>
                </c:pt>
                <c:pt idx="171">
                  <c:v>10</c:v>
                </c:pt>
                <c:pt idx="172">
                  <c:v>10</c:v>
                </c:pt>
                <c:pt idx="173">
                  <c:v>10</c:v>
                </c:pt>
                <c:pt idx="174">
                  <c:v>10</c:v>
                </c:pt>
                <c:pt idx="175">
                  <c:v>11</c:v>
                </c:pt>
                <c:pt idx="176">
                  <c:v>11</c:v>
                </c:pt>
                <c:pt idx="177">
                  <c:v>11</c:v>
                </c:pt>
                <c:pt idx="178">
                  <c:v>11</c:v>
                </c:pt>
                <c:pt idx="179">
                  <c:v>11</c:v>
                </c:pt>
                <c:pt idx="180">
                  <c:v>11</c:v>
                </c:pt>
                <c:pt idx="181">
                  <c:v>13</c:v>
                </c:pt>
                <c:pt idx="182">
                  <c:v>13</c:v>
                </c:pt>
                <c:pt idx="183">
                  <c:v>14</c:v>
                </c:pt>
                <c:pt idx="184">
                  <c:v>15</c:v>
                </c:pt>
                <c:pt idx="185">
                  <c:v>16</c:v>
                </c:pt>
                <c:pt idx="186">
                  <c:v>16</c:v>
                </c:pt>
                <c:pt idx="187">
                  <c:v>16</c:v>
                </c:pt>
                <c:pt idx="188">
                  <c:v>17</c:v>
                </c:pt>
                <c:pt idx="189">
                  <c:v>17</c:v>
                </c:pt>
                <c:pt idx="190">
                  <c:v>17</c:v>
                </c:pt>
                <c:pt idx="191">
                  <c:v>17</c:v>
                </c:pt>
                <c:pt idx="192">
                  <c:v>18</c:v>
                </c:pt>
                <c:pt idx="193">
                  <c:v>19</c:v>
                </c:pt>
                <c:pt idx="194">
                  <c:v>20</c:v>
                </c:pt>
                <c:pt idx="195">
                  <c:v>20</c:v>
                </c:pt>
                <c:pt idx="196">
                  <c:v>19</c:v>
                </c:pt>
                <c:pt idx="197">
                  <c:v>19</c:v>
                </c:pt>
                <c:pt idx="198">
                  <c:v>19</c:v>
                </c:pt>
                <c:pt idx="199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9E-4E6A-B6C3-6D85C81CE186}"/>
            </c:ext>
          </c:extLst>
        </c:ser>
        <c:ser>
          <c:idx val="1"/>
          <c:order val="1"/>
          <c:tx>
            <c:strRef>
              <c:f>save1!$CR$810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save1!$CR$811:$CR$1010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0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2</c:v>
                </c:pt>
                <c:pt idx="29">
                  <c:v>2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4</c:v>
                </c:pt>
                <c:pt idx="57">
                  <c:v>4</c:v>
                </c:pt>
                <c:pt idx="58">
                  <c:v>4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5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6</c:v>
                </c:pt>
                <c:pt idx="75">
                  <c:v>5</c:v>
                </c:pt>
                <c:pt idx="76">
                  <c:v>4</c:v>
                </c:pt>
                <c:pt idx="77">
                  <c:v>4</c:v>
                </c:pt>
                <c:pt idx="78">
                  <c:v>4</c:v>
                </c:pt>
                <c:pt idx="79">
                  <c:v>4</c:v>
                </c:pt>
                <c:pt idx="80">
                  <c:v>4</c:v>
                </c:pt>
                <c:pt idx="81">
                  <c:v>4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3</c:v>
                </c:pt>
                <c:pt idx="89">
                  <c:v>3</c:v>
                </c:pt>
                <c:pt idx="90">
                  <c:v>3</c:v>
                </c:pt>
                <c:pt idx="91">
                  <c:v>2</c:v>
                </c:pt>
                <c:pt idx="92">
                  <c:v>3</c:v>
                </c:pt>
                <c:pt idx="93">
                  <c:v>3</c:v>
                </c:pt>
                <c:pt idx="94">
                  <c:v>4</c:v>
                </c:pt>
                <c:pt idx="95">
                  <c:v>4</c:v>
                </c:pt>
                <c:pt idx="96">
                  <c:v>4</c:v>
                </c:pt>
                <c:pt idx="97">
                  <c:v>3</c:v>
                </c:pt>
                <c:pt idx="98">
                  <c:v>2</c:v>
                </c:pt>
                <c:pt idx="99">
                  <c:v>2</c:v>
                </c:pt>
                <c:pt idx="100">
                  <c:v>2</c:v>
                </c:pt>
                <c:pt idx="101">
                  <c:v>2</c:v>
                </c:pt>
                <c:pt idx="102">
                  <c:v>3</c:v>
                </c:pt>
                <c:pt idx="103">
                  <c:v>3</c:v>
                </c:pt>
                <c:pt idx="104">
                  <c:v>3</c:v>
                </c:pt>
                <c:pt idx="105">
                  <c:v>4</c:v>
                </c:pt>
                <c:pt idx="106">
                  <c:v>4</c:v>
                </c:pt>
                <c:pt idx="107">
                  <c:v>4</c:v>
                </c:pt>
                <c:pt idx="108">
                  <c:v>4</c:v>
                </c:pt>
                <c:pt idx="109">
                  <c:v>3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</c:v>
                </c:pt>
                <c:pt idx="114">
                  <c:v>5</c:v>
                </c:pt>
                <c:pt idx="115">
                  <c:v>5</c:v>
                </c:pt>
                <c:pt idx="116">
                  <c:v>6</c:v>
                </c:pt>
                <c:pt idx="117">
                  <c:v>7</c:v>
                </c:pt>
                <c:pt idx="118">
                  <c:v>7</c:v>
                </c:pt>
                <c:pt idx="119">
                  <c:v>8</c:v>
                </c:pt>
                <c:pt idx="120">
                  <c:v>9</c:v>
                </c:pt>
                <c:pt idx="121">
                  <c:v>8</c:v>
                </c:pt>
                <c:pt idx="122">
                  <c:v>8</c:v>
                </c:pt>
                <c:pt idx="123">
                  <c:v>8</c:v>
                </c:pt>
                <c:pt idx="124">
                  <c:v>8</c:v>
                </c:pt>
                <c:pt idx="125">
                  <c:v>8</c:v>
                </c:pt>
                <c:pt idx="126">
                  <c:v>9</c:v>
                </c:pt>
                <c:pt idx="127">
                  <c:v>10</c:v>
                </c:pt>
                <c:pt idx="128">
                  <c:v>11</c:v>
                </c:pt>
                <c:pt idx="129">
                  <c:v>11</c:v>
                </c:pt>
                <c:pt idx="130">
                  <c:v>11</c:v>
                </c:pt>
                <c:pt idx="131">
                  <c:v>12</c:v>
                </c:pt>
                <c:pt idx="132">
                  <c:v>13</c:v>
                </c:pt>
                <c:pt idx="133">
                  <c:v>13</c:v>
                </c:pt>
                <c:pt idx="134">
                  <c:v>14</c:v>
                </c:pt>
                <c:pt idx="135">
                  <c:v>14</c:v>
                </c:pt>
                <c:pt idx="136">
                  <c:v>14</c:v>
                </c:pt>
                <c:pt idx="137">
                  <c:v>15</c:v>
                </c:pt>
                <c:pt idx="138">
                  <c:v>15</c:v>
                </c:pt>
                <c:pt idx="139">
                  <c:v>15</c:v>
                </c:pt>
                <c:pt idx="140">
                  <c:v>15</c:v>
                </c:pt>
                <c:pt idx="141">
                  <c:v>15</c:v>
                </c:pt>
                <c:pt idx="142">
                  <c:v>15</c:v>
                </c:pt>
                <c:pt idx="143">
                  <c:v>15</c:v>
                </c:pt>
                <c:pt idx="144">
                  <c:v>15</c:v>
                </c:pt>
                <c:pt idx="145">
                  <c:v>15</c:v>
                </c:pt>
                <c:pt idx="146">
                  <c:v>15</c:v>
                </c:pt>
                <c:pt idx="147">
                  <c:v>15</c:v>
                </c:pt>
                <c:pt idx="148">
                  <c:v>15</c:v>
                </c:pt>
                <c:pt idx="149">
                  <c:v>15</c:v>
                </c:pt>
                <c:pt idx="150">
                  <c:v>15</c:v>
                </c:pt>
                <c:pt idx="151">
                  <c:v>15</c:v>
                </c:pt>
                <c:pt idx="152">
                  <c:v>15</c:v>
                </c:pt>
                <c:pt idx="153">
                  <c:v>14</c:v>
                </c:pt>
                <c:pt idx="154">
                  <c:v>15</c:v>
                </c:pt>
                <c:pt idx="155">
                  <c:v>16</c:v>
                </c:pt>
                <c:pt idx="156">
                  <c:v>16</c:v>
                </c:pt>
                <c:pt idx="157">
                  <c:v>16</c:v>
                </c:pt>
                <c:pt idx="158">
                  <c:v>16</c:v>
                </c:pt>
                <c:pt idx="159">
                  <c:v>16</c:v>
                </c:pt>
                <c:pt idx="160">
                  <c:v>16</c:v>
                </c:pt>
                <c:pt idx="161">
                  <c:v>16</c:v>
                </c:pt>
                <c:pt idx="162">
                  <c:v>16</c:v>
                </c:pt>
                <c:pt idx="163">
                  <c:v>16</c:v>
                </c:pt>
                <c:pt idx="164">
                  <c:v>16</c:v>
                </c:pt>
                <c:pt idx="165">
                  <c:v>15</c:v>
                </c:pt>
                <c:pt idx="166">
                  <c:v>15</c:v>
                </c:pt>
                <c:pt idx="167">
                  <c:v>15</c:v>
                </c:pt>
                <c:pt idx="168">
                  <c:v>15</c:v>
                </c:pt>
                <c:pt idx="169">
                  <c:v>15</c:v>
                </c:pt>
                <c:pt idx="170">
                  <c:v>15</c:v>
                </c:pt>
                <c:pt idx="171">
                  <c:v>14</c:v>
                </c:pt>
                <c:pt idx="172">
                  <c:v>14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15</c:v>
                </c:pt>
                <c:pt idx="181">
                  <c:v>15</c:v>
                </c:pt>
                <c:pt idx="182">
                  <c:v>15</c:v>
                </c:pt>
                <c:pt idx="183">
                  <c:v>15</c:v>
                </c:pt>
                <c:pt idx="184">
                  <c:v>15</c:v>
                </c:pt>
                <c:pt idx="185">
                  <c:v>16</c:v>
                </c:pt>
                <c:pt idx="186">
                  <c:v>17</c:v>
                </c:pt>
                <c:pt idx="187">
                  <c:v>17</c:v>
                </c:pt>
                <c:pt idx="188">
                  <c:v>17</c:v>
                </c:pt>
                <c:pt idx="189">
                  <c:v>17</c:v>
                </c:pt>
                <c:pt idx="190">
                  <c:v>17</c:v>
                </c:pt>
                <c:pt idx="191">
                  <c:v>18</c:v>
                </c:pt>
                <c:pt idx="192">
                  <c:v>17</c:v>
                </c:pt>
                <c:pt idx="193">
                  <c:v>16</c:v>
                </c:pt>
                <c:pt idx="194">
                  <c:v>16</c:v>
                </c:pt>
                <c:pt idx="195">
                  <c:v>16</c:v>
                </c:pt>
                <c:pt idx="196">
                  <c:v>17</c:v>
                </c:pt>
                <c:pt idx="197">
                  <c:v>17</c:v>
                </c:pt>
                <c:pt idx="198">
                  <c:v>19</c:v>
                </c:pt>
                <c:pt idx="199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9E-4E6A-B6C3-6D85C81CE186}"/>
            </c:ext>
          </c:extLst>
        </c:ser>
        <c:ser>
          <c:idx val="2"/>
          <c:order val="2"/>
          <c:tx>
            <c:strRef>
              <c:f>save1!$CS$810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save1!$CS$811:$CS$1010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2</c:v>
                </c:pt>
                <c:pt idx="14">
                  <c:v>3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5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6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7</c:v>
                </c:pt>
                <c:pt idx="52">
                  <c:v>7</c:v>
                </c:pt>
                <c:pt idx="53">
                  <c:v>7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7</c:v>
                </c:pt>
                <c:pt idx="58">
                  <c:v>7</c:v>
                </c:pt>
                <c:pt idx="59">
                  <c:v>7</c:v>
                </c:pt>
                <c:pt idx="60">
                  <c:v>6</c:v>
                </c:pt>
                <c:pt idx="61">
                  <c:v>6</c:v>
                </c:pt>
                <c:pt idx="62">
                  <c:v>7</c:v>
                </c:pt>
                <c:pt idx="63">
                  <c:v>8</c:v>
                </c:pt>
                <c:pt idx="64">
                  <c:v>8</c:v>
                </c:pt>
                <c:pt idx="65">
                  <c:v>8</c:v>
                </c:pt>
                <c:pt idx="66">
                  <c:v>8</c:v>
                </c:pt>
                <c:pt idx="67">
                  <c:v>8</c:v>
                </c:pt>
                <c:pt idx="68">
                  <c:v>8</c:v>
                </c:pt>
                <c:pt idx="69">
                  <c:v>8</c:v>
                </c:pt>
                <c:pt idx="70">
                  <c:v>8</c:v>
                </c:pt>
                <c:pt idx="71">
                  <c:v>9</c:v>
                </c:pt>
                <c:pt idx="72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  <c:pt idx="76">
                  <c:v>9</c:v>
                </c:pt>
                <c:pt idx="77">
                  <c:v>8</c:v>
                </c:pt>
                <c:pt idx="78">
                  <c:v>7</c:v>
                </c:pt>
                <c:pt idx="79">
                  <c:v>10</c:v>
                </c:pt>
                <c:pt idx="80">
                  <c:v>11</c:v>
                </c:pt>
                <c:pt idx="81">
                  <c:v>11</c:v>
                </c:pt>
                <c:pt idx="82">
                  <c:v>11</c:v>
                </c:pt>
                <c:pt idx="83">
                  <c:v>11</c:v>
                </c:pt>
                <c:pt idx="84">
                  <c:v>11</c:v>
                </c:pt>
                <c:pt idx="85">
                  <c:v>11</c:v>
                </c:pt>
                <c:pt idx="86">
                  <c:v>12</c:v>
                </c:pt>
                <c:pt idx="87">
                  <c:v>11</c:v>
                </c:pt>
                <c:pt idx="88">
                  <c:v>11</c:v>
                </c:pt>
                <c:pt idx="89">
                  <c:v>11</c:v>
                </c:pt>
                <c:pt idx="90">
                  <c:v>12</c:v>
                </c:pt>
                <c:pt idx="91">
                  <c:v>12</c:v>
                </c:pt>
                <c:pt idx="92">
                  <c:v>12</c:v>
                </c:pt>
                <c:pt idx="93">
                  <c:v>12</c:v>
                </c:pt>
                <c:pt idx="94">
                  <c:v>12</c:v>
                </c:pt>
                <c:pt idx="95">
                  <c:v>13</c:v>
                </c:pt>
                <c:pt idx="96">
                  <c:v>14</c:v>
                </c:pt>
                <c:pt idx="97">
                  <c:v>14</c:v>
                </c:pt>
                <c:pt idx="98">
                  <c:v>14</c:v>
                </c:pt>
                <c:pt idx="99">
                  <c:v>14</c:v>
                </c:pt>
                <c:pt idx="100">
                  <c:v>14</c:v>
                </c:pt>
                <c:pt idx="101">
                  <c:v>14</c:v>
                </c:pt>
                <c:pt idx="102">
                  <c:v>13</c:v>
                </c:pt>
                <c:pt idx="103">
                  <c:v>14</c:v>
                </c:pt>
                <c:pt idx="104">
                  <c:v>14</c:v>
                </c:pt>
                <c:pt idx="105">
                  <c:v>14</c:v>
                </c:pt>
                <c:pt idx="106">
                  <c:v>13</c:v>
                </c:pt>
                <c:pt idx="107">
                  <c:v>13</c:v>
                </c:pt>
                <c:pt idx="108">
                  <c:v>13</c:v>
                </c:pt>
                <c:pt idx="109">
                  <c:v>13</c:v>
                </c:pt>
                <c:pt idx="110">
                  <c:v>13</c:v>
                </c:pt>
                <c:pt idx="111">
                  <c:v>13</c:v>
                </c:pt>
                <c:pt idx="112">
                  <c:v>12</c:v>
                </c:pt>
                <c:pt idx="113">
                  <c:v>13</c:v>
                </c:pt>
                <c:pt idx="114">
                  <c:v>13</c:v>
                </c:pt>
                <c:pt idx="115">
                  <c:v>15</c:v>
                </c:pt>
                <c:pt idx="116">
                  <c:v>15</c:v>
                </c:pt>
                <c:pt idx="117">
                  <c:v>15</c:v>
                </c:pt>
                <c:pt idx="118">
                  <c:v>15</c:v>
                </c:pt>
                <c:pt idx="119">
                  <c:v>15</c:v>
                </c:pt>
                <c:pt idx="120">
                  <c:v>15</c:v>
                </c:pt>
                <c:pt idx="121">
                  <c:v>15</c:v>
                </c:pt>
                <c:pt idx="122">
                  <c:v>14</c:v>
                </c:pt>
                <c:pt idx="123">
                  <c:v>14</c:v>
                </c:pt>
                <c:pt idx="124">
                  <c:v>15</c:v>
                </c:pt>
                <c:pt idx="125">
                  <c:v>15</c:v>
                </c:pt>
                <c:pt idx="126">
                  <c:v>15</c:v>
                </c:pt>
                <c:pt idx="127">
                  <c:v>15</c:v>
                </c:pt>
                <c:pt idx="128">
                  <c:v>15</c:v>
                </c:pt>
                <c:pt idx="129">
                  <c:v>15</c:v>
                </c:pt>
                <c:pt idx="130">
                  <c:v>15</c:v>
                </c:pt>
                <c:pt idx="131">
                  <c:v>15</c:v>
                </c:pt>
                <c:pt idx="132">
                  <c:v>15</c:v>
                </c:pt>
                <c:pt idx="133">
                  <c:v>15</c:v>
                </c:pt>
                <c:pt idx="134">
                  <c:v>15</c:v>
                </c:pt>
                <c:pt idx="135">
                  <c:v>16</c:v>
                </c:pt>
                <c:pt idx="136">
                  <c:v>16</c:v>
                </c:pt>
                <c:pt idx="137">
                  <c:v>16</c:v>
                </c:pt>
                <c:pt idx="138">
                  <c:v>16</c:v>
                </c:pt>
                <c:pt idx="139">
                  <c:v>16</c:v>
                </c:pt>
                <c:pt idx="140">
                  <c:v>16</c:v>
                </c:pt>
                <c:pt idx="141">
                  <c:v>16</c:v>
                </c:pt>
                <c:pt idx="142">
                  <c:v>16</c:v>
                </c:pt>
                <c:pt idx="143">
                  <c:v>16</c:v>
                </c:pt>
                <c:pt idx="144">
                  <c:v>16</c:v>
                </c:pt>
                <c:pt idx="145">
                  <c:v>17</c:v>
                </c:pt>
                <c:pt idx="146">
                  <c:v>17</c:v>
                </c:pt>
                <c:pt idx="147">
                  <c:v>17</c:v>
                </c:pt>
                <c:pt idx="148">
                  <c:v>17</c:v>
                </c:pt>
                <c:pt idx="149">
                  <c:v>17</c:v>
                </c:pt>
                <c:pt idx="150">
                  <c:v>18</c:v>
                </c:pt>
                <c:pt idx="151">
                  <c:v>19</c:v>
                </c:pt>
                <c:pt idx="152">
                  <c:v>20</c:v>
                </c:pt>
                <c:pt idx="153">
                  <c:v>20</c:v>
                </c:pt>
                <c:pt idx="154">
                  <c:v>20</c:v>
                </c:pt>
                <c:pt idx="155">
                  <c:v>20</c:v>
                </c:pt>
                <c:pt idx="156">
                  <c:v>20</c:v>
                </c:pt>
                <c:pt idx="157">
                  <c:v>20</c:v>
                </c:pt>
                <c:pt idx="158">
                  <c:v>21</c:v>
                </c:pt>
                <c:pt idx="159">
                  <c:v>21</c:v>
                </c:pt>
                <c:pt idx="160">
                  <c:v>21</c:v>
                </c:pt>
                <c:pt idx="161">
                  <c:v>21</c:v>
                </c:pt>
                <c:pt idx="162">
                  <c:v>22</c:v>
                </c:pt>
                <c:pt idx="163">
                  <c:v>22</c:v>
                </c:pt>
                <c:pt idx="164">
                  <c:v>22</c:v>
                </c:pt>
                <c:pt idx="165">
                  <c:v>22</c:v>
                </c:pt>
                <c:pt idx="166">
                  <c:v>22</c:v>
                </c:pt>
                <c:pt idx="167">
                  <c:v>23</c:v>
                </c:pt>
                <c:pt idx="168">
                  <c:v>23</c:v>
                </c:pt>
                <c:pt idx="169">
                  <c:v>23</c:v>
                </c:pt>
                <c:pt idx="170">
                  <c:v>23</c:v>
                </c:pt>
                <c:pt idx="171">
                  <c:v>23</c:v>
                </c:pt>
                <c:pt idx="172">
                  <c:v>23</c:v>
                </c:pt>
                <c:pt idx="173">
                  <c:v>23</c:v>
                </c:pt>
                <c:pt idx="174">
                  <c:v>23</c:v>
                </c:pt>
                <c:pt idx="175">
                  <c:v>24</c:v>
                </c:pt>
                <c:pt idx="176">
                  <c:v>24</c:v>
                </c:pt>
                <c:pt idx="177">
                  <c:v>24</c:v>
                </c:pt>
                <c:pt idx="178">
                  <c:v>24</c:v>
                </c:pt>
                <c:pt idx="179">
                  <c:v>24</c:v>
                </c:pt>
                <c:pt idx="180">
                  <c:v>24</c:v>
                </c:pt>
                <c:pt idx="181">
                  <c:v>24</c:v>
                </c:pt>
                <c:pt idx="182">
                  <c:v>24</c:v>
                </c:pt>
                <c:pt idx="183">
                  <c:v>24</c:v>
                </c:pt>
                <c:pt idx="184">
                  <c:v>24</c:v>
                </c:pt>
                <c:pt idx="185">
                  <c:v>24</c:v>
                </c:pt>
                <c:pt idx="186">
                  <c:v>25</c:v>
                </c:pt>
                <c:pt idx="187">
                  <c:v>25</c:v>
                </c:pt>
                <c:pt idx="188">
                  <c:v>25</c:v>
                </c:pt>
                <c:pt idx="189">
                  <c:v>25</c:v>
                </c:pt>
                <c:pt idx="190">
                  <c:v>26</c:v>
                </c:pt>
                <c:pt idx="191">
                  <c:v>25</c:v>
                </c:pt>
                <c:pt idx="192">
                  <c:v>26</c:v>
                </c:pt>
                <c:pt idx="193">
                  <c:v>26</c:v>
                </c:pt>
                <c:pt idx="194">
                  <c:v>27</c:v>
                </c:pt>
                <c:pt idx="195">
                  <c:v>27</c:v>
                </c:pt>
                <c:pt idx="196">
                  <c:v>27</c:v>
                </c:pt>
                <c:pt idx="197">
                  <c:v>27</c:v>
                </c:pt>
                <c:pt idx="198">
                  <c:v>27</c:v>
                </c:pt>
                <c:pt idx="199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9E-4E6A-B6C3-6D85C81CE186}"/>
            </c:ext>
          </c:extLst>
        </c:ser>
        <c:ser>
          <c:idx val="3"/>
          <c:order val="3"/>
          <c:tx>
            <c:strRef>
              <c:f>save1!$CT$810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save1!$CT$811:$CT$1010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3</c:v>
                </c:pt>
                <c:pt idx="106">
                  <c:v>3</c:v>
                </c:pt>
                <c:pt idx="107">
                  <c:v>3</c:v>
                </c:pt>
                <c:pt idx="108">
                  <c:v>3</c:v>
                </c:pt>
                <c:pt idx="109">
                  <c:v>2</c:v>
                </c:pt>
                <c:pt idx="110">
                  <c:v>1</c:v>
                </c:pt>
                <c:pt idx="111">
                  <c:v>1</c:v>
                </c:pt>
                <c:pt idx="112">
                  <c:v>2</c:v>
                </c:pt>
                <c:pt idx="113">
                  <c:v>2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3</c:v>
                </c:pt>
                <c:pt idx="120">
                  <c:v>4</c:v>
                </c:pt>
                <c:pt idx="121">
                  <c:v>3</c:v>
                </c:pt>
                <c:pt idx="122">
                  <c:v>3</c:v>
                </c:pt>
                <c:pt idx="123">
                  <c:v>4</c:v>
                </c:pt>
                <c:pt idx="124">
                  <c:v>5</c:v>
                </c:pt>
                <c:pt idx="125">
                  <c:v>6</c:v>
                </c:pt>
                <c:pt idx="126">
                  <c:v>6</c:v>
                </c:pt>
                <c:pt idx="127">
                  <c:v>6</c:v>
                </c:pt>
                <c:pt idx="128">
                  <c:v>6</c:v>
                </c:pt>
                <c:pt idx="129">
                  <c:v>6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7</c:v>
                </c:pt>
                <c:pt idx="136">
                  <c:v>8</c:v>
                </c:pt>
                <c:pt idx="137">
                  <c:v>9</c:v>
                </c:pt>
                <c:pt idx="138">
                  <c:v>10</c:v>
                </c:pt>
                <c:pt idx="139">
                  <c:v>9</c:v>
                </c:pt>
                <c:pt idx="140">
                  <c:v>9</c:v>
                </c:pt>
                <c:pt idx="141">
                  <c:v>9</c:v>
                </c:pt>
                <c:pt idx="142">
                  <c:v>10</c:v>
                </c:pt>
                <c:pt idx="143">
                  <c:v>10</c:v>
                </c:pt>
                <c:pt idx="144">
                  <c:v>10</c:v>
                </c:pt>
                <c:pt idx="145">
                  <c:v>10</c:v>
                </c:pt>
                <c:pt idx="146">
                  <c:v>10</c:v>
                </c:pt>
                <c:pt idx="147">
                  <c:v>10</c:v>
                </c:pt>
                <c:pt idx="148">
                  <c:v>12</c:v>
                </c:pt>
                <c:pt idx="149">
                  <c:v>12</c:v>
                </c:pt>
                <c:pt idx="150">
                  <c:v>12</c:v>
                </c:pt>
                <c:pt idx="151">
                  <c:v>12</c:v>
                </c:pt>
                <c:pt idx="152">
                  <c:v>12</c:v>
                </c:pt>
                <c:pt idx="153">
                  <c:v>13</c:v>
                </c:pt>
                <c:pt idx="154">
                  <c:v>13</c:v>
                </c:pt>
                <c:pt idx="155">
                  <c:v>14</c:v>
                </c:pt>
                <c:pt idx="156">
                  <c:v>15</c:v>
                </c:pt>
                <c:pt idx="157">
                  <c:v>15</c:v>
                </c:pt>
                <c:pt idx="158">
                  <c:v>15</c:v>
                </c:pt>
                <c:pt idx="159">
                  <c:v>15</c:v>
                </c:pt>
                <c:pt idx="160">
                  <c:v>15</c:v>
                </c:pt>
                <c:pt idx="161">
                  <c:v>15</c:v>
                </c:pt>
                <c:pt idx="162">
                  <c:v>15</c:v>
                </c:pt>
                <c:pt idx="163">
                  <c:v>15</c:v>
                </c:pt>
                <c:pt idx="164">
                  <c:v>15</c:v>
                </c:pt>
                <c:pt idx="165">
                  <c:v>14</c:v>
                </c:pt>
                <c:pt idx="166">
                  <c:v>13</c:v>
                </c:pt>
                <c:pt idx="167">
                  <c:v>13</c:v>
                </c:pt>
                <c:pt idx="168">
                  <c:v>13</c:v>
                </c:pt>
                <c:pt idx="169">
                  <c:v>13</c:v>
                </c:pt>
                <c:pt idx="170">
                  <c:v>13</c:v>
                </c:pt>
                <c:pt idx="171">
                  <c:v>13</c:v>
                </c:pt>
                <c:pt idx="172">
                  <c:v>13</c:v>
                </c:pt>
                <c:pt idx="173">
                  <c:v>13</c:v>
                </c:pt>
                <c:pt idx="174">
                  <c:v>13</c:v>
                </c:pt>
                <c:pt idx="175">
                  <c:v>14</c:v>
                </c:pt>
                <c:pt idx="176">
                  <c:v>14</c:v>
                </c:pt>
                <c:pt idx="177">
                  <c:v>16</c:v>
                </c:pt>
                <c:pt idx="178">
                  <c:v>16</c:v>
                </c:pt>
                <c:pt idx="179">
                  <c:v>16</c:v>
                </c:pt>
                <c:pt idx="180">
                  <c:v>16</c:v>
                </c:pt>
                <c:pt idx="181">
                  <c:v>16</c:v>
                </c:pt>
                <c:pt idx="182">
                  <c:v>16</c:v>
                </c:pt>
                <c:pt idx="183">
                  <c:v>16</c:v>
                </c:pt>
                <c:pt idx="184">
                  <c:v>15</c:v>
                </c:pt>
                <c:pt idx="185">
                  <c:v>15</c:v>
                </c:pt>
                <c:pt idx="186">
                  <c:v>14</c:v>
                </c:pt>
                <c:pt idx="187">
                  <c:v>15</c:v>
                </c:pt>
                <c:pt idx="188">
                  <c:v>14</c:v>
                </c:pt>
                <c:pt idx="189">
                  <c:v>14</c:v>
                </c:pt>
                <c:pt idx="190">
                  <c:v>14</c:v>
                </c:pt>
                <c:pt idx="191">
                  <c:v>13</c:v>
                </c:pt>
                <c:pt idx="192">
                  <c:v>13</c:v>
                </c:pt>
                <c:pt idx="193">
                  <c:v>13</c:v>
                </c:pt>
                <c:pt idx="194">
                  <c:v>13</c:v>
                </c:pt>
                <c:pt idx="195">
                  <c:v>13</c:v>
                </c:pt>
                <c:pt idx="196">
                  <c:v>12</c:v>
                </c:pt>
                <c:pt idx="197">
                  <c:v>12</c:v>
                </c:pt>
                <c:pt idx="198">
                  <c:v>12</c:v>
                </c:pt>
                <c:pt idx="199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9E-4E6A-B6C3-6D85C81CE186}"/>
            </c:ext>
          </c:extLst>
        </c:ser>
        <c:ser>
          <c:idx val="4"/>
          <c:order val="4"/>
          <c:tx>
            <c:strRef>
              <c:f>save1!$CU$810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save1!$CU$811:$CU$1010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6</c:v>
                </c:pt>
                <c:pt idx="18">
                  <c:v>5</c:v>
                </c:pt>
                <c:pt idx="19">
                  <c:v>5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4</c:v>
                </c:pt>
                <c:pt idx="34">
                  <c:v>4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3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  <c:pt idx="58">
                  <c:v>3</c:v>
                </c:pt>
                <c:pt idx="59">
                  <c:v>3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2</c:v>
                </c:pt>
                <c:pt idx="64">
                  <c:v>1</c:v>
                </c:pt>
                <c:pt idx="65">
                  <c:v>2</c:v>
                </c:pt>
                <c:pt idx="66">
                  <c:v>2</c:v>
                </c:pt>
                <c:pt idx="67">
                  <c:v>3</c:v>
                </c:pt>
                <c:pt idx="68">
                  <c:v>3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2</c:v>
                </c:pt>
                <c:pt idx="73">
                  <c:v>2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4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4</c:v>
                </c:pt>
                <c:pt idx="91">
                  <c:v>5</c:v>
                </c:pt>
                <c:pt idx="92">
                  <c:v>5</c:v>
                </c:pt>
                <c:pt idx="93">
                  <c:v>4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6</c:v>
                </c:pt>
                <c:pt idx="101">
                  <c:v>6</c:v>
                </c:pt>
                <c:pt idx="102">
                  <c:v>6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3</c:v>
                </c:pt>
                <c:pt idx="116">
                  <c:v>3</c:v>
                </c:pt>
                <c:pt idx="117">
                  <c:v>3</c:v>
                </c:pt>
                <c:pt idx="118">
                  <c:v>3</c:v>
                </c:pt>
                <c:pt idx="119">
                  <c:v>3</c:v>
                </c:pt>
                <c:pt idx="120">
                  <c:v>3</c:v>
                </c:pt>
                <c:pt idx="121">
                  <c:v>3</c:v>
                </c:pt>
                <c:pt idx="122">
                  <c:v>3</c:v>
                </c:pt>
                <c:pt idx="123">
                  <c:v>3</c:v>
                </c:pt>
                <c:pt idx="124">
                  <c:v>3</c:v>
                </c:pt>
                <c:pt idx="125">
                  <c:v>3</c:v>
                </c:pt>
                <c:pt idx="126">
                  <c:v>2</c:v>
                </c:pt>
                <c:pt idx="127">
                  <c:v>2</c:v>
                </c:pt>
                <c:pt idx="128">
                  <c:v>2</c:v>
                </c:pt>
                <c:pt idx="129">
                  <c:v>2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2</c:v>
                </c:pt>
                <c:pt idx="134">
                  <c:v>2</c:v>
                </c:pt>
                <c:pt idx="135">
                  <c:v>2</c:v>
                </c:pt>
                <c:pt idx="136">
                  <c:v>2</c:v>
                </c:pt>
                <c:pt idx="137">
                  <c:v>3</c:v>
                </c:pt>
                <c:pt idx="138">
                  <c:v>4</c:v>
                </c:pt>
                <c:pt idx="139">
                  <c:v>4</c:v>
                </c:pt>
                <c:pt idx="140">
                  <c:v>4</c:v>
                </c:pt>
                <c:pt idx="141">
                  <c:v>3</c:v>
                </c:pt>
                <c:pt idx="142">
                  <c:v>2</c:v>
                </c:pt>
                <c:pt idx="143">
                  <c:v>2</c:v>
                </c:pt>
                <c:pt idx="144">
                  <c:v>2</c:v>
                </c:pt>
                <c:pt idx="145">
                  <c:v>2</c:v>
                </c:pt>
                <c:pt idx="146">
                  <c:v>2</c:v>
                </c:pt>
                <c:pt idx="147">
                  <c:v>3</c:v>
                </c:pt>
                <c:pt idx="148">
                  <c:v>3</c:v>
                </c:pt>
                <c:pt idx="149">
                  <c:v>3</c:v>
                </c:pt>
                <c:pt idx="150">
                  <c:v>3</c:v>
                </c:pt>
                <c:pt idx="151">
                  <c:v>4</c:v>
                </c:pt>
                <c:pt idx="152">
                  <c:v>5</c:v>
                </c:pt>
                <c:pt idx="153">
                  <c:v>5</c:v>
                </c:pt>
                <c:pt idx="154">
                  <c:v>4</c:v>
                </c:pt>
                <c:pt idx="155">
                  <c:v>4</c:v>
                </c:pt>
                <c:pt idx="156">
                  <c:v>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</c:v>
                </c:pt>
                <c:pt idx="161">
                  <c:v>5</c:v>
                </c:pt>
                <c:pt idx="162">
                  <c:v>5</c:v>
                </c:pt>
                <c:pt idx="163">
                  <c:v>5</c:v>
                </c:pt>
                <c:pt idx="164">
                  <c:v>5</c:v>
                </c:pt>
                <c:pt idx="165">
                  <c:v>6</c:v>
                </c:pt>
                <c:pt idx="166">
                  <c:v>6</c:v>
                </c:pt>
                <c:pt idx="167">
                  <c:v>6</c:v>
                </c:pt>
                <c:pt idx="168">
                  <c:v>6</c:v>
                </c:pt>
                <c:pt idx="169">
                  <c:v>8</c:v>
                </c:pt>
                <c:pt idx="170">
                  <c:v>9</c:v>
                </c:pt>
                <c:pt idx="171">
                  <c:v>9</c:v>
                </c:pt>
                <c:pt idx="172">
                  <c:v>10</c:v>
                </c:pt>
                <c:pt idx="173">
                  <c:v>10</c:v>
                </c:pt>
                <c:pt idx="174">
                  <c:v>10</c:v>
                </c:pt>
                <c:pt idx="175">
                  <c:v>10</c:v>
                </c:pt>
                <c:pt idx="176">
                  <c:v>11</c:v>
                </c:pt>
                <c:pt idx="177">
                  <c:v>11</c:v>
                </c:pt>
                <c:pt idx="178">
                  <c:v>11</c:v>
                </c:pt>
                <c:pt idx="179">
                  <c:v>11</c:v>
                </c:pt>
                <c:pt idx="180">
                  <c:v>12</c:v>
                </c:pt>
                <c:pt idx="181">
                  <c:v>12</c:v>
                </c:pt>
                <c:pt idx="182">
                  <c:v>13</c:v>
                </c:pt>
                <c:pt idx="183">
                  <c:v>13</c:v>
                </c:pt>
                <c:pt idx="184">
                  <c:v>13</c:v>
                </c:pt>
                <c:pt idx="185">
                  <c:v>13</c:v>
                </c:pt>
                <c:pt idx="186">
                  <c:v>13</c:v>
                </c:pt>
                <c:pt idx="187">
                  <c:v>14</c:v>
                </c:pt>
                <c:pt idx="188">
                  <c:v>14</c:v>
                </c:pt>
                <c:pt idx="189">
                  <c:v>14</c:v>
                </c:pt>
                <c:pt idx="190">
                  <c:v>14</c:v>
                </c:pt>
                <c:pt idx="191">
                  <c:v>13</c:v>
                </c:pt>
                <c:pt idx="192">
                  <c:v>13</c:v>
                </c:pt>
                <c:pt idx="193">
                  <c:v>13</c:v>
                </c:pt>
                <c:pt idx="194">
                  <c:v>13</c:v>
                </c:pt>
                <c:pt idx="195">
                  <c:v>12</c:v>
                </c:pt>
                <c:pt idx="196">
                  <c:v>13</c:v>
                </c:pt>
                <c:pt idx="197">
                  <c:v>13</c:v>
                </c:pt>
                <c:pt idx="198">
                  <c:v>13</c:v>
                </c:pt>
                <c:pt idx="199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9E-4E6A-B6C3-6D85C81CE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Contract From Below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save1!$CQ$1012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save1!$CQ$1013:$CQ$1212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3</c:v>
                </c:pt>
                <c:pt idx="27">
                  <c:v>3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0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3</c:v>
                </c:pt>
                <c:pt idx="130">
                  <c:v>3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3</c:v>
                </c:pt>
                <c:pt idx="138">
                  <c:v>3</c:v>
                </c:pt>
                <c:pt idx="139">
                  <c:v>3</c:v>
                </c:pt>
                <c:pt idx="140">
                  <c:v>3</c:v>
                </c:pt>
                <c:pt idx="141">
                  <c:v>3</c:v>
                </c:pt>
                <c:pt idx="142">
                  <c:v>3</c:v>
                </c:pt>
                <c:pt idx="143">
                  <c:v>3</c:v>
                </c:pt>
                <c:pt idx="144">
                  <c:v>3</c:v>
                </c:pt>
                <c:pt idx="145">
                  <c:v>3</c:v>
                </c:pt>
                <c:pt idx="146">
                  <c:v>3</c:v>
                </c:pt>
                <c:pt idx="147">
                  <c:v>3</c:v>
                </c:pt>
                <c:pt idx="148">
                  <c:v>3</c:v>
                </c:pt>
                <c:pt idx="149">
                  <c:v>5</c:v>
                </c:pt>
                <c:pt idx="150">
                  <c:v>5</c:v>
                </c:pt>
                <c:pt idx="151">
                  <c:v>5</c:v>
                </c:pt>
                <c:pt idx="152">
                  <c:v>5</c:v>
                </c:pt>
                <c:pt idx="153">
                  <c:v>5</c:v>
                </c:pt>
                <c:pt idx="154">
                  <c:v>5</c:v>
                </c:pt>
                <c:pt idx="155">
                  <c:v>5</c:v>
                </c:pt>
                <c:pt idx="156">
                  <c:v>5</c:v>
                </c:pt>
                <c:pt idx="157">
                  <c:v>5</c:v>
                </c:pt>
                <c:pt idx="158">
                  <c:v>3</c:v>
                </c:pt>
                <c:pt idx="159">
                  <c:v>3</c:v>
                </c:pt>
                <c:pt idx="160">
                  <c:v>3</c:v>
                </c:pt>
                <c:pt idx="161">
                  <c:v>3</c:v>
                </c:pt>
                <c:pt idx="162">
                  <c:v>3</c:v>
                </c:pt>
                <c:pt idx="163">
                  <c:v>5</c:v>
                </c:pt>
                <c:pt idx="164">
                  <c:v>5</c:v>
                </c:pt>
                <c:pt idx="165">
                  <c:v>5</c:v>
                </c:pt>
                <c:pt idx="166">
                  <c:v>5</c:v>
                </c:pt>
                <c:pt idx="167">
                  <c:v>3</c:v>
                </c:pt>
                <c:pt idx="168">
                  <c:v>3</c:v>
                </c:pt>
                <c:pt idx="169">
                  <c:v>3</c:v>
                </c:pt>
                <c:pt idx="170">
                  <c:v>3</c:v>
                </c:pt>
                <c:pt idx="171">
                  <c:v>3</c:v>
                </c:pt>
                <c:pt idx="172">
                  <c:v>3</c:v>
                </c:pt>
                <c:pt idx="173">
                  <c:v>3</c:v>
                </c:pt>
                <c:pt idx="174">
                  <c:v>3</c:v>
                </c:pt>
                <c:pt idx="175">
                  <c:v>3</c:v>
                </c:pt>
                <c:pt idx="176">
                  <c:v>3</c:v>
                </c:pt>
                <c:pt idx="177">
                  <c:v>3</c:v>
                </c:pt>
                <c:pt idx="178">
                  <c:v>4</c:v>
                </c:pt>
                <c:pt idx="179">
                  <c:v>4</c:v>
                </c:pt>
                <c:pt idx="180">
                  <c:v>4</c:v>
                </c:pt>
                <c:pt idx="181">
                  <c:v>4</c:v>
                </c:pt>
                <c:pt idx="182">
                  <c:v>4</c:v>
                </c:pt>
                <c:pt idx="183">
                  <c:v>4</c:v>
                </c:pt>
                <c:pt idx="184">
                  <c:v>4</c:v>
                </c:pt>
                <c:pt idx="185">
                  <c:v>4</c:v>
                </c:pt>
                <c:pt idx="186">
                  <c:v>4</c:v>
                </c:pt>
                <c:pt idx="187">
                  <c:v>4</c:v>
                </c:pt>
                <c:pt idx="188">
                  <c:v>2</c:v>
                </c:pt>
                <c:pt idx="189">
                  <c:v>2</c:v>
                </c:pt>
                <c:pt idx="190">
                  <c:v>2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4</c:v>
                </c:pt>
                <c:pt idx="197">
                  <c:v>4</c:v>
                </c:pt>
                <c:pt idx="198">
                  <c:v>4</c:v>
                </c:pt>
                <c:pt idx="199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C6-44ED-B069-C5C6972BD30C}"/>
            </c:ext>
          </c:extLst>
        </c:ser>
        <c:ser>
          <c:idx val="1"/>
          <c:order val="1"/>
          <c:tx>
            <c:strRef>
              <c:f>save1!$CR$1012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save1!$CR$1013:$CR$1212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2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1</c:v>
                </c:pt>
                <c:pt idx="46">
                  <c:v>3</c:v>
                </c:pt>
                <c:pt idx="47">
                  <c:v>4</c:v>
                </c:pt>
                <c:pt idx="48">
                  <c:v>4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2</c:v>
                </c:pt>
                <c:pt idx="53">
                  <c:v>2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2</c:v>
                </c:pt>
                <c:pt idx="75">
                  <c:v>2</c:v>
                </c:pt>
                <c:pt idx="76">
                  <c:v>2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3</c:v>
                </c:pt>
                <c:pt idx="83">
                  <c:v>3</c:v>
                </c:pt>
                <c:pt idx="84">
                  <c:v>3</c:v>
                </c:pt>
                <c:pt idx="85">
                  <c:v>3</c:v>
                </c:pt>
                <c:pt idx="86">
                  <c:v>3</c:v>
                </c:pt>
                <c:pt idx="87">
                  <c:v>3</c:v>
                </c:pt>
                <c:pt idx="88">
                  <c:v>5</c:v>
                </c:pt>
                <c:pt idx="89">
                  <c:v>5</c:v>
                </c:pt>
                <c:pt idx="90">
                  <c:v>7</c:v>
                </c:pt>
                <c:pt idx="91">
                  <c:v>7</c:v>
                </c:pt>
                <c:pt idx="92">
                  <c:v>7</c:v>
                </c:pt>
                <c:pt idx="93">
                  <c:v>7</c:v>
                </c:pt>
                <c:pt idx="94">
                  <c:v>7</c:v>
                </c:pt>
                <c:pt idx="95">
                  <c:v>7</c:v>
                </c:pt>
                <c:pt idx="96">
                  <c:v>7</c:v>
                </c:pt>
                <c:pt idx="97">
                  <c:v>7</c:v>
                </c:pt>
                <c:pt idx="98">
                  <c:v>7</c:v>
                </c:pt>
                <c:pt idx="99">
                  <c:v>7</c:v>
                </c:pt>
                <c:pt idx="100">
                  <c:v>7</c:v>
                </c:pt>
                <c:pt idx="101">
                  <c:v>7</c:v>
                </c:pt>
                <c:pt idx="102">
                  <c:v>7</c:v>
                </c:pt>
                <c:pt idx="103">
                  <c:v>7</c:v>
                </c:pt>
                <c:pt idx="104">
                  <c:v>7</c:v>
                </c:pt>
                <c:pt idx="105">
                  <c:v>7</c:v>
                </c:pt>
                <c:pt idx="106">
                  <c:v>7</c:v>
                </c:pt>
                <c:pt idx="107">
                  <c:v>7</c:v>
                </c:pt>
                <c:pt idx="108">
                  <c:v>6</c:v>
                </c:pt>
                <c:pt idx="109">
                  <c:v>6</c:v>
                </c:pt>
                <c:pt idx="110">
                  <c:v>7</c:v>
                </c:pt>
                <c:pt idx="111">
                  <c:v>7</c:v>
                </c:pt>
                <c:pt idx="112">
                  <c:v>7</c:v>
                </c:pt>
                <c:pt idx="113">
                  <c:v>7</c:v>
                </c:pt>
                <c:pt idx="114">
                  <c:v>7</c:v>
                </c:pt>
                <c:pt idx="115">
                  <c:v>7</c:v>
                </c:pt>
                <c:pt idx="116">
                  <c:v>8</c:v>
                </c:pt>
                <c:pt idx="117">
                  <c:v>8</c:v>
                </c:pt>
                <c:pt idx="118">
                  <c:v>8</c:v>
                </c:pt>
                <c:pt idx="119">
                  <c:v>5</c:v>
                </c:pt>
                <c:pt idx="120">
                  <c:v>4</c:v>
                </c:pt>
                <c:pt idx="121">
                  <c:v>4</c:v>
                </c:pt>
                <c:pt idx="122">
                  <c:v>4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</c:v>
                </c:pt>
                <c:pt idx="127">
                  <c:v>7</c:v>
                </c:pt>
                <c:pt idx="128">
                  <c:v>7</c:v>
                </c:pt>
                <c:pt idx="129">
                  <c:v>7</c:v>
                </c:pt>
                <c:pt idx="130">
                  <c:v>7</c:v>
                </c:pt>
                <c:pt idx="131">
                  <c:v>7</c:v>
                </c:pt>
                <c:pt idx="132">
                  <c:v>7</c:v>
                </c:pt>
                <c:pt idx="133">
                  <c:v>7</c:v>
                </c:pt>
                <c:pt idx="134">
                  <c:v>7</c:v>
                </c:pt>
                <c:pt idx="135">
                  <c:v>7</c:v>
                </c:pt>
                <c:pt idx="136">
                  <c:v>7</c:v>
                </c:pt>
                <c:pt idx="137">
                  <c:v>7</c:v>
                </c:pt>
                <c:pt idx="138">
                  <c:v>7</c:v>
                </c:pt>
                <c:pt idx="139">
                  <c:v>9</c:v>
                </c:pt>
                <c:pt idx="140">
                  <c:v>9</c:v>
                </c:pt>
                <c:pt idx="141">
                  <c:v>9</c:v>
                </c:pt>
                <c:pt idx="142">
                  <c:v>9</c:v>
                </c:pt>
                <c:pt idx="143">
                  <c:v>9</c:v>
                </c:pt>
                <c:pt idx="144">
                  <c:v>9</c:v>
                </c:pt>
                <c:pt idx="145">
                  <c:v>9</c:v>
                </c:pt>
                <c:pt idx="146">
                  <c:v>8</c:v>
                </c:pt>
                <c:pt idx="147">
                  <c:v>8</c:v>
                </c:pt>
                <c:pt idx="148">
                  <c:v>8</c:v>
                </c:pt>
                <c:pt idx="149">
                  <c:v>8</c:v>
                </c:pt>
                <c:pt idx="150">
                  <c:v>8</c:v>
                </c:pt>
                <c:pt idx="151">
                  <c:v>8</c:v>
                </c:pt>
                <c:pt idx="152">
                  <c:v>8</c:v>
                </c:pt>
                <c:pt idx="153">
                  <c:v>8</c:v>
                </c:pt>
                <c:pt idx="154">
                  <c:v>8</c:v>
                </c:pt>
                <c:pt idx="155">
                  <c:v>8</c:v>
                </c:pt>
                <c:pt idx="156">
                  <c:v>10</c:v>
                </c:pt>
                <c:pt idx="157">
                  <c:v>10</c:v>
                </c:pt>
                <c:pt idx="158">
                  <c:v>10</c:v>
                </c:pt>
                <c:pt idx="159">
                  <c:v>12</c:v>
                </c:pt>
                <c:pt idx="160">
                  <c:v>10</c:v>
                </c:pt>
                <c:pt idx="161">
                  <c:v>10</c:v>
                </c:pt>
                <c:pt idx="162">
                  <c:v>10</c:v>
                </c:pt>
                <c:pt idx="163">
                  <c:v>11</c:v>
                </c:pt>
                <c:pt idx="164">
                  <c:v>11</c:v>
                </c:pt>
                <c:pt idx="165">
                  <c:v>11</c:v>
                </c:pt>
                <c:pt idx="166">
                  <c:v>11</c:v>
                </c:pt>
                <c:pt idx="167">
                  <c:v>9</c:v>
                </c:pt>
                <c:pt idx="168">
                  <c:v>7</c:v>
                </c:pt>
                <c:pt idx="169">
                  <c:v>7</c:v>
                </c:pt>
                <c:pt idx="170">
                  <c:v>5</c:v>
                </c:pt>
                <c:pt idx="171">
                  <c:v>5</c:v>
                </c:pt>
                <c:pt idx="172">
                  <c:v>5</c:v>
                </c:pt>
                <c:pt idx="173">
                  <c:v>5</c:v>
                </c:pt>
                <c:pt idx="174">
                  <c:v>5</c:v>
                </c:pt>
                <c:pt idx="175">
                  <c:v>5</c:v>
                </c:pt>
                <c:pt idx="176">
                  <c:v>3</c:v>
                </c:pt>
                <c:pt idx="177">
                  <c:v>3</c:v>
                </c:pt>
                <c:pt idx="178">
                  <c:v>3</c:v>
                </c:pt>
                <c:pt idx="179">
                  <c:v>3</c:v>
                </c:pt>
                <c:pt idx="180">
                  <c:v>3</c:v>
                </c:pt>
                <c:pt idx="181">
                  <c:v>5</c:v>
                </c:pt>
                <c:pt idx="182">
                  <c:v>5</c:v>
                </c:pt>
                <c:pt idx="183">
                  <c:v>5</c:v>
                </c:pt>
                <c:pt idx="184">
                  <c:v>5</c:v>
                </c:pt>
                <c:pt idx="185">
                  <c:v>5</c:v>
                </c:pt>
                <c:pt idx="186">
                  <c:v>3</c:v>
                </c:pt>
                <c:pt idx="187">
                  <c:v>3</c:v>
                </c:pt>
                <c:pt idx="188">
                  <c:v>3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2</c:v>
                </c:pt>
                <c:pt idx="197">
                  <c:v>2</c:v>
                </c:pt>
                <c:pt idx="198">
                  <c:v>2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C6-44ED-B069-C5C6972BD30C}"/>
            </c:ext>
          </c:extLst>
        </c:ser>
        <c:ser>
          <c:idx val="2"/>
          <c:order val="2"/>
          <c:tx>
            <c:strRef>
              <c:f>save1!$CS$1012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save1!$CS$1013:$CS$1212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1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3</c:v>
                </c:pt>
                <c:pt idx="153">
                  <c:v>3</c:v>
                </c:pt>
                <c:pt idx="154">
                  <c:v>1</c:v>
                </c:pt>
                <c:pt idx="155">
                  <c:v>1</c:v>
                </c:pt>
                <c:pt idx="156">
                  <c:v>2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2</c:v>
                </c:pt>
                <c:pt idx="161">
                  <c:v>2</c:v>
                </c:pt>
                <c:pt idx="162">
                  <c:v>2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1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3</c:v>
                </c:pt>
                <c:pt idx="184">
                  <c:v>3</c:v>
                </c:pt>
                <c:pt idx="185">
                  <c:v>4</c:v>
                </c:pt>
                <c:pt idx="186">
                  <c:v>4</c:v>
                </c:pt>
                <c:pt idx="187">
                  <c:v>2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C6-44ED-B069-C5C6972BD30C}"/>
            </c:ext>
          </c:extLst>
        </c:ser>
        <c:ser>
          <c:idx val="3"/>
          <c:order val="3"/>
          <c:tx>
            <c:strRef>
              <c:f>save1!$CT$1012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save1!$CT$1013:$CT$1212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2</c:v>
                </c:pt>
                <c:pt idx="61">
                  <c:v>2</c:v>
                </c:pt>
                <c:pt idx="62">
                  <c:v>2</c:v>
                </c:pt>
                <c:pt idx="63">
                  <c:v>1</c:v>
                </c:pt>
                <c:pt idx="64">
                  <c:v>3</c:v>
                </c:pt>
                <c:pt idx="65">
                  <c:v>3</c:v>
                </c:pt>
                <c:pt idx="66">
                  <c:v>3</c:v>
                </c:pt>
                <c:pt idx="67">
                  <c:v>1</c:v>
                </c:pt>
                <c:pt idx="68">
                  <c:v>1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3</c:v>
                </c:pt>
                <c:pt idx="79">
                  <c:v>3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4</c:v>
                </c:pt>
                <c:pt idx="85">
                  <c:v>4</c:v>
                </c:pt>
                <c:pt idx="86">
                  <c:v>5</c:v>
                </c:pt>
                <c:pt idx="87">
                  <c:v>7</c:v>
                </c:pt>
                <c:pt idx="88">
                  <c:v>7</c:v>
                </c:pt>
                <c:pt idx="89">
                  <c:v>7</c:v>
                </c:pt>
                <c:pt idx="90">
                  <c:v>7</c:v>
                </c:pt>
                <c:pt idx="91">
                  <c:v>7</c:v>
                </c:pt>
                <c:pt idx="92">
                  <c:v>7</c:v>
                </c:pt>
                <c:pt idx="93">
                  <c:v>7</c:v>
                </c:pt>
                <c:pt idx="94">
                  <c:v>7</c:v>
                </c:pt>
                <c:pt idx="95">
                  <c:v>9</c:v>
                </c:pt>
                <c:pt idx="96">
                  <c:v>9</c:v>
                </c:pt>
                <c:pt idx="97">
                  <c:v>9</c:v>
                </c:pt>
                <c:pt idx="98">
                  <c:v>9</c:v>
                </c:pt>
                <c:pt idx="99">
                  <c:v>11</c:v>
                </c:pt>
                <c:pt idx="100">
                  <c:v>11</c:v>
                </c:pt>
                <c:pt idx="101">
                  <c:v>11</c:v>
                </c:pt>
                <c:pt idx="102">
                  <c:v>11</c:v>
                </c:pt>
                <c:pt idx="103">
                  <c:v>11</c:v>
                </c:pt>
                <c:pt idx="104">
                  <c:v>11</c:v>
                </c:pt>
                <c:pt idx="105">
                  <c:v>11</c:v>
                </c:pt>
                <c:pt idx="106">
                  <c:v>11</c:v>
                </c:pt>
                <c:pt idx="107">
                  <c:v>11</c:v>
                </c:pt>
                <c:pt idx="108">
                  <c:v>13</c:v>
                </c:pt>
                <c:pt idx="109">
                  <c:v>13</c:v>
                </c:pt>
                <c:pt idx="110">
                  <c:v>13</c:v>
                </c:pt>
                <c:pt idx="111">
                  <c:v>13</c:v>
                </c:pt>
                <c:pt idx="112">
                  <c:v>13</c:v>
                </c:pt>
                <c:pt idx="113">
                  <c:v>13</c:v>
                </c:pt>
                <c:pt idx="114">
                  <c:v>13</c:v>
                </c:pt>
                <c:pt idx="115">
                  <c:v>15</c:v>
                </c:pt>
                <c:pt idx="116">
                  <c:v>15</c:v>
                </c:pt>
                <c:pt idx="117">
                  <c:v>15</c:v>
                </c:pt>
                <c:pt idx="118">
                  <c:v>15</c:v>
                </c:pt>
                <c:pt idx="119">
                  <c:v>15</c:v>
                </c:pt>
                <c:pt idx="120">
                  <c:v>15</c:v>
                </c:pt>
                <c:pt idx="121">
                  <c:v>15</c:v>
                </c:pt>
                <c:pt idx="122">
                  <c:v>15</c:v>
                </c:pt>
                <c:pt idx="123">
                  <c:v>15</c:v>
                </c:pt>
                <c:pt idx="124">
                  <c:v>15</c:v>
                </c:pt>
                <c:pt idx="125">
                  <c:v>16</c:v>
                </c:pt>
                <c:pt idx="126">
                  <c:v>15</c:v>
                </c:pt>
                <c:pt idx="127">
                  <c:v>15</c:v>
                </c:pt>
                <c:pt idx="128">
                  <c:v>15</c:v>
                </c:pt>
                <c:pt idx="129">
                  <c:v>15</c:v>
                </c:pt>
                <c:pt idx="130">
                  <c:v>15</c:v>
                </c:pt>
                <c:pt idx="131">
                  <c:v>15</c:v>
                </c:pt>
                <c:pt idx="132">
                  <c:v>15</c:v>
                </c:pt>
                <c:pt idx="133">
                  <c:v>15</c:v>
                </c:pt>
                <c:pt idx="134">
                  <c:v>13</c:v>
                </c:pt>
                <c:pt idx="135">
                  <c:v>12</c:v>
                </c:pt>
                <c:pt idx="136">
                  <c:v>12</c:v>
                </c:pt>
                <c:pt idx="137">
                  <c:v>12</c:v>
                </c:pt>
                <c:pt idx="138">
                  <c:v>12</c:v>
                </c:pt>
                <c:pt idx="139">
                  <c:v>12</c:v>
                </c:pt>
                <c:pt idx="140">
                  <c:v>12</c:v>
                </c:pt>
                <c:pt idx="141">
                  <c:v>11</c:v>
                </c:pt>
                <c:pt idx="142">
                  <c:v>11</c:v>
                </c:pt>
                <c:pt idx="143">
                  <c:v>10</c:v>
                </c:pt>
                <c:pt idx="144">
                  <c:v>10</c:v>
                </c:pt>
                <c:pt idx="145">
                  <c:v>10</c:v>
                </c:pt>
                <c:pt idx="146">
                  <c:v>8</c:v>
                </c:pt>
                <c:pt idx="147">
                  <c:v>8</c:v>
                </c:pt>
                <c:pt idx="148">
                  <c:v>8</c:v>
                </c:pt>
                <c:pt idx="149">
                  <c:v>6</c:v>
                </c:pt>
                <c:pt idx="150">
                  <c:v>8</c:v>
                </c:pt>
                <c:pt idx="151">
                  <c:v>9</c:v>
                </c:pt>
                <c:pt idx="152">
                  <c:v>9</c:v>
                </c:pt>
                <c:pt idx="153">
                  <c:v>9</c:v>
                </c:pt>
                <c:pt idx="154">
                  <c:v>9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7</c:v>
                </c:pt>
                <c:pt idx="160">
                  <c:v>7</c:v>
                </c:pt>
                <c:pt idx="161">
                  <c:v>7</c:v>
                </c:pt>
                <c:pt idx="162">
                  <c:v>7</c:v>
                </c:pt>
                <c:pt idx="163">
                  <c:v>7</c:v>
                </c:pt>
                <c:pt idx="164">
                  <c:v>7</c:v>
                </c:pt>
                <c:pt idx="165">
                  <c:v>7</c:v>
                </c:pt>
                <c:pt idx="166">
                  <c:v>7</c:v>
                </c:pt>
                <c:pt idx="167">
                  <c:v>7</c:v>
                </c:pt>
                <c:pt idx="168">
                  <c:v>5</c:v>
                </c:pt>
                <c:pt idx="169">
                  <c:v>5</c:v>
                </c:pt>
                <c:pt idx="170">
                  <c:v>5</c:v>
                </c:pt>
                <c:pt idx="171">
                  <c:v>5</c:v>
                </c:pt>
                <c:pt idx="172">
                  <c:v>5</c:v>
                </c:pt>
                <c:pt idx="173">
                  <c:v>5</c:v>
                </c:pt>
                <c:pt idx="174">
                  <c:v>5</c:v>
                </c:pt>
                <c:pt idx="175">
                  <c:v>5</c:v>
                </c:pt>
                <c:pt idx="176">
                  <c:v>5</c:v>
                </c:pt>
                <c:pt idx="177">
                  <c:v>6</c:v>
                </c:pt>
                <c:pt idx="178">
                  <c:v>4</c:v>
                </c:pt>
                <c:pt idx="179">
                  <c:v>2</c:v>
                </c:pt>
                <c:pt idx="180">
                  <c:v>2</c:v>
                </c:pt>
                <c:pt idx="181">
                  <c:v>2</c:v>
                </c:pt>
                <c:pt idx="182">
                  <c:v>2</c:v>
                </c:pt>
                <c:pt idx="183">
                  <c:v>2</c:v>
                </c:pt>
                <c:pt idx="184">
                  <c:v>2</c:v>
                </c:pt>
                <c:pt idx="185">
                  <c:v>1</c:v>
                </c:pt>
                <c:pt idx="186">
                  <c:v>1</c:v>
                </c:pt>
                <c:pt idx="187">
                  <c:v>3</c:v>
                </c:pt>
                <c:pt idx="188">
                  <c:v>5</c:v>
                </c:pt>
                <c:pt idx="189">
                  <c:v>5</c:v>
                </c:pt>
                <c:pt idx="190">
                  <c:v>5</c:v>
                </c:pt>
                <c:pt idx="191">
                  <c:v>6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7</c:v>
                </c:pt>
                <c:pt idx="198">
                  <c:v>7</c:v>
                </c:pt>
                <c:pt idx="19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EC6-44ED-B069-C5C6972BD30C}"/>
            </c:ext>
          </c:extLst>
        </c:ser>
        <c:ser>
          <c:idx val="4"/>
          <c:order val="4"/>
          <c:tx>
            <c:strRef>
              <c:f>save1!$CU$1012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save1!$CU$1013:$CU$1212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1</c:v>
                </c:pt>
                <c:pt idx="28">
                  <c:v>1</c:v>
                </c:pt>
                <c:pt idx="29">
                  <c:v>3</c:v>
                </c:pt>
                <c:pt idx="30">
                  <c:v>3</c:v>
                </c:pt>
                <c:pt idx="31">
                  <c:v>2</c:v>
                </c:pt>
                <c:pt idx="32">
                  <c:v>2</c:v>
                </c:pt>
                <c:pt idx="33">
                  <c:v>3</c:v>
                </c:pt>
                <c:pt idx="34">
                  <c:v>3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5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6</c:v>
                </c:pt>
                <c:pt idx="55">
                  <c:v>6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8</c:v>
                </c:pt>
                <c:pt idx="61">
                  <c:v>8</c:v>
                </c:pt>
                <c:pt idx="62">
                  <c:v>10</c:v>
                </c:pt>
                <c:pt idx="63">
                  <c:v>10</c:v>
                </c:pt>
                <c:pt idx="64">
                  <c:v>8</c:v>
                </c:pt>
                <c:pt idx="65">
                  <c:v>8</c:v>
                </c:pt>
                <c:pt idx="66">
                  <c:v>8</c:v>
                </c:pt>
                <c:pt idx="67">
                  <c:v>8</c:v>
                </c:pt>
                <c:pt idx="68">
                  <c:v>8</c:v>
                </c:pt>
                <c:pt idx="69">
                  <c:v>8</c:v>
                </c:pt>
                <c:pt idx="70">
                  <c:v>6</c:v>
                </c:pt>
                <c:pt idx="71">
                  <c:v>6</c:v>
                </c:pt>
                <c:pt idx="72">
                  <c:v>6</c:v>
                </c:pt>
                <c:pt idx="73">
                  <c:v>6</c:v>
                </c:pt>
                <c:pt idx="74">
                  <c:v>4</c:v>
                </c:pt>
                <c:pt idx="75">
                  <c:v>4</c:v>
                </c:pt>
                <c:pt idx="76">
                  <c:v>4</c:v>
                </c:pt>
                <c:pt idx="77">
                  <c:v>2</c:v>
                </c:pt>
                <c:pt idx="78">
                  <c:v>2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4</c:v>
                </c:pt>
                <c:pt idx="95">
                  <c:v>4</c:v>
                </c:pt>
                <c:pt idx="96">
                  <c:v>4</c:v>
                </c:pt>
                <c:pt idx="97">
                  <c:v>4</c:v>
                </c:pt>
                <c:pt idx="98">
                  <c:v>2</c:v>
                </c:pt>
                <c:pt idx="99">
                  <c:v>2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2</c:v>
                </c:pt>
                <c:pt idx="131">
                  <c:v>2</c:v>
                </c:pt>
                <c:pt idx="132">
                  <c:v>2</c:v>
                </c:pt>
                <c:pt idx="133">
                  <c:v>2</c:v>
                </c:pt>
                <c:pt idx="134">
                  <c:v>4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5</c:v>
                </c:pt>
                <c:pt idx="144">
                  <c:v>5</c:v>
                </c:pt>
                <c:pt idx="145">
                  <c:v>5</c:v>
                </c:pt>
                <c:pt idx="146">
                  <c:v>5</c:v>
                </c:pt>
                <c:pt idx="147">
                  <c:v>5</c:v>
                </c:pt>
                <c:pt idx="148">
                  <c:v>5</c:v>
                </c:pt>
                <c:pt idx="149">
                  <c:v>5</c:v>
                </c:pt>
                <c:pt idx="150">
                  <c:v>5</c:v>
                </c:pt>
                <c:pt idx="151">
                  <c:v>5</c:v>
                </c:pt>
                <c:pt idx="152">
                  <c:v>7</c:v>
                </c:pt>
                <c:pt idx="153">
                  <c:v>7</c:v>
                </c:pt>
                <c:pt idx="154">
                  <c:v>7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8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10</c:v>
                </c:pt>
                <c:pt idx="164">
                  <c:v>10</c:v>
                </c:pt>
                <c:pt idx="165">
                  <c:v>10</c:v>
                </c:pt>
                <c:pt idx="166">
                  <c:v>10</c:v>
                </c:pt>
                <c:pt idx="167">
                  <c:v>10</c:v>
                </c:pt>
                <c:pt idx="168">
                  <c:v>10</c:v>
                </c:pt>
                <c:pt idx="169">
                  <c:v>10</c:v>
                </c:pt>
                <c:pt idx="170">
                  <c:v>10</c:v>
                </c:pt>
                <c:pt idx="171">
                  <c:v>10</c:v>
                </c:pt>
                <c:pt idx="172">
                  <c:v>10</c:v>
                </c:pt>
                <c:pt idx="173">
                  <c:v>10</c:v>
                </c:pt>
                <c:pt idx="174">
                  <c:v>10</c:v>
                </c:pt>
                <c:pt idx="175">
                  <c:v>10</c:v>
                </c:pt>
                <c:pt idx="176">
                  <c:v>10</c:v>
                </c:pt>
                <c:pt idx="177">
                  <c:v>10</c:v>
                </c:pt>
                <c:pt idx="178">
                  <c:v>10</c:v>
                </c:pt>
                <c:pt idx="179">
                  <c:v>8</c:v>
                </c:pt>
                <c:pt idx="180">
                  <c:v>8</c:v>
                </c:pt>
                <c:pt idx="181">
                  <c:v>8</c:v>
                </c:pt>
                <c:pt idx="182">
                  <c:v>8</c:v>
                </c:pt>
                <c:pt idx="183">
                  <c:v>10</c:v>
                </c:pt>
                <c:pt idx="184">
                  <c:v>10</c:v>
                </c:pt>
                <c:pt idx="185">
                  <c:v>10</c:v>
                </c:pt>
                <c:pt idx="186">
                  <c:v>10</c:v>
                </c:pt>
                <c:pt idx="187">
                  <c:v>10</c:v>
                </c:pt>
                <c:pt idx="188">
                  <c:v>10</c:v>
                </c:pt>
                <c:pt idx="189">
                  <c:v>10</c:v>
                </c:pt>
                <c:pt idx="190">
                  <c:v>10</c:v>
                </c:pt>
                <c:pt idx="191">
                  <c:v>10</c:v>
                </c:pt>
                <c:pt idx="192">
                  <c:v>10</c:v>
                </c:pt>
                <c:pt idx="193">
                  <c:v>10</c:v>
                </c:pt>
                <c:pt idx="194">
                  <c:v>10</c:v>
                </c:pt>
                <c:pt idx="195">
                  <c:v>10</c:v>
                </c:pt>
                <c:pt idx="196">
                  <c:v>8</c:v>
                </c:pt>
                <c:pt idx="197">
                  <c:v>8</c:v>
                </c:pt>
                <c:pt idx="198">
                  <c:v>9</c:v>
                </c:pt>
                <c:pt idx="199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EC6-44ED-B069-C5C6972BD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Rusted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save1!$CQ$1214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save1!$CQ$1215:$CQ$1414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5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8</c:v>
                </c:pt>
                <c:pt idx="22">
                  <c:v>8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8</c:v>
                </c:pt>
                <c:pt idx="28">
                  <c:v>7</c:v>
                </c:pt>
                <c:pt idx="29">
                  <c:v>7</c:v>
                </c:pt>
                <c:pt idx="30">
                  <c:v>7</c:v>
                </c:pt>
                <c:pt idx="31">
                  <c:v>7</c:v>
                </c:pt>
                <c:pt idx="32">
                  <c:v>7</c:v>
                </c:pt>
                <c:pt idx="33">
                  <c:v>7</c:v>
                </c:pt>
                <c:pt idx="34">
                  <c:v>7</c:v>
                </c:pt>
                <c:pt idx="35">
                  <c:v>7</c:v>
                </c:pt>
                <c:pt idx="36">
                  <c:v>7</c:v>
                </c:pt>
                <c:pt idx="37">
                  <c:v>7</c:v>
                </c:pt>
                <c:pt idx="38">
                  <c:v>7</c:v>
                </c:pt>
                <c:pt idx="39">
                  <c:v>7</c:v>
                </c:pt>
                <c:pt idx="40">
                  <c:v>7</c:v>
                </c:pt>
                <c:pt idx="41">
                  <c:v>7</c:v>
                </c:pt>
                <c:pt idx="42">
                  <c:v>7</c:v>
                </c:pt>
                <c:pt idx="43">
                  <c:v>6</c:v>
                </c:pt>
                <c:pt idx="44">
                  <c:v>6</c:v>
                </c:pt>
                <c:pt idx="45">
                  <c:v>6</c:v>
                </c:pt>
                <c:pt idx="46">
                  <c:v>7</c:v>
                </c:pt>
                <c:pt idx="47">
                  <c:v>7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7</c:v>
                </c:pt>
                <c:pt idx="52">
                  <c:v>7</c:v>
                </c:pt>
                <c:pt idx="53">
                  <c:v>7</c:v>
                </c:pt>
                <c:pt idx="54">
                  <c:v>7</c:v>
                </c:pt>
                <c:pt idx="55">
                  <c:v>8</c:v>
                </c:pt>
                <c:pt idx="56">
                  <c:v>8</c:v>
                </c:pt>
                <c:pt idx="57">
                  <c:v>9</c:v>
                </c:pt>
                <c:pt idx="58">
                  <c:v>11</c:v>
                </c:pt>
                <c:pt idx="59">
                  <c:v>11</c:v>
                </c:pt>
                <c:pt idx="60">
                  <c:v>11</c:v>
                </c:pt>
                <c:pt idx="61">
                  <c:v>11</c:v>
                </c:pt>
                <c:pt idx="62">
                  <c:v>12</c:v>
                </c:pt>
                <c:pt idx="63">
                  <c:v>12</c:v>
                </c:pt>
                <c:pt idx="64">
                  <c:v>12</c:v>
                </c:pt>
                <c:pt idx="65">
                  <c:v>12</c:v>
                </c:pt>
                <c:pt idx="66">
                  <c:v>12</c:v>
                </c:pt>
                <c:pt idx="67">
                  <c:v>13</c:v>
                </c:pt>
                <c:pt idx="68">
                  <c:v>13</c:v>
                </c:pt>
                <c:pt idx="69">
                  <c:v>13</c:v>
                </c:pt>
                <c:pt idx="70">
                  <c:v>13</c:v>
                </c:pt>
                <c:pt idx="71">
                  <c:v>13</c:v>
                </c:pt>
                <c:pt idx="72">
                  <c:v>13</c:v>
                </c:pt>
                <c:pt idx="73">
                  <c:v>14</c:v>
                </c:pt>
                <c:pt idx="74">
                  <c:v>15</c:v>
                </c:pt>
                <c:pt idx="75">
                  <c:v>15</c:v>
                </c:pt>
                <c:pt idx="76">
                  <c:v>16</c:v>
                </c:pt>
                <c:pt idx="77">
                  <c:v>16</c:v>
                </c:pt>
                <c:pt idx="78">
                  <c:v>16</c:v>
                </c:pt>
                <c:pt idx="79">
                  <c:v>16</c:v>
                </c:pt>
                <c:pt idx="80">
                  <c:v>17</c:v>
                </c:pt>
                <c:pt idx="81">
                  <c:v>18</c:v>
                </c:pt>
                <c:pt idx="82">
                  <c:v>18</c:v>
                </c:pt>
                <c:pt idx="83">
                  <c:v>18</c:v>
                </c:pt>
                <c:pt idx="84">
                  <c:v>19</c:v>
                </c:pt>
                <c:pt idx="85">
                  <c:v>19</c:v>
                </c:pt>
                <c:pt idx="86">
                  <c:v>20</c:v>
                </c:pt>
                <c:pt idx="87">
                  <c:v>20</c:v>
                </c:pt>
                <c:pt idx="88">
                  <c:v>21</c:v>
                </c:pt>
                <c:pt idx="89">
                  <c:v>21</c:v>
                </c:pt>
                <c:pt idx="90">
                  <c:v>21</c:v>
                </c:pt>
                <c:pt idx="91">
                  <c:v>21</c:v>
                </c:pt>
                <c:pt idx="92">
                  <c:v>21</c:v>
                </c:pt>
                <c:pt idx="93">
                  <c:v>20</c:v>
                </c:pt>
                <c:pt idx="94">
                  <c:v>20</c:v>
                </c:pt>
                <c:pt idx="95">
                  <c:v>19</c:v>
                </c:pt>
                <c:pt idx="96">
                  <c:v>18</c:v>
                </c:pt>
                <c:pt idx="97">
                  <c:v>18</c:v>
                </c:pt>
                <c:pt idx="98">
                  <c:v>20</c:v>
                </c:pt>
                <c:pt idx="99">
                  <c:v>20</c:v>
                </c:pt>
                <c:pt idx="100">
                  <c:v>20</c:v>
                </c:pt>
                <c:pt idx="101">
                  <c:v>22</c:v>
                </c:pt>
                <c:pt idx="102">
                  <c:v>22</c:v>
                </c:pt>
                <c:pt idx="103">
                  <c:v>22</c:v>
                </c:pt>
                <c:pt idx="104">
                  <c:v>22</c:v>
                </c:pt>
                <c:pt idx="105">
                  <c:v>21</c:v>
                </c:pt>
                <c:pt idx="106">
                  <c:v>21</c:v>
                </c:pt>
                <c:pt idx="107">
                  <c:v>21</c:v>
                </c:pt>
                <c:pt idx="108">
                  <c:v>21</c:v>
                </c:pt>
                <c:pt idx="109">
                  <c:v>22</c:v>
                </c:pt>
                <c:pt idx="110">
                  <c:v>22</c:v>
                </c:pt>
                <c:pt idx="111">
                  <c:v>22</c:v>
                </c:pt>
                <c:pt idx="112">
                  <c:v>24</c:v>
                </c:pt>
                <c:pt idx="113">
                  <c:v>24</c:v>
                </c:pt>
                <c:pt idx="114">
                  <c:v>24</c:v>
                </c:pt>
                <c:pt idx="115">
                  <c:v>25</c:v>
                </c:pt>
                <c:pt idx="116">
                  <c:v>24</c:v>
                </c:pt>
                <c:pt idx="117">
                  <c:v>24</c:v>
                </c:pt>
                <c:pt idx="118">
                  <c:v>24</c:v>
                </c:pt>
                <c:pt idx="119">
                  <c:v>24</c:v>
                </c:pt>
                <c:pt idx="120">
                  <c:v>23</c:v>
                </c:pt>
                <c:pt idx="121">
                  <c:v>23</c:v>
                </c:pt>
                <c:pt idx="122">
                  <c:v>23</c:v>
                </c:pt>
                <c:pt idx="123">
                  <c:v>23</c:v>
                </c:pt>
                <c:pt idx="124">
                  <c:v>23</c:v>
                </c:pt>
                <c:pt idx="125">
                  <c:v>23</c:v>
                </c:pt>
                <c:pt idx="126">
                  <c:v>22</c:v>
                </c:pt>
                <c:pt idx="127">
                  <c:v>22</c:v>
                </c:pt>
                <c:pt idx="128">
                  <c:v>21</c:v>
                </c:pt>
                <c:pt idx="129">
                  <c:v>21</c:v>
                </c:pt>
                <c:pt idx="130">
                  <c:v>20</c:v>
                </c:pt>
                <c:pt idx="131">
                  <c:v>20</c:v>
                </c:pt>
                <c:pt idx="132">
                  <c:v>19</c:v>
                </c:pt>
                <c:pt idx="133">
                  <c:v>20</c:v>
                </c:pt>
                <c:pt idx="134">
                  <c:v>21</c:v>
                </c:pt>
                <c:pt idx="135">
                  <c:v>21</c:v>
                </c:pt>
                <c:pt idx="136">
                  <c:v>21</c:v>
                </c:pt>
                <c:pt idx="137">
                  <c:v>21</c:v>
                </c:pt>
                <c:pt idx="138">
                  <c:v>21</c:v>
                </c:pt>
                <c:pt idx="139">
                  <c:v>21</c:v>
                </c:pt>
                <c:pt idx="140">
                  <c:v>21</c:v>
                </c:pt>
                <c:pt idx="141">
                  <c:v>21</c:v>
                </c:pt>
                <c:pt idx="142">
                  <c:v>21</c:v>
                </c:pt>
                <c:pt idx="143">
                  <c:v>21</c:v>
                </c:pt>
                <c:pt idx="144">
                  <c:v>22</c:v>
                </c:pt>
                <c:pt idx="145">
                  <c:v>22</c:v>
                </c:pt>
                <c:pt idx="146">
                  <c:v>22</c:v>
                </c:pt>
                <c:pt idx="147">
                  <c:v>22</c:v>
                </c:pt>
                <c:pt idx="148">
                  <c:v>22</c:v>
                </c:pt>
                <c:pt idx="149">
                  <c:v>22</c:v>
                </c:pt>
                <c:pt idx="150">
                  <c:v>22</c:v>
                </c:pt>
                <c:pt idx="151">
                  <c:v>22</c:v>
                </c:pt>
                <c:pt idx="152">
                  <c:v>22</c:v>
                </c:pt>
                <c:pt idx="153">
                  <c:v>22</c:v>
                </c:pt>
                <c:pt idx="154">
                  <c:v>22</c:v>
                </c:pt>
                <c:pt idx="155">
                  <c:v>22</c:v>
                </c:pt>
                <c:pt idx="156">
                  <c:v>21</c:v>
                </c:pt>
                <c:pt idx="157">
                  <c:v>21</c:v>
                </c:pt>
                <c:pt idx="158">
                  <c:v>21</c:v>
                </c:pt>
                <c:pt idx="159">
                  <c:v>22</c:v>
                </c:pt>
                <c:pt idx="160">
                  <c:v>21</c:v>
                </c:pt>
                <c:pt idx="161">
                  <c:v>23</c:v>
                </c:pt>
                <c:pt idx="162">
                  <c:v>23</c:v>
                </c:pt>
                <c:pt idx="163">
                  <c:v>22</c:v>
                </c:pt>
                <c:pt idx="164">
                  <c:v>22</c:v>
                </c:pt>
                <c:pt idx="165">
                  <c:v>22</c:v>
                </c:pt>
                <c:pt idx="166">
                  <c:v>22</c:v>
                </c:pt>
                <c:pt idx="167">
                  <c:v>23</c:v>
                </c:pt>
                <c:pt idx="168">
                  <c:v>23</c:v>
                </c:pt>
                <c:pt idx="169">
                  <c:v>24</c:v>
                </c:pt>
                <c:pt idx="170">
                  <c:v>24</c:v>
                </c:pt>
                <c:pt idx="171">
                  <c:v>25</c:v>
                </c:pt>
                <c:pt idx="172">
                  <c:v>26</c:v>
                </c:pt>
                <c:pt idx="173">
                  <c:v>27</c:v>
                </c:pt>
                <c:pt idx="174">
                  <c:v>28</c:v>
                </c:pt>
                <c:pt idx="175">
                  <c:v>28</c:v>
                </c:pt>
                <c:pt idx="176">
                  <c:v>28</c:v>
                </c:pt>
                <c:pt idx="177">
                  <c:v>29</c:v>
                </c:pt>
                <c:pt idx="178">
                  <c:v>29</c:v>
                </c:pt>
                <c:pt idx="179">
                  <c:v>29</c:v>
                </c:pt>
                <c:pt idx="180">
                  <c:v>28</c:v>
                </c:pt>
                <c:pt idx="181">
                  <c:v>27</c:v>
                </c:pt>
                <c:pt idx="182">
                  <c:v>27</c:v>
                </c:pt>
                <c:pt idx="183">
                  <c:v>27</c:v>
                </c:pt>
                <c:pt idx="184">
                  <c:v>27</c:v>
                </c:pt>
                <c:pt idx="185">
                  <c:v>27</c:v>
                </c:pt>
                <c:pt idx="186">
                  <c:v>27</c:v>
                </c:pt>
                <c:pt idx="187">
                  <c:v>26</c:v>
                </c:pt>
                <c:pt idx="188">
                  <c:v>26</c:v>
                </c:pt>
                <c:pt idx="189">
                  <c:v>26</c:v>
                </c:pt>
                <c:pt idx="190">
                  <c:v>27</c:v>
                </c:pt>
                <c:pt idx="191">
                  <c:v>26</c:v>
                </c:pt>
                <c:pt idx="192">
                  <c:v>26</c:v>
                </c:pt>
                <c:pt idx="193">
                  <c:v>27</c:v>
                </c:pt>
                <c:pt idx="194">
                  <c:v>28</c:v>
                </c:pt>
                <c:pt idx="195">
                  <c:v>28</c:v>
                </c:pt>
                <c:pt idx="196">
                  <c:v>28</c:v>
                </c:pt>
                <c:pt idx="197">
                  <c:v>29</c:v>
                </c:pt>
                <c:pt idx="198">
                  <c:v>29</c:v>
                </c:pt>
                <c:pt idx="199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35-42A9-B8CE-E6EE19C0BF07}"/>
            </c:ext>
          </c:extLst>
        </c:ser>
        <c:ser>
          <c:idx val="1"/>
          <c:order val="1"/>
          <c:tx>
            <c:strRef>
              <c:f>save1!$CR$1214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save1!$CR$1215:$CR$1414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2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4</c:v>
                </c:pt>
                <c:pt idx="37">
                  <c:v>3</c:v>
                </c:pt>
                <c:pt idx="38">
                  <c:v>3</c:v>
                </c:pt>
                <c:pt idx="39">
                  <c:v>4</c:v>
                </c:pt>
                <c:pt idx="40">
                  <c:v>4</c:v>
                </c:pt>
                <c:pt idx="41">
                  <c:v>5</c:v>
                </c:pt>
                <c:pt idx="42">
                  <c:v>4</c:v>
                </c:pt>
                <c:pt idx="43">
                  <c:v>6</c:v>
                </c:pt>
                <c:pt idx="44">
                  <c:v>6</c:v>
                </c:pt>
                <c:pt idx="45">
                  <c:v>6</c:v>
                </c:pt>
                <c:pt idx="46">
                  <c:v>6</c:v>
                </c:pt>
                <c:pt idx="47">
                  <c:v>7</c:v>
                </c:pt>
                <c:pt idx="48">
                  <c:v>7</c:v>
                </c:pt>
                <c:pt idx="49">
                  <c:v>9</c:v>
                </c:pt>
                <c:pt idx="50">
                  <c:v>9</c:v>
                </c:pt>
                <c:pt idx="51">
                  <c:v>9</c:v>
                </c:pt>
                <c:pt idx="52">
                  <c:v>9</c:v>
                </c:pt>
                <c:pt idx="53">
                  <c:v>9</c:v>
                </c:pt>
                <c:pt idx="54">
                  <c:v>9</c:v>
                </c:pt>
                <c:pt idx="55">
                  <c:v>9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11</c:v>
                </c:pt>
                <c:pt idx="69">
                  <c:v>11</c:v>
                </c:pt>
                <c:pt idx="70">
                  <c:v>11</c:v>
                </c:pt>
                <c:pt idx="71">
                  <c:v>11</c:v>
                </c:pt>
                <c:pt idx="72">
                  <c:v>11</c:v>
                </c:pt>
                <c:pt idx="73">
                  <c:v>11</c:v>
                </c:pt>
                <c:pt idx="74">
                  <c:v>11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11</c:v>
                </c:pt>
                <c:pt idx="87">
                  <c:v>11</c:v>
                </c:pt>
                <c:pt idx="88">
                  <c:v>12</c:v>
                </c:pt>
                <c:pt idx="89">
                  <c:v>11</c:v>
                </c:pt>
                <c:pt idx="90">
                  <c:v>12</c:v>
                </c:pt>
                <c:pt idx="91">
                  <c:v>12</c:v>
                </c:pt>
                <c:pt idx="92">
                  <c:v>13</c:v>
                </c:pt>
                <c:pt idx="93">
                  <c:v>14</c:v>
                </c:pt>
                <c:pt idx="94">
                  <c:v>14</c:v>
                </c:pt>
                <c:pt idx="95">
                  <c:v>14</c:v>
                </c:pt>
                <c:pt idx="96">
                  <c:v>14</c:v>
                </c:pt>
                <c:pt idx="97">
                  <c:v>15</c:v>
                </c:pt>
                <c:pt idx="98">
                  <c:v>16</c:v>
                </c:pt>
                <c:pt idx="99">
                  <c:v>16</c:v>
                </c:pt>
                <c:pt idx="100">
                  <c:v>16</c:v>
                </c:pt>
                <c:pt idx="101">
                  <c:v>16</c:v>
                </c:pt>
                <c:pt idx="102">
                  <c:v>16</c:v>
                </c:pt>
                <c:pt idx="103">
                  <c:v>17</c:v>
                </c:pt>
                <c:pt idx="104">
                  <c:v>17</c:v>
                </c:pt>
                <c:pt idx="105">
                  <c:v>17</c:v>
                </c:pt>
                <c:pt idx="106">
                  <c:v>17</c:v>
                </c:pt>
                <c:pt idx="107">
                  <c:v>17</c:v>
                </c:pt>
                <c:pt idx="108">
                  <c:v>16</c:v>
                </c:pt>
                <c:pt idx="109">
                  <c:v>16</c:v>
                </c:pt>
                <c:pt idx="110">
                  <c:v>16</c:v>
                </c:pt>
                <c:pt idx="111">
                  <c:v>16</c:v>
                </c:pt>
                <c:pt idx="112">
                  <c:v>15</c:v>
                </c:pt>
                <c:pt idx="113">
                  <c:v>15</c:v>
                </c:pt>
                <c:pt idx="114">
                  <c:v>16</c:v>
                </c:pt>
                <c:pt idx="115">
                  <c:v>16</c:v>
                </c:pt>
                <c:pt idx="116">
                  <c:v>16</c:v>
                </c:pt>
                <c:pt idx="117">
                  <c:v>16</c:v>
                </c:pt>
                <c:pt idx="118">
                  <c:v>16</c:v>
                </c:pt>
                <c:pt idx="119">
                  <c:v>16</c:v>
                </c:pt>
                <c:pt idx="120">
                  <c:v>16</c:v>
                </c:pt>
                <c:pt idx="121">
                  <c:v>16</c:v>
                </c:pt>
                <c:pt idx="122">
                  <c:v>15</c:v>
                </c:pt>
                <c:pt idx="123">
                  <c:v>14</c:v>
                </c:pt>
                <c:pt idx="124">
                  <c:v>14</c:v>
                </c:pt>
                <c:pt idx="125">
                  <c:v>15</c:v>
                </c:pt>
                <c:pt idx="126">
                  <c:v>14</c:v>
                </c:pt>
                <c:pt idx="127">
                  <c:v>15</c:v>
                </c:pt>
                <c:pt idx="128">
                  <c:v>15</c:v>
                </c:pt>
                <c:pt idx="129">
                  <c:v>15</c:v>
                </c:pt>
                <c:pt idx="130">
                  <c:v>15</c:v>
                </c:pt>
                <c:pt idx="131">
                  <c:v>15</c:v>
                </c:pt>
                <c:pt idx="132">
                  <c:v>16</c:v>
                </c:pt>
                <c:pt idx="133">
                  <c:v>17</c:v>
                </c:pt>
                <c:pt idx="134">
                  <c:v>17</c:v>
                </c:pt>
                <c:pt idx="135">
                  <c:v>17</c:v>
                </c:pt>
                <c:pt idx="136">
                  <c:v>17</c:v>
                </c:pt>
                <c:pt idx="137">
                  <c:v>17</c:v>
                </c:pt>
                <c:pt idx="138">
                  <c:v>17</c:v>
                </c:pt>
                <c:pt idx="139">
                  <c:v>17</c:v>
                </c:pt>
                <c:pt idx="140">
                  <c:v>18</c:v>
                </c:pt>
                <c:pt idx="141">
                  <c:v>17</c:v>
                </c:pt>
                <c:pt idx="142">
                  <c:v>17</c:v>
                </c:pt>
                <c:pt idx="143">
                  <c:v>18</c:v>
                </c:pt>
                <c:pt idx="144">
                  <c:v>19</c:v>
                </c:pt>
                <c:pt idx="145">
                  <c:v>19</c:v>
                </c:pt>
                <c:pt idx="146">
                  <c:v>19</c:v>
                </c:pt>
                <c:pt idx="147">
                  <c:v>19</c:v>
                </c:pt>
                <c:pt idx="148">
                  <c:v>20</c:v>
                </c:pt>
                <c:pt idx="149">
                  <c:v>20</c:v>
                </c:pt>
                <c:pt idx="150">
                  <c:v>21</c:v>
                </c:pt>
                <c:pt idx="151">
                  <c:v>21</c:v>
                </c:pt>
                <c:pt idx="152">
                  <c:v>21</c:v>
                </c:pt>
                <c:pt idx="153">
                  <c:v>21</c:v>
                </c:pt>
                <c:pt idx="154">
                  <c:v>22</c:v>
                </c:pt>
                <c:pt idx="155">
                  <c:v>22</c:v>
                </c:pt>
                <c:pt idx="156">
                  <c:v>23</c:v>
                </c:pt>
                <c:pt idx="157">
                  <c:v>22</c:v>
                </c:pt>
                <c:pt idx="158">
                  <c:v>22</c:v>
                </c:pt>
                <c:pt idx="159">
                  <c:v>22</c:v>
                </c:pt>
                <c:pt idx="160">
                  <c:v>22</c:v>
                </c:pt>
                <c:pt idx="161">
                  <c:v>22</c:v>
                </c:pt>
                <c:pt idx="162">
                  <c:v>22</c:v>
                </c:pt>
                <c:pt idx="163">
                  <c:v>21</c:v>
                </c:pt>
                <c:pt idx="164">
                  <c:v>20</c:v>
                </c:pt>
                <c:pt idx="165">
                  <c:v>19</c:v>
                </c:pt>
                <c:pt idx="166">
                  <c:v>19</c:v>
                </c:pt>
                <c:pt idx="167">
                  <c:v>19</c:v>
                </c:pt>
                <c:pt idx="168">
                  <c:v>19</c:v>
                </c:pt>
                <c:pt idx="169">
                  <c:v>19</c:v>
                </c:pt>
                <c:pt idx="170">
                  <c:v>20</c:v>
                </c:pt>
                <c:pt idx="171">
                  <c:v>20</c:v>
                </c:pt>
                <c:pt idx="172">
                  <c:v>18</c:v>
                </c:pt>
                <c:pt idx="173">
                  <c:v>17</c:v>
                </c:pt>
                <c:pt idx="174">
                  <c:v>17</c:v>
                </c:pt>
                <c:pt idx="175">
                  <c:v>16</c:v>
                </c:pt>
                <c:pt idx="176">
                  <c:v>16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15</c:v>
                </c:pt>
                <c:pt idx="181">
                  <c:v>14</c:v>
                </c:pt>
                <c:pt idx="182">
                  <c:v>14</c:v>
                </c:pt>
                <c:pt idx="183">
                  <c:v>15</c:v>
                </c:pt>
                <c:pt idx="184">
                  <c:v>15</c:v>
                </c:pt>
                <c:pt idx="185">
                  <c:v>15</c:v>
                </c:pt>
                <c:pt idx="186">
                  <c:v>17</c:v>
                </c:pt>
                <c:pt idx="187">
                  <c:v>17</c:v>
                </c:pt>
                <c:pt idx="188">
                  <c:v>18</c:v>
                </c:pt>
                <c:pt idx="189">
                  <c:v>18</c:v>
                </c:pt>
                <c:pt idx="190">
                  <c:v>18</c:v>
                </c:pt>
                <c:pt idx="191">
                  <c:v>18</c:v>
                </c:pt>
                <c:pt idx="192">
                  <c:v>18</c:v>
                </c:pt>
                <c:pt idx="193">
                  <c:v>18</c:v>
                </c:pt>
                <c:pt idx="194">
                  <c:v>18</c:v>
                </c:pt>
                <c:pt idx="195">
                  <c:v>18</c:v>
                </c:pt>
                <c:pt idx="196">
                  <c:v>18</c:v>
                </c:pt>
                <c:pt idx="197">
                  <c:v>18</c:v>
                </c:pt>
                <c:pt idx="198">
                  <c:v>19</c:v>
                </c:pt>
                <c:pt idx="199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35-42A9-B8CE-E6EE19C0BF07}"/>
            </c:ext>
          </c:extLst>
        </c:ser>
        <c:ser>
          <c:idx val="2"/>
          <c:order val="2"/>
          <c:tx>
            <c:strRef>
              <c:f>save1!$CS$1214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save1!$CS$1215:$CS$1414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</c:v>
                </c:pt>
                <c:pt idx="27">
                  <c:v>1</c:v>
                </c:pt>
                <c:pt idx="28">
                  <c:v>2</c:v>
                </c:pt>
                <c:pt idx="29">
                  <c:v>2</c:v>
                </c:pt>
                <c:pt idx="30">
                  <c:v>3</c:v>
                </c:pt>
                <c:pt idx="31">
                  <c:v>2</c:v>
                </c:pt>
                <c:pt idx="32">
                  <c:v>1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5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7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9</c:v>
                </c:pt>
                <c:pt idx="50">
                  <c:v>9</c:v>
                </c:pt>
                <c:pt idx="51">
                  <c:v>9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12</c:v>
                </c:pt>
                <c:pt idx="60">
                  <c:v>13</c:v>
                </c:pt>
                <c:pt idx="61">
                  <c:v>13</c:v>
                </c:pt>
                <c:pt idx="62">
                  <c:v>14</c:v>
                </c:pt>
                <c:pt idx="63">
                  <c:v>14</c:v>
                </c:pt>
                <c:pt idx="64">
                  <c:v>14</c:v>
                </c:pt>
                <c:pt idx="65">
                  <c:v>14</c:v>
                </c:pt>
                <c:pt idx="66">
                  <c:v>14</c:v>
                </c:pt>
                <c:pt idx="67">
                  <c:v>13</c:v>
                </c:pt>
                <c:pt idx="68">
                  <c:v>15</c:v>
                </c:pt>
                <c:pt idx="69">
                  <c:v>16</c:v>
                </c:pt>
                <c:pt idx="70">
                  <c:v>16</c:v>
                </c:pt>
                <c:pt idx="71">
                  <c:v>15</c:v>
                </c:pt>
                <c:pt idx="72">
                  <c:v>16</c:v>
                </c:pt>
                <c:pt idx="73">
                  <c:v>16</c:v>
                </c:pt>
                <c:pt idx="74">
                  <c:v>16</c:v>
                </c:pt>
                <c:pt idx="75">
                  <c:v>16</c:v>
                </c:pt>
                <c:pt idx="76">
                  <c:v>16</c:v>
                </c:pt>
                <c:pt idx="77">
                  <c:v>17</c:v>
                </c:pt>
                <c:pt idx="78">
                  <c:v>17</c:v>
                </c:pt>
                <c:pt idx="79">
                  <c:v>19</c:v>
                </c:pt>
                <c:pt idx="80">
                  <c:v>19</c:v>
                </c:pt>
                <c:pt idx="81">
                  <c:v>19</c:v>
                </c:pt>
                <c:pt idx="82">
                  <c:v>19</c:v>
                </c:pt>
                <c:pt idx="83">
                  <c:v>19</c:v>
                </c:pt>
                <c:pt idx="84">
                  <c:v>19</c:v>
                </c:pt>
                <c:pt idx="85">
                  <c:v>19</c:v>
                </c:pt>
                <c:pt idx="86">
                  <c:v>19</c:v>
                </c:pt>
                <c:pt idx="87">
                  <c:v>18</c:v>
                </c:pt>
                <c:pt idx="88">
                  <c:v>18</c:v>
                </c:pt>
                <c:pt idx="89">
                  <c:v>18</c:v>
                </c:pt>
                <c:pt idx="90">
                  <c:v>17</c:v>
                </c:pt>
                <c:pt idx="91">
                  <c:v>17</c:v>
                </c:pt>
                <c:pt idx="92">
                  <c:v>17</c:v>
                </c:pt>
                <c:pt idx="93">
                  <c:v>17</c:v>
                </c:pt>
                <c:pt idx="94">
                  <c:v>17</c:v>
                </c:pt>
                <c:pt idx="95">
                  <c:v>18</c:v>
                </c:pt>
                <c:pt idx="96">
                  <c:v>19</c:v>
                </c:pt>
                <c:pt idx="97">
                  <c:v>19</c:v>
                </c:pt>
                <c:pt idx="98">
                  <c:v>19</c:v>
                </c:pt>
                <c:pt idx="99">
                  <c:v>19</c:v>
                </c:pt>
                <c:pt idx="100">
                  <c:v>19</c:v>
                </c:pt>
                <c:pt idx="101">
                  <c:v>20</c:v>
                </c:pt>
                <c:pt idx="102">
                  <c:v>20</c:v>
                </c:pt>
                <c:pt idx="103">
                  <c:v>20</c:v>
                </c:pt>
                <c:pt idx="104">
                  <c:v>20</c:v>
                </c:pt>
                <c:pt idx="105">
                  <c:v>20</c:v>
                </c:pt>
                <c:pt idx="106">
                  <c:v>19</c:v>
                </c:pt>
                <c:pt idx="107">
                  <c:v>20</c:v>
                </c:pt>
                <c:pt idx="108">
                  <c:v>21</c:v>
                </c:pt>
                <c:pt idx="109">
                  <c:v>21</c:v>
                </c:pt>
                <c:pt idx="110">
                  <c:v>21</c:v>
                </c:pt>
                <c:pt idx="111">
                  <c:v>22</c:v>
                </c:pt>
                <c:pt idx="112">
                  <c:v>22</c:v>
                </c:pt>
                <c:pt idx="113">
                  <c:v>22</c:v>
                </c:pt>
                <c:pt idx="114">
                  <c:v>22</c:v>
                </c:pt>
                <c:pt idx="115">
                  <c:v>21</c:v>
                </c:pt>
                <c:pt idx="116">
                  <c:v>22</c:v>
                </c:pt>
                <c:pt idx="117">
                  <c:v>22</c:v>
                </c:pt>
                <c:pt idx="118">
                  <c:v>22</c:v>
                </c:pt>
                <c:pt idx="119">
                  <c:v>22</c:v>
                </c:pt>
                <c:pt idx="120">
                  <c:v>24</c:v>
                </c:pt>
                <c:pt idx="121">
                  <c:v>24</c:v>
                </c:pt>
                <c:pt idx="122">
                  <c:v>24</c:v>
                </c:pt>
                <c:pt idx="123">
                  <c:v>24</c:v>
                </c:pt>
                <c:pt idx="124">
                  <c:v>24</c:v>
                </c:pt>
                <c:pt idx="125">
                  <c:v>24</c:v>
                </c:pt>
                <c:pt idx="126">
                  <c:v>24</c:v>
                </c:pt>
                <c:pt idx="127">
                  <c:v>23</c:v>
                </c:pt>
                <c:pt idx="128">
                  <c:v>23</c:v>
                </c:pt>
                <c:pt idx="129">
                  <c:v>23</c:v>
                </c:pt>
                <c:pt idx="130">
                  <c:v>23</c:v>
                </c:pt>
                <c:pt idx="131">
                  <c:v>23</c:v>
                </c:pt>
                <c:pt idx="132">
                  <c:v>23</c:v>
                </c:pt>
                <c:pt idx="133">
                  <c:v>23</c:v>
                </c:pt>
                <c:pt idx="134">
                  <c:v>23</c:v>
                </c:pt>
                <c:pt idx="135">
                  <c:v>24</c:v>
                </c:pt>
                <c:pt idx="136">
                  <c:v>24</c:v>
                </c:pt>
                <c:pt idx="137">
                  <c:v>24</c:v>
                </c:pt>
                <c:pt idx="138">
                  <c:v>24</c:v>
                </c:pt>
                <c:pt idx="139">
                  <c:v>24</c:v>
                </c:pt>
                <c:pt idx="140">
                  <c:v>23</c:v>
                </c:pt>
                <c:pt idx="141">
                  <c:v>23</c:v>
                </c:pt>
                <c:pt idx="142">
                  <c:v>23</c:v>
                </c:pt>
                <c:pt idx="143">
                  <c:v>24</c:v>
                </c:pt>
                <c:pt idx="144">
                  <c:v>24</c:v>
                </c:pt>
                <c:pt idx="145">
                  <c:v>25</c:v>
                </c:pt>
                <c:pt idx="146">
                  <c:v>25</c:v>
                </c:pt>
                <c:pt idx="147">
                  <c:v>25</c:v>
                </c:pt>
                <c:pt idx="148">
                  <c:v>25</c:v>
                </c:pt>
                <c:pt idx="149">
                  <c:v>25</c:v>
                </c:pt>
                <c:pt idx="150">
                  <c:v>25</c:v>
                </c:pt>
                <c:pt idx="151">
                  <c:v>25</c:v>
                </c:pt>
                <c:pt idx="152">
                  <c:v>25</c:v>
                </c:pt>
                <c:pt idx="153">
                  <c:v>26</c:v>
                </c:pt>
                <c:pt idx="154">
                  <c:v>26</c:v>
                </c:pt>
                <c:pt idx="155">
                  <c:v>27</c:v>
                </c:pt>
                <c:pt idx="156">
                  <c:v>27</c:v>
                </c:pt>
                <c:pt idx="157">
                  <c:v>30</c:v>
                </c:pt>
                <c:pt idx="158">
                  <c:v>29</c:v>
                </c:pt>
                <c:pt idx="159">
                  <c:v>29</c:v>
                </c:pt>
                <c:pt idx="160">
                  <c:v>29</c:v>
                </c:pt>
                <c:pt idx="161">
                  <c:v>29</c:v>
                </c:pt>
                <c:pt idx="162">
                  <c:v>30</c:v>
                </c:pt>
                <c:pt idx="163">
                  <c:v>30</c:v>
                </c:pt>
                <c:pt idx="164">
                  <c:v>30</c:v>
                </c:pt>
                <c:pt idx="165">
                  <c:v>30</c:v>
                </c:pt>
                <c:pt idx="166">
                  <c:v>30</c:v>
                </c:pt>
                <c:pt idx="167">
                  <c:v>30</c:v>
                </c:pt>
                <c:pt idx="168">
                  <c:v>31</c:v>
                </c:pt>
                <c:pt idx="169">
                  <c:v>31</c:v>
                </c:pt>
                <c:pt idx="170">
                  <c:v>31</c:v>
                </c:pt>
                <c:pt idx="171">
                  <c:v>31</c:v>
                </c:pt>
                <c:pt idx="172">
                  <c:v>31</c:v>
                </c:pt>
                <c:pt idx="173">
                  <c:v>31</c:v>
                </c:pt>
                <c:pt idx="174">
                  <c:v>31</c:v>
                </c:pt>
                <c:pt idx="175">
                  <c:v>30</c:v>
                </c:pt>
                <c:pt idx="176">
                  <c:v>32</c:v>
                </c:pt>
                <c:pt idx="177">
                  <c:v>31</c:v>
                </c:pt>
                <c:pt idx="178">
                  <c:v>31</c:v>
                </c:pt>
                <c:pt idx="179">
                  <c:v>31</c:v>
                </c:pt>
                <c:pt idx="180">
                  <c:v>31</c:v>
                </c:pt>
                <c:pt idx="181">
                  <c:v>32</c:v>
                </c:pt>
                <c:pt idx="182">
                  <c:v>32</c:v>
                </c:pt>
                <c:pt idx="183">
                  <c:v>32</c:v>
                </c:pt>
                <c:pt idx="184">
                  <c:v>32</c:v>
                </c:pt>
                <c:pt idx="185">
                  <c:v>32</c:v>
                </c:pt>
                <c:pt idx="186">
                  <c:v>33</c:v>
                </c:pt>
                <c:pt idx="187">
                  <c:v>33</c:v>
                </c:pt>
                <c:pt idx="188">
                  <c:v>35</c:v>
                </c:pt>
                <c:pt idx="189">
                  <c:v>35</c:v>
                </c:pt>
                <c:pt idx="190">
                  <c:v>35</c:v>
                </c:pt>
                <c:pt idx="191">
                  <c:v>34</c:v>
                </c:pt>
                <c:pt idx="192">
                  <c:v>33</c:v>
                </c:pt>
                <c:pt idx="193">
                  <c:v>33</c:v>
                </c:pt>
                <c:pt idx="194">
                  <c:v>33</c:v>
                </c:pt>
                <c:pt idx="195">
                  <c:v>33</c:v>
                </c:pt>
                <c:pt idx="196">
                  <c:v>33</c:v>
                </c:pt>
                <c:pt idx="197">
                  <c:v>33</c:v>
                </c:pt>
                <c:pt idx="198">
                  <c:v>32</c:v>
                </c:pt>
                <c:pt idx="199">
                  <c:v>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35-42A9-B8CE-E6EE19C0BF07}"/>
            </c:ext>
          </c:extLst>
        </c:ser>
        <c:ser>
          <c:idx val="3"/>
          <c:order val="3"/>
          <c:tx>
            <c:strRef>
              <c:f>save1!$CT$1214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save1!$CT$1215:$CT$1414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0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2</c:v>
                </c:pt>
                <c:pt idx="27">
                  <c:v>2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4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2</c:v>
                </c:pt>
                <c:pt idx="46">
                  <c:v>2</c:v>
                </c:pt>
                <c:pt idx="47">
                  <c:v>1</c:v>
                </c:pt>
                <c:pt idx="48">
                  <c:v>1</c:v>
                </c:pt>
                <c:pt idx="49">
                  <c:v>2</c:v>
                </c:pt>
                <c:pt idx="50">
                  <c:v>2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2</c:v>
                </c:pt>
                <c:pt idx="55">
                  <c:v>3</c:v>
                </c:pt>
                <c:pt idx="56">
                  <c:v>3</c:v>
                </c:pt>
                <c:pt idx="57">
                  <c:v>2</c:v>
                </c:pt>
                <c:pt idx="58">
                  <c:v>2</c:v>
                </c:pt>
                <c:pt idx="59">
                  <c:v>2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2</c:v>
                </c:pt>
                <c:pt idx="80">
                  <c:v>2</c:v>
                </c:pt>
                <c:pt idx="81">
                  <c:v>2</c:v>
                </c:pt>
                <c:pt idx="82">
                  <c:v>3</c:v>
                </c:pt>
                <c:pt idx="83">
                  <c:v>3</c:v>
                </c:pt>
                <c:pt idx="84">
                  <c:v>4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6</c:v>
                </c:pt>
                <c:pt idx="94">
                  <c:v>6</c:v>
                </c:pt>
                <c:pt idx="95">
                  <c:v>6</c:v>
                </c:pt>
                <c:pt idx="96">
                  <c:v>6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4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4</c:v>
                </c:pt>
                <c:pt idx="113">
                  <c:v>4</c:v>
                </c:pt>
                <c:pt idx="114">
                  <c:v>4</c:v>
                </c:pt>
                <c:pt idx="115">
                  <c:v>4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4</c:v>
                </c:pt>
                <c:pt idx="120">
                  <c:v>4</c:v>
                </c:pt>
                <c:pt idx="121">
                  <c:v>4</c:v>
                </c:pt>
                <c:pt idx="122">
                  <c:v>3</c:v>
                </c:pt>
                <c:pt idx="123">
                  <c:v>2</c:v>
                </c:pt>
                <c:pt idx="124">
                  <c:v>2</c:v>
                </c:pt>
                <c:pt idx="125">
                  <c:v>2</c:v>
                </c:pt>
                <c:pt idx="126">
                  <c:v>3</c:v>
                </c:pt>
                <c:pt idx="127">
                  <c:v>3</c:v>
                </c:pt>
                <c:pt idx="128">
                  <c:v>2</c:v>
                </c:pt>
                <c:pt idx="129">
                  <c:v>3</c:v>
                </c:pt>
                <c:pt idx="130">
                  <c:v>3</c:v>
                </c:pt>
                <c:pt idx="131">
                  <c:v>3</c:v>
                </c:pt>
                <c:pt idx="132">
                  <c:v>3</c:v>
                </c:pt>
                <c:pt idx="133">
                  <c:v>3</c:v>
                </c:pt>
                <c:pt idx="134">
                  <c:v>3</c:v>
                </c:pt>
                <c:pt idx="135">
                  <c:v>3</c:v>
                </c:pt>
                <c:pt idx="136">
                  <c:v>3</c:v>
                </c:pt>
                <c:pt idx="137">
                  <c:v>4</c:v>
                </c:pt>
                <c:pt idx="138">
                  <c:v>5</c:v>
                </c:pt>
                <c:pt idx="139">
                  <c:v>6</c:v>
                </c:pt>
                <c:pt idx="140">
                  <c:v>5</c:v>
                </c:pt>
                <c:pt idx="141">
                  <c:v>5</c:v>
                </c:pt>
                <c:pt idx="142">
                  <c:v>5</c:v>
                </c:pt>
                <c:pt idx="143">
                  <c:v>6</c:v>
                </c:pt>
                <c:pt idx="144">
                  <c:v>6</c:v>
                </c:pt>
                <c:pt idx="145">
                  <c:v>6</c:v>
                </c:pt>
                <c:pt idx="146">
                  <c:v>6</c:v>
                </c:pt>
                <c:pt idx="147">
                  <c:v>6</c:v>
                </c:pt>
                <c:pt idx="148">
                  <c:v>6</c:v>
                </c:pt>
                <c:pt idx="149">
                  <c:v>6</c:v>
                </c:pt>
                <c:pt idx="150">
                  <c:v>6</c:v>
                </c:pt>
                <c:pt idx="151">
                  <c:v>6</c:v>
                </c:pt>
                <c:pt idx="152">
                  <c:v>6</c:v>
                </c:pt>
                <c:pt idx="153">
                  <c:v>6</c:v>
                </c:pt>
                <c:pt idx="154">
                  <c:v>6</c:v>
                </c:pt>
                <c:pt idx="155">
                  <c:v>7</c:v>
                </c:pt>
                <c:pt idx="156">
                  <c:v>7</c:v>
                </c:pt>
                <c:pt idx="157">
                  <c:v>7</c:v>
                </c:pt>
                <c:pt idx="158">
                  <c:v>7</c:v>
                </c:pt>
                <c:pt idx="159">
                  <c:v>8</c:v>
                </c:pt>
                <c:pt idx="160">
                  <c:v>8</c:v>
                </c:pt>
                <c:pt idx="161">
                  <c:v>8</c:v>
                </c:pt>
                <c:pt idx="162">
                  <c:v>8</c:v>
                </c:pt>
                <c:pt idx="163">
                  <c:v>8</c:v>
                </c:pt>
                <c:pt idx="164">
                  <c:v>8</c:v>
                </c:pt>
                <c:pt idx="165">
                  <c:v>9</c:v>
                </c:pt>
                <c:pt idx="166">
                  <c:v>9</c:v>
                </c:pt>
                <c:pt idx="167">
                  <c:v>8</c:v>
                </c:pt>
                <c:pt idx="168">
                  <c:v>8</c:v>
                </c:pt>
                <c:pt idx="169">
                  <c:v>8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9</c:v>
                </c:pt>
                <c:pt idx="174">
                  <c:v>9</c:v>
                </c:pt>
                <c:pt idx="175">
                  <c:v>8</c:v>
                </c:pt>
                <c:pt idx="176">
                  <c:v>8</c:v>
                </c:pt>
                <c:pt idx="177">
                  <c:v>7</c:v>
                </c:pt>
                <c:pt idx="178">
                  <c:v>7</c:v>
                </c:pt>
                <c:pt idx="179">
                  <c:v>9</c:v>
                </c:pt>
                <c:pt idx="180">
                  <c:v>9</c:v>
                </c:pt>
                <c:pt idx="181">
                  <c:v>9</c:v>
                </c:pt>
                <c:pt idx="182">
                  <c:v>9</c:v>
                </c:pt>
                <c:pt idx="183">
                  <c:v>10</c:v>
                </c:pt>
                <c:pt idx="184">
                  <c:v>10</c:v>
                </c:pt>
                <c:pt idx="185">
                  <c:v>9</c:v>
                </c:pt>
                <c:pt idx="186">
                  <c:v>9</c:v>
                </c:pt>
                <c:pt idx="187">
                  <c:v>9</c:v>
                </c:pt>
                <c:pt idx="188">
                  <c:v>9</c:v>
                </c:pt>
                <c:pt idx="189">
                  <c:v>9</c:v>
                </c:pt>
                <c:pt idx="190">
                  <c:v>9</c:v>
                </c:pt>
                <c:pt idx="191">
                  <c:v>9</c:v>
                </c:pt>
                <c:pt idx="192">
                  <c:v>9</c:v>
                </c:pt>
                <c:pt idx="193">
                  <c:v>9</c:v>
                </c:pt>
                <c:pt idx="194">
                  <c:v>9</c:v>
                </c:pt>
                <c:pt idx="195">
                  <c:v>9</c:v>
                </c:pt>
                <c:pt idx="196">
                  <c:v>10</c:v>
                </c:pt>
                <c:pt idx="197">
                  <c:v>10</c:v>
                </c:pt>
                <c:pt idx="198">
                  <c:v>10</c:v>
                </c:pt>
                <c:pt idx="19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35-42A9-B8CE-E6EE19C0BF07}"/>
            </c:ext>
          </c:extLst>
        </c:ser>
        <c:ser>
          <c:idx val="4"/>
          <c:order val="4"/>
          <c:tx>
            <c:strRef>
              <c:f>save1!$CU$1214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save1!$CU$1215:$CU$1414</c:f>
              <c:numCache>
                <c:formatCode>General</c:formatCode>
                <c:ptCount val="200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4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4</c:v>
                </c:pt>
                <c:pt idx="41">
                  <c:v>4</c:v>
                </c:pt>
                <c:pt idx="42">
                  <c:v>4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5</c:v>
                </c:pt>
                <c:pt idx="47">
                  <c:v>5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5</c:v>
                </c:pt>
                <c:pt idx="52">
                  <c:v>5</c:v>
                </c:pt>
                <c:pt idx="53">
                  <c:v>6</c:v>
                </c:pt>
                <c:pt idx="54">
                  <c:v>6</c:v>
                </c:pt>
                <c:pt idx="55">
                  <c:v>7</c:v>
                </c:pt>
                <c:pt idx="56">
                  <c:v>7</c:v>
                </c:pt>
                <c:pt idx="57">
                  <c:v>7</c:v>
                </c:pt>
                <c:pt idx="58">
                  <c:v>7</c:v>
                </c:pt>
                <c:pt idx="59">
                  <c:v>6</c:v>
                </c:pt>
                <c:pt idx="60">
                  <c:v>6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6</c:v>
                </c:pt>
                <c:pt idx="66">
                  <c:v>6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6</c:v>
                </c:pt>
                <c:pt idx="85">
                  <c:v>6</c:v>
                </c:pt>
                <c:pt idx="86">
                  <c:v>6</c:v>
                </c:pt>
                <c:pt idx="87">
                  <c:v>6</c:v>
                </c:pt>
                <c:pt idx="88">
                  <c:v>6</c:v>
                </c:pt>
                <c:pt idx="89">
                  <c:v>6</c:v>
                </c:pt>
                <c:pt idx="90">
                  <c:v>6</c:v>
                </c:pt>
                <c:pt idx="91">
                  <c:v>6</c:v>
                </c:pt>
                <c:pt idx="92">
                  <c:v>6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6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6</c:v>
                </c:pt>
                <c:pt idx="101">
                  <c:v>6</c:v>
                </c:pt>
                <c:pt idx="102">
                  <c:v>6</c:v>
                </c:pt>
                <c:pt idx="103">
                  <c:v>6</c:v>
                </c:pt>
                <c:pt idx="104">
                  <c:v>7</c:v>
                </c:pt>
                <c:pt idx="105">
                  <c:v>8</c:v>
                </c:pt>
                <c:pt idx="106">
                  <c:v>8</c:v>
                </c:pt>
                <c:pt idx="107">
                  <c:v>8</c:v>
                </c:pt>
                <c:pt idx="108">
                  <c:v>9</c:v>
                </c:pt>
                <c:pt idx="109">
                  <c:v>9</c:v>
                </c:pt>
                <c:pt idx="110">
                  <c:v>10</c:v>
                </c:pt>
                <c:pt idx="111">
                  <c:v>11</c:v>
                </c:pt>
                <c:pt idx="112">
                  <c:v>11</c:v>
                </c:pt>
                <c:pt idx="113">
                  <c:v>11</c:v>
                </c:pt>
                <c:pt idx="114">
                  <c:v>12</c:v>
                </c:pt>
                <c:pt idx="115">
                  <c:v>12</c:v>
                </c:pt>
                <c:pt idx="116">
                  <c:v>13</c:v>
                </c:pt>
                <c:pt idx="117">
                  <c:v>13</c:v>
                </c:pt>
                <c:pt idx="118">
                  <c:v>13</c:v>
                </c:pt>
                <c:pt idx="119">
                  <c:v>13</c:v>
                </c:pt>
                <c:pt idx="120">
                  <c:v>13</c:v>
                </c:pt>
                <c:pt idx="121">
                  <c:v>13</c:v>
                </c:pt>
                <c:pt idx="122">
                  <c:v>13</c:v>
                </c:pt>
                <c:pt idx="123">
                  <c:v>13</c:v>
                </c:pt>
                <c:pt idx="124">
                  <c:v>13</c:v>
                </c:pt>
                <c:pt idx="125">
                  <c:v>13</c:v>
                </c:pt>
                <c:pt idx="126">
                  <c:v>13</c:v>
                </c:pt>
                <c:pt idx="127">
                  <c:v>15</c:v>
                </c:pt>
                <c:pt idx="128">
                  <c:v>15</c:v>
                </c:pt>
                <c:pt idx="129">
                  <c:v>16</c:v>
                </c:pt>
                <c:pt idx="130">
                  <c:v>17</c:v>
                </c:pt>
                <c:pt idx="131">
                  <c:v>18</c:v>
                </c:pt>
                <c:pt idx="132">
                  <c:v>18</c:v>
                </c:pt>
                <c:pt idx="133">
                  <c:v>18</c:v>
                </c:pt>
                <c:pt idx="134">
                  <c:v>19</c:v>
                </c:pt>
                <c:pt idx="135">
                  <c:v>19</c:v>
                </c:pt>
                <c:pt idx="136">
                  <c:v>19</c:v>
                </c:pt>
                <c:pt idx="137">
                  <c:v>19</c:v>
                </c:pt>
                <c:pt idx="138">
                  <c:v>20</c:v>
                </c:pt>
                <c:pt idx="139">
                  <c:v>19</c:v>
                </c:pt>
                <c:pt idx="140">
                  <c:v>19</c:v>
                </c:pt>
                <c:pt idx="141">
                  <c:v>19</c:v>
                </c:pt>
                <c:pt idx="142">
                  <c:v>19</c:v>
                </c:pt>
                <c:pt idx="143">
                  <c:v>18</c:v>
                </c:pt>
                <c:pt idx="144">
                  <c:v>17</c:v>
                </c:pt>
                <c:pt idx="145">
                  <c:v>18</c:v>
                </c:pt>
                <c:pt idx="146">
                  <c:v>17</c:v>
                </c:pt>
                <c:pt idx="147">
                  <c:v>17</c:v>
                </c:pt>
                <c:pt idx="148">
                  <c:v>18</c:v>
                </c:pt>
                <c:pt idx="149">
                  <c:v>19</c:v>
                </c:pt>
                <c:pt idx="150">
                  <c:v>20</c:v>
                </c:pt>
                <c:pt idx="151">
                  <c:v>20</c:v>
                </c:pt>
                <c:pt idx="152">
                  <c:v>20</c:v>
                </c:pt>
                <c:pt idx="153">
                  <c:v>19</c:v>
                </c:pt>
                <c:pt idx="154">
                  <c:v>19</c:v>
                </c:pt>
                <c:pt idx="155">
                  <c:v>19</c:v>
                </c:pt>
                <c:pt idx="156">
                  <c:v>19</c:v>
                </c:pt>
                <c:pt idx="157">
                  <c:v>20</c:v>
                </c:pt>
                <c:pt idx="158">
                  <c:v>21</c:v>
                </c:pt>
                <c:pt idx="159">
                  <c:v>23</c:v>
                </c:pt>
                <c:pt idx="160">
                  <c:v>23</c:v>
                </c:pt>
                <c:pt idx="161">
                  <c:v>23</c:v>
                </c:pt>
                <c:pt idx="162">
                  <c:v>23</c:v>
                </c:pt>
                <c:pt idx="163">
                  <c:v>23</c:v>
                </c:pt>
                <c:pt idx="164">
                  <c:v>23</c:v>
                </c:pt>
                <c:pt idx="165">
                  <c:v>23</c:v>
                </c:pt>
                <c:pt idx="166">
                  <c:v>23</c:v>
                </c:pt>
                <c:pt idx="167">
                  <c:v>23</c:v>
                </c:pt>
                <c:pt idx="168">
                  <c:v>23</c:v>
                </c:pt>
                <c:pt idx="169">
                  <c:v>22</c:v>
                </c:pt>
                <c:pt idx="170">
                  <c:v>24</c:v>
                </c:pt>
                <c:pt idx="171">
                  <c:v>24</c:v>
                </c:pt>
                <c:pt idx="172">
                  <c:v>24</c:v>
                </c:pt>
                <c:pt idx="173">
                  <c:v>24</c:v>
                </c:pt>
                <c:pt idx="174">
                  <c:v>25</c:v>
                </c:pt>
                <c:pt idx="175">
                  <c:v>25</c:v>
                </c:pt>
                <c:pt idx="176">
                  <c:v>25</c:v>
                </c:pt>
                <c:pt idx="177">
                  <c:v>24</c:v>
                </c:pt>
                <c:pt idx="178">
                  <c:v>23</c:v>
                </c:pt>
                <c:pt idx="179">
                  <c:v>23</c:v>
                </c:pt>
                <c:pt idx="180">
                  <c:v>23</c:v>
                </c:pt>
                <c:pt idx="181">
                  <c:v>23</c:v>
                </c:pt>
                <c:pt idx="182">
                  <c:v>24</c:v>
                </c:pt>
                <c:pt idx="183">
                  <c:v>24</c:v>
                </c:pt>
                <c:pt idx="184">
                  <c:v>25</c:v>
                </c:pt>
                <c:pt idx="185">
                  <c:v>25</c:v>
                </c:pt>
                <c:pt idx="186">
                  <c:v>25</c:v>
                </c:pt>
                <c:pt idx="187">
                  <c:v>25</c:v>
                </c:pt>
                <c:pt idx="188">
                  <c:v>25</c:v>
                </c:pt>
                <c:pt idx="189">
                  <c:v>25</c:v>
                </c:pt>
                <c:pt idx="190">
                  <c:v>25</c:v>
                </c:pt>
                <c:pt idx="191">
                  <c:v>25</c:v>
                </c:pt>
                <c:pt idx="192">
                  <c:v>25</c:v>
                </c:pt>
                <c:pt idx="193">
                  <c:v>26</c:v>
                </c:pt>
                <c:pt idx="194">
                  <c:v>27</c:v>
                </c:pt>
                <c:pt idx="195">
                  <c:v>27</c:v>
                </c:pt>
                <c:pt idx="196">
                  <c:v>27</c:v>
                </c:pt>
                <c:pt idx="197">
                  <c:v>27</c:v>
                </c:pt>
                <c:pt idx="198">
                  <c:v>27</c:v>
                </c:pt>
                <c:pt idx="199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335-42A9-B8CE-E6EE19C0BF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Lucky Foot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save1!$CQ$1416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save1!$CQ$1417:$CQ$1616</c:f>
              <c:numCache>
                <c:formatCode>General</c:formatCode>
                <c:ptCount val="200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7</c:v>
                </c:pt>
                <c:pt idx="25">
                  <c:v>7</c:v>
                </c:pt>
                <c:pt idx="26">
                  <c:v>8</c:v>
                </c:pt>
                <c:pt idx="27">
                  <c:v>9</c:v>
                </c:pt>
                <c:pt idx="28">
                  <c:v>8</c:v>
                </c:pt>
                <c:pt idx="29">
                  <c:v>8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9</c:v>
                </c:pt>
                <c:pt idx="34">
                  <c:v>9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9</c:v>
                </c:pt>
                <c:pt idx="39">
                  <c:v>9</c:v>
                </c:pt>
                <c:pt idx="40">
                  <c:v>9</c:v>
                </c:pt>
                <c:pt idx="41">
                  <c:v>9</c:v>
                </c:pt>
                <c:pt idx="42">
                  <c:v>9</c:v>
                </c:pt>
                <c:pt idx="43">
                  <c:v>9</c:v>
                </c:pt>
                <c:pt idx="44">
                  <c:v>10</c:v>
                </c:pt>
                <c:pt idx="45">
                  <c:v>10</c:v>
                </c:pt>
                <c:pt idx="46">
                  <c:v>11</c:v>
                </c:pt>
                <c:pt idx="47">
                  <c:v>11</c:v>
                </c:pt>
                <c:pt idx="48">
                  <c:v>11</c:v>
                </c:pt>
                <c:pt idx="49">
                  <c:v>11</c:v>
                </c:pt>
                <c:pt idx="50">
                  <c:v>12</c:v>
                </c:pt>
                <c:pt idx="51">
                  <c:v>13</c:v>
                </c:pt>
                <c:pt idx="52">
                  <c:v>13</c:v>
                </c:pt>
                <c:pt idx="53">
                  <c:v>13</c:v>
                </c:pt>
                <c:pt idx="54">
                  <c:v>14</c:v>
                </c:pt>
                <c:pt idx="55">
                  <c:v>14</c:v>
                </c:pt>
                <c:pt idx="56">
                  <c:v>14</c:v>
                </c:pt>
                <c:pt idx="57">
                  <c:v>15</c:v>
                </c:pt>
                <c:pt idx="58">
                  <c:v>16</c:v>
                </c:pt>
                <c:pt idx="59">
                  <c:v>17</c:v>
                </c:pt>
                <c:pt idx="60">
                  <c:v>16</c:v>
                </c:pt>
                <c:pt idx="61">
                  <c:v>17</c:v>
                </c:pt>
                <c:pt idx="62">
                  <c:v>17</c:v>
                </c:pt>
                <c:pt idx="63">
                  <c:v>17</c:v>
                </c:pt>
                <c:pt idx="64">
                  <c:v>17</c:v>
                </c:pt>
                <c:pt idx="65">
                  <c:v>17</c:v>
                </c:pt>
                <c:pt idx="66">
                  <c:v>17</c:v>
                </c:pt>
                <c:pt idx="67">
                  <c:v>17</c:v>
                </c:pt>
                <c:pt idx="68">
                  <c:v>17</c:v>
                </c:pt>
                <c:pt idx="69">
                  <c:v>18</c:v>
                </c:pt>
                <c:pt idx="70">
                  <c:v>18</c:v>
                </c:pt>
                <c:pt idx="71">
                  <c:v>18</c:v>
                </c:pt>
                <c:pt idx="72">
                  <c:v>18</c:v>
                </c:pt>
                <c:pt idx="73">
                  <c:v>17</c:v>
                </c:pt>
                <c:pt idx="74">
                  <c:v>16</c:v>
                </c:pt>
                <c:pt idx="75">
                  <c:v>16</c:v>
                </c:pt>
                <c:pt idx="76">
                  <c:v>16</c:v>
                </c:pt>
                <c:pt idx="77">
                  <c:v>17</c:v>
                </c:pt>
                <c:pt idx="78">
                  <c:v>17</c:v>
                </c:pt>
                <c:pt idx="79">
                  <c:v>17</c:v>
                </c:pt>
                <c:pt idx="80">
                  <c:v>16</c:v>
                </c:pt>
                <c:pt idx="81">
                  <c:v>17</c:v>
                </c:pt>
                <c:pt idx="82">
                  <c:v>17</c:v>
                </c:pt>
                <c:pt idx="83">
                  <c:v>16</c:v>
                </c:pt>
                <c:pt idx="84">
                  <c:v>16</c:v>
                </c:pt>
                <c:pt idx="85">
                  <c:v>16</c:v>
                </c:pt>
                <c:pt idx="86">
                  <c:v>15</c:v>
                </c:pt>
                <c:pt idx="87">
                  <c:v>15</c:v>
                </c:pt>
                <c:pt idx="88">
                  <c:v>15</c:v>
                </c:pt>
                <c:pt idx="89">
                  <c:v>15</c:v>
                </c:pt>
                <c:pt idx="90">
                  <c:v>15</c:v>
                </c:pt>
                <c:pt idx="91">
                  <c:v>16</c:v>
                </c:pt>
                <c:pt idx="92">
                  <c:v>16</c:v>
                </c:pt>
                <c:pt idx="93">
                  <c:v>16</c:v>
                </c:pt>
                <c:pt idx="94">
                  <c:v>17</c:v>
                </c:pt>
                <c:pt idx="95">
                  <c:v>17</c:v>
                </c:pt>
                <c:pt idx="96">
                  <c:v>17</c:v>
                </c:pt>
                <c:pt idx="97">
                  <c:v>17</c:v>
                </c:pt>
                <c:pt idx="98">
                  <c:v>17</c:v>
                </c:pt>
                <c:pt idx="99">
                  <c:v>16</c:v>
                </c:pt>
                <c:pt idx="100">
                  <c:v>16</c:v>
                </c:pt>
                <c:pt idx="101">
                  <c:v>17</c:v>
                </c:pt>
                <c:pt idx="102">
                  <c:v>17</c:v>
                </c:pt>
                <c:pt idx="103">
                  <c:v>17</c:v>
                </c:pt>
                <c:pt idx="104">
                  <c:v>17</c:v>
                </c:pt>
                <c:pt idx="105">
                  <c:v>17</c:v>
                </c:pt>
                <c:pt idx="106">
                  <c:v>18</c:v>
                </c:pt>
                <c:pt idx="107">
                  <c:v>17</c:v>
                </c:pt>
                <c:pt idx="108">
                  <c:v>17</c:v>
                </c:pt>
                <c:pt idx="109">
                  <c:v>17</c:v>
                </c:pt>
                <c:pt idx="110">
                  <c:v>18</c:v>
                </c:pt>
                <c:pt idx="111">
                  <c:v>18</c:v>
                </c:pt>
                <c:pt idx="112">
                  <c:v>18</c:v>
                </c:pt>
                <c:pt idx="113">
                  <c:v>17</c:v>
                </c:pt>
                <c:pt idx="114">
                  <c:v>17</c:v>
                </c:pt>
                <c:pt idx="115">
                  <c:v>17</c:v>
                </c:pt>
                <c:pt idx="116">
                  <c:v>16</c:v>
                </c:pt>
                <c:pt idx="117">
                  <c:v>16</c:v>
                </c:pt>
                <c:pt idx="118">
                  <c:v>16</c:v>
                </c:pt>
                <c:pt idx="119">
                  <c:v>16</c:v>
                </c:pt>
                <c:pt idx="120">
                  <c:v>16</c:v>
                </c:pt>
                <c:pt idx="121">
                  <c:v>16</c:v>
                </c:pt>
                <c:pt idx="122">
                  <c:v>16</c:v>
                </c:pt>
                <c:pt idx="123">
                  <c:v>17</c:v>
                </c:pt>
                <c:pt idx="124">
                  <c:v>18</c:v>
                </c:pt>
                <c:pt idx="125">
                  <c:v>17</c:v>
                </c:pt>
                <c:pt idx="126">
                  <c:v>17</c:v>
                </c:pt>
                <c:pt idx="127">
                  <c:v>17</c:v>
                </c:pt>
                <c:pt idx="128">
                  <c:v>17</c:v>
                </c:pt>
                <c:pt idx="129">
                  <c:v>17</c:v>
                </c:pt>
                <c:pt idx="130">
                  <c:v>17</c:v>
                </c:pt>
                <c:pt idx="131">
                  <c:v>18</c:v>
                </c:pt>
                <c:pt idx="132">
                  <c:v>18</c:v>
                </c:pt>
                <c:pt idx="133">
                  <c:v>18</c:v>
                </c:pt>
                <c:pt idx="134">
                  <c:v>18</c:v>
                </c:pt>
                <c:pt idx="135">
                  <c:v>18</c:v>
                </c:pt>
                <c:pt idx="136">
                  <c:v>18</c:v>
                </c:pt>
                <c:pt idx="137">
                  <c:v>18</c:v>
                </c:pt>
                <c:pt idx="138">
                  <c:v>18</c:v>
                </c:pt>
                <c:pt idx="139">
                  <c:v>19</c:v>
                </c:pt>
                <c:pt idx="140">
                  <c:v>19</c:v>
                </c:pt>
                <c:pt idx="141">
                  <c:v>19</c:v>
                </c:pt>
                <c:pt idx="142">
                  <c:v>19</c:v>
                </c:pt>
                <c:pt idx="143">
                  <c:v>19</c:v>
                </c:pt>
                <c:pt idx="144">
                  <c:v>19</c:v>
                </c:pt>
                <c:pt idx="145">
                  <c:v>19</c:v>
                </c:pt>
                <c:pt idx="146">
                  <c:v>19</c:v>
                </c:pt>
                <c:pt idx="147">
                  <c:v>19</c:v>
                </c:pt>
                <c:pt idx="148">
                  <c:v>19</c:v>
                </c:pt>
                <c:pt idx="149">
                  <c:v>19</c:v>
                </c:pt>
                <c:pt idx="150">
                  <c:v>18</c:v>
                </c:pt>
                <c:pt idx="151">
                  <c:v>19</c:v>
                </c:pt>
                <c:pt idx="152">
                  <c:v>19</c:v>
                </c:pt>
                <c:pt idx="153">
                  <c:v>20</c:v>
                </c:pt>
                <c:pt idx="154">
                  <c:v>19</c:v>
                </c:pt>
                <c:pt idx="155">
                  <c:v>19</c:v>
                </c:pt>
                <c:pt idx="156">
                  <c:v>18</c:v>
                </c:pt>
                <c:pt idx="157">
                  <c:v>18</c:v>
                </c:pt>
                <c:pt idx="158">
                  <c:v>18</c:v>
                </c:pt>
                <c:pt idx="159">
                  <c:v>17</c:v>
                </c:pt>
                <c:pt idx="160">
                  <c:v>18</c:v>
                </c:pt>
                <c:pt idx="161">
                  <c:v>19</c:v>
                </c:pt>
                <c:pt idx="162">
                  <c:v>19</c:v>
                </c:pt>
                <c:pt idx="163">
                  <c:v>19</c:v>
                </c:pt>
                <c:pt idx="164">
                  <c:v>20</c:v>
                </c:pt>
                <c:pt idx="165">
                  <c:v>21</c:v>
                </c:pt>
                <c:pt idx="166">
                  <c:v>21</c:v>
                </c:pt>
                <c:pt idx="167">
                  <c:v>21</c:v>
                </c:pt>
                <c:pt idx="168">
                  <c:v>22</c:v>
                </c:pt>
                <c:pt idx="169">
                  <c:v>22</c:v>
                </c:pt>
                <c:pt idx="170">
                  <c:v>22</c:v>
                </c:pt>
                <c:pt idx="171">
                  <c:v>22</c:v>
                </c:pt>
                <c:pt idx="172">
                  <c:v>21</c:v>
                </c:pt>
                <c:pt idx="173">
                  <c:v>22</c:v>
                </c:pt>
                <c:pt idx="174">
                  <c:v>22</c:v>
                </c:pt>
                <c:pt idx="175">
                  <c:v>22</c:v>
                </c:pt>
                <c:pt idx="176">
                  <c:v>22</c:v>
                </c:pt>
                <c:pt idx="177">
                  <c:v>22</c:v>
                </c:pt>
                <c:pt idx="178">
                  <c:v>22</c:v>
                </c:pt>
                <c:pt idx="179">
                  <c:v>22</c:v>
                </c:pt>
                <c:pt idx="180">
                  <c:v>22</c:v>
                </c:pt>
                <c:pt idx="181">
                  <c:v>22</c:v>
                </c:pt>
                <c:pt idx="182">
                  <c:v>22</c:v>
                </c:pt>
                <c:pt idx="183">
                  <c:v>22</c:v>
                </c:pt>
                <c:pt idx="184">
                  <c:v>22</c:v>
                </c:pt>
                <c:pt idx="185">
                  <c:v>21</c:v>
                </c:pt>
                <c:pt idx="186">
                  <c:v>21</c:v>
                </c:pt>
                <c:pt idx="187">
                  <c:v>21</c:v>
                </c:pt>
                <c:pt idx="188">
                  <c:v>21</c:v>
                </c:pt>
                <c:pt idx="189">
                  <c:v>20</c:v>
                </c:pt>
                <c:pt idx="190">
                  <c:v>20</c:v>
                </c:pt>
                <c:pt idx="191">
                  <c:v>20</c:v>
                </c:pt>
                <c:pt idx="192">
                  <c:v>20</c:v>
                </c:pt>
                <c:pt idx="193">
                  <c:v>20</c:v>
                </c:pt>
                <c:pt idx="194">
                  <c:v>19</c:v>
                </c:pt>
                <c:pt idx="195">
                  <c:v>19</c:v>
                </c:pt>
                <c:pt idx="196">
                  <c:v>20</c:v>
                </c:pt>
                <c:pt idx="197">
                  <c:v>21</c:v>
                </c:pt>
                <c:pt idx="198">
                  <c:v>20</c:v>
                </c:pt>
                <c:pt idx="199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E-4594-9C14-9A08BADB6443}"/>
            </c:ext>
          </c:extLst>
        </c:ser>
        <c:ser>
          <c:idx val="1"/>
          <c:order val="1"/>
          <c:tx>
            <c:strRef>
              <c:f>save1!$CR$1416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save1!$CR$1417:$CR$1616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</c:v>
                </c:pt>
                <c:pt idx="31">
                  <c:v>2</c:v>
                </c:pt>
                <c:pt idx="32">
                  <c:v>2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1</c:v>
                </c:pt>
                <c:pt idx="38">
                  <c:v>2</c:v>
                </c:pt>
                <c:pt idx="39">
                  <c:v>2</c:v>
                </c:pt>
                <c:pt idx="40">
                  <c:v>3</c:v>
                </c:pt>
                <c:pt idx="41">
                  <c:v>3</c:v>
                </c:pt>
                <c:pt idx="42">
                  <c:v>4</c:v>
                </c:pt>
                <c:pt idx="43">
                  <c:v>4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9</c:v>
                </c:pt>
                <c:pt idx="59">
                  <c:v>9</c:v>
                </c:pt>
                <c:pt idx="60">
                  <c:v>11</c:v>
                </c:pt>
                <c:pt idx="61">
                  <c:v>11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9</c:v>
                </c:pt>
                <c:pt idx="66">
                  <c:v>10</c:v>
                </c:pt>
                <c:pt idx="67">
                  <c:v>11</c:v>
                </c:pt>
                <c:pt idx="68">
                  <c:v>11</c:v>
                </c:pt>
                <c:pt idx="69">
                  <c:v>10</c:v>
                </c:pt>
                <c:pt idx="70">
                  <c:v>10</c:v>
                </c:pt>
                <c:pt idx="71">
                  <c:v>9</c:v>
                </c:pt>
                <c:pt idx="72">
                  <c:v>10</c:v>
                </c:pt>
                <c:pt idx="73">
                  <c:v>10</c:v>
                </c:pt>
                <c:pt idx="74">
                  <c:v>11</c:v>
                </c:pt>
                <c:pt idx="75">
                  <c:v>11</c:v>
                </c:pt>
                <c:pt idx="76">
                  <c:v>10</c:v>
                </c:pt>
                <c:pt idx="77">
                  <c:v>10</c:v>
                </c:pt>
                <c:pt idx="78">
                  <c:v>9</c:v>
                </c:pt>
                <c:pt idx="79">
                  <c:v>9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9</c:v>
                </c:pt>
                <c:pt idx="91">
                  <c:v>9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9</c:v>
                </c:pt>
                <c:pt idx="100">
                  <c:v>9</c:v>
                </c:pt>
                <c:pt idx="101">
                  <c:v>8</c:v>
                </c:pt>
                <c:pt idx="102">
                  <c:v>8</c:v>
                </c:pt>
                <c:pt idx="103">
                  <c:v>9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9</c:v>
                </c:pt>
                <c:pt idx="108">
                  <c:v>9</c:v>
                </c:pt>
                <c:pt idx="109">
                  <c:v>9</c:v>
                </c:pt>
                <c:pt idx="110">
                  <c:v>9</c:v>
                </c:pt>
                <c:pt idx="111">
                  <c:v>9</c:v>
                </c:pt>
                <c:pt idx="112">
                  <c:v>9</c:v>
                </c:pt>
                <c:pt idx="113">
                  <c:v>9</c:v>
                </c:pt>
                <c:pt idx="114">
                  <c:v>9</c:v>
                </c:pt>
                <c:pt idx="115">
                  <c:v>10</c:v>
                </c:pt>
                <c:pt idx="116">
                  <c:v>11</c:v>
                </c:pt>
                <c:pt idx="117">
                  <c:v>10</c:v>
                </c:pt>
                <c:pt idx="118">
                  <c:v>12</c:v>
                </c:pt>
                <c:pt idx="119">
                  <c:v>11</c:v>
                </c:pt>
                <c:pt idx="120">
                  <c:v>11</c:v>
                </c:pt>
                <c:pt idx="121">
                  <c:v>11</c:v>
                </c:pt>
                <c:pt idx="122">
                  <c:v>11</c:v>
                </c:pt>
                <c:pt idx="123">
                  <c:v>10</c:v>
                </c:pt>
                <c:pt idx="124">
                  <c:v>9</c:v>
                </c:pt>
                <c:pt idx="125">
                  <c:v>9</c:v>
                </c:pt>
                <c:pt idx="126">
                  <c:v>10</c:v>
                </c:pt>
                <c:pt idx="127">
                  <c:v>10</c:v>
                </c:pt>
                <c:pt idx="128">
                  <c:v>10</c:v>
                </c:pt>
                <c:pt idx="129">
                  <c:v>10</c:v>
                </c:pt>
                <c:pt idx="130">
                  <c:v>10</c:v>
                </c:pt>
                <c:pt idx="131">
                  <c:v>10</c:v>
                </c:pt>
                <c:pt idx="132">
                  <c:v>10</c:v>
                </c:pt>
                <c:pt idx="133">
                  <c:v>10</c:v>
                </c:pt>
                <c:pt idx="134">
                  <c:v>10</c:v>
                </c:pt>
                <c:pt idx="135">
                  <c:v>10</c:v>
                </c:pt>
                <c:pt idx="136">
                  <c:v>10</c:v>
                </c:pt>
                <c:pt idx="137">
                  <c:v>10</c:v>
                </c:pt>
                <c:pt idx="138">
                  <c:v>10</c:v>
                </c:pt>
                <c:pt idx="139">
                  <c:v>9</c:v>
                </c:pt>
                <c:pt idx="140">
                  <c:v>10</c:v>
                </c:pt>
                <c:pt idx="141">
                  <c:v>10</c:v>
                </c:pt>
                <c:pt idx="142">
                  <c:v>10</c:v>
                </c:pt>
                <c:pt idx="143">
                  <c:v>10</c:v>
                </c:pt>
                <c:pt idx="144">
                  <c:v>10</c:v>
                </c:pt>
                <c:pt idx="145">
                  <c:v>9</c:v>
                </c:pt>
                <c:pt idx="146">
                  <c:v>10</c:v>
                </c:pt>
                <c:pt idx="147">
                  <c:v>10</c:v>
                </c:pt>
                <c:pt idx="148">
                  <c:v>10</c:v>
                </c:pt>
                <c:pt idx="149">
                  <c:v>10</c:v>
                </c:pt>
                <c:pt idx="150">
                  <c:v>10</c:v>
                </c:pt>
                <c:pt idx="151">
                  <c:v>10</c:v>
                </c:pt>
                <c:pt idx="152">
                  <c:v>10</c:v>
                </c:pt>
                <c:pt idx="153">
                  <c:v>10</c:v>
                </c:pt>
                <c:pt idx="154">
                  <c:v>10</c:v>
                </c:pt>
                <c:pt idx="155">
                  <c:v>10</c:v>
                </c:pt>
                <c:pt idx="156">
                  <c:v>10</c:v>
                </c:pt>
                <c:pt idx="157">
                  <c:v>10</c:v>
                </c:pt>
                <c:pt idx="158">
                  <c:v>9</c:v>
                </c:pt>
                <c:pt idx="159">
                  <c:v>9</c:v>
                </c:pt>
                <c:pt idx="160">
                  <c:v>9</c:v>
                </c:pt>
                <c:pt idx="161">
                  <c:v>9</c:v>
                </c:pt>
                <c:pt idx="162">
                  <c:v>9</c:v>
                </c:pt>
                <c:pt idx="163">
                  <c:v>9</c:v>
                </c:pt>
                <c:pt idx="164">
                  <c:v>9</c:v>
                </c:pt>
                <c:pt idx="165">
                  <c:v>9</c:v>
                </c:pt>
                <c:pt idx="166">
                  <c:v>8</c:v>
                </c:pt>
                <c:pt idx="167">
                  <c:v>8</c:v>
                </c:pt>
                <c:pt idx="168">
                  <c:v>9</c:v>
                </c:pt>
                <c:pt idx="169">
                  <c:v>10</c:v>
                </c:pt>
                <c:pt idx="170">
                  <c:v>9</c:v>
                </c:pt>
                <c:pt idx="171">
                  <c:v>9</c:v>
                </c:pt>
                <c:pt idx="172">
                  <c:v>9</c:v>
                </c:pt>
                <c:pt idx="173">
                  <c:v>8</c:v>
                </c:pt>
                <c:pt idx="174">
                  <c:v>8</c:v>
                </c:pt>
                <c:pt idx="175">
                  <c:v>8</c:v>
                </c:pt>
                <c:pt idx="176">
                  <c:v>9</c:v>
                </c:pt>
                <c:pt idx="177">
                  <c:v>9</c:v>
                </c:pt>
                <c:pt idx="178">
                  <c:v>9</c:v>
                </c:pt>
                <c:pt idx="179">
                  <c:v>10</c:v>
                </c:pt>
                <c:pt idx="180">
                  <c:v>10</c:v>
                </c:pt>
                <c:pt idx="181">
                  <c:v>10</c:v>
                </c:pt>
                <c:pt idx="182">
                  <c:v>10</c:v>
                </c:pt>
                <c:pt idx="183">
                  <c:v>11</c:v>
                </c:pt>
                <c:pt idx="184">
                  <c:v>11</c:v>
                </c:pt>
                <c:pt idx="185">
                  <c:v>12</c:v>
                </c:pt>
                <c:pt idx="186">
                  <c:v>12</c:v>
                </c:pt>
                <c:pt idx="187">
                  <c:v>12</c:v>
                </c:pt>
                <c:pt idx="188">
                  <c:v>12</c:v>
                </c:pt>
                <c:pt idx="189">
                  <c:v>13</c:v>
                </c:pt>
                <c:pt idx="190">
                  <c:v>13</c:v>
                </c:pt>
                <c:pt idx="191">
                  <c:v>13</c:v>
                </c:pt>
                <c:pt idx="192">
                  <c:v>12</c:v>
                </c:pt>
                <c:pt idx="193">
                  <c:v>12</c:v>
                </c:pt>
                <c:pt idx="194">
                  <c:v>12</c:v>
                </c:pt>
                <c:pt idx="195">
                  <c:v>12</c:v>
                </c:pt>
                <c:pt idx="196">
                  <c:v>12</c:v>
                </c:pt>
                <c:pt idx="197">
                  <c:v>12</c:v>
                </c:pt>
                <c:pt idx="198">
                  <c:v>13</c:v>
                </c:pt>
                <c:pt idx="199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E-4594-9C14-9A08BADB6443}"/>
            </c:ext>
          </c:extLst>
        </c:ser>
        <c:ser>
          <c:idx val="2"/>
          <c:order val="2"/>
          <c:tx>
            <c:strRef>
              <c:f>save1!$CS$1416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save1!$CS$1417:$CS$1616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2</c:v>
                </c:pt>
                <c:pt idx="78">
                  <c:v>2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0</c:v>
                </c:pt>
                <c:pt idx="87">
                  <c:v>0</c:v>
                </c:pt>
                <c:pt idx="88">
                  <c:v>1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2</c:v>
                </c:pt>
                <c:pt idx="103">
                  <c:v>2</c:v>
                </c:pt>
                <c:pt idx="104">
                  <c:v>2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0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2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91E-4594-9C14-9A08BADB6443}"/>
            </c:ext>
          </c:extLst>
        </c:ser>
        <c:ser>
          <c:idx val="3"/>
          <c:order val="3"/>
          <c:tx>
            <c:strRef>
              <c:f>save1!$CT$1416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save1!$CT$1417:$CT$1616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3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2</c:v>
                </c:pt>
                <c:pt idx="44">
                  <c:v>2</c:v>
                </c:pt>
                <c:pt idx="45">
                  <c:v>4</c:v>
                </c:pt>
                <c:pt idx="46">
                  <c:v>4</c:v>
                </c:pt>
                <c:pt idx="47">
                  <c:v>4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4</c:v>
                </c:pt>
                <c:pt idx="60">
                  <c:v>4</c:v>
                </c:pt>
                <c:pt idx="61">
                  <c:v>4</c:v>
                </c:pt>
                <c:pt idx="62">
                  <c:v>4</c:v>
                </c:pt>
                <c:pt idx="63">
                  <c:v>4</c:v>
                </c:pt>
                <c:pt idx="64">
                  <c:v>4</c:v>
                </c:pt>
                <c:pt idx="65">
                  <c:v>4</c:v>
                </c:pt>
                <c:pt idx="66">
                  <c:v>4</c:v>
                </c:pt>
                <c:pt idx="67">
                  <c:v>3</c:v>
                </c:pt>
                <c:pt idx="68">
                  <c:v>3</c:v>
                </c:pt>
                <c:pt idx="69">
                  <c:v>3</c:v>
                </c:pt>
                <c:pt idx="70">
                  <c:v>3</c:v>
                </c:pt>
                <c:pt idx="71">
                  <c:v>3</c:v>
                </c:pt>
                <c:pt idx="72">
                  <c:v>3</c:v>
                </c:pt>
                <c:pt idx="73">
                  <c:v>3</c:v>
                </c:pt>
                <c:pt idx="74">
                  <c:v>3</c:v>
                </c:pt>
                <c:pt idx="75">
                  <c:v>3</c:v>
                </c:pt>
                <c:pt idx="76">
                  <c:v>3</c:v>
                </c:pt>
                <c:pt idx="77">
                  <c:v>3</c:v>
                </c:pt>
                <c:pt idx="78">
                  <c:v>3</c:v>
                </c:pt>
                <c:pt idx="79">
                  <c:v>3</c:v>
                </c:pt>
                <c:pt idx="80">
                  <c:v>3</c:v>
                </c:pt>
                <c:pt idx="81">
                  <c:v>2</c:v>
                </c:pt>
                <c:pt idx="82">
                  <c:v>2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2</c:v>
                </c:pt>
                <c:pt idx="155">
                  <c:v>2</c:v>
                </c:pt>
                <c:pt idx="156">
                  <c:v>3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2</c:v>
                </c:pt>
                <c:pt idx="161">
                  <c:v>3</c:v>
                </c:pt>
                <c:pt idx="162">
                  <c:v>2</c:v>
                </c:pt>
                <c:pt idx="163">
                  <c:v>2</c:v>
                </c:pt>
                <c:pt idx="164">
                  <c:v>1</c:v>
                </c:pt>
                <c:pt idx="165">
                  <c:v>2</c:v>
                </c:pt>
                <c:pt idx="166">
                  <c:v>2</c:v>
                </c:pt>
                <c:pt idx="167">
                  <c:v>1</c:v>
                </c:pt>
                <c:pt idx="168">
                  <c:v>0</c:v>
                </c:pt>
                <c:pt idx="169">
                  <c:v>0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1</c:v>
                </c:pt>
                <c:pt idx="196">
                  <c:v>1</c:v>
                </c:pt>
                <c:pt idx="197">
                  <c:v>2</c:v>
                </c:pt>
                <c:pt idx="198">
                  <c:v>2</c:v>
                </c:pt>
                <c:pt idx="19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91E-4594-9C14-9A08BADB6443}"/>
            </c:ext>
          </c:extLst>
        </c:ser>
        <c:ser>
          <c:idx val="4"/>
          <c:order val="4"/>
          <c:tx>
            <c:strRef>
              <c:f>save1!$CU$1416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save1!$CU$1417:$CU$1616</c:f>
              <c:numCache>
                <c:formatCode>General</c:formatCode>
                <c:ptCount val="2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2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5</c:v>
                </c:pt>
                <c:pt idx="33">
                  <c:v>5</c:v>
                </c:pt>
                <c:pt idx="34">
                  <c:v>6</c:v>
                </c:pt>
                <c:pt idx="35">
                  <c:v>5</c:v>
                </c:pt>
                <c:pt idx="36">
                  <c:v>6</c:v>
                </c:pt>
                <c:pt idx="37">
                  <c:v>6</c:v>
                </c:pt>
                <c:pt idx="38">
                  <c:v>7</c:v>
                </c:pt>
                <c:pt idx="39">
                  <c:v>7</c:v>
                </c:pt>
                <c:pt idx="40">
                  <c:v>7</c:v>
                </c:pt>
                <c:pt idx="41">
                  <c:v>7</c:v>
                </c:pt>
                <c:pt idx="42">
                  <c:v>6</c:v>
                </c:pt>
                <c:pt idx="43">
                  <c:v>5</c:v>
                </c:pt>
                <c:pt idx="44">
                  <c:v>5</c:v>
                </c:pt>
                <c:pt idx="45">
                  <c:v>6</c:v>
                </c:pt>
                <c:pt idx="46">
                  <c:v>6</c:v>
                </c:pt>
                <c:pt idx="47">
                  <c:v>7</c:v>
                </c:pt>
                <c:pt idx="48">
                  <c:v>7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</c:v>
                </c:pt>
                <c:pt idx="53">
                  <c:v>8</c:v>
                </c:pt>
                <c:pt idx="54">
                  <c:v>7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7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  <c:pt idx="66">
                  <c:v>6</c:v>
                </c:pt>
                <c:pt idx="67">
                  <c:v>6</c:v>
                </c:pt>
                <c:pt idx="68">
                  <c:v>6</c:v>
                </c:pt>
                <c:pt idx="69">
                  <c:v>6</c:v>
                </c:pt>
                <c:pt idx="70">
                  <c:v>6</c:v>
                </c:pt>
                <c:pt idx="71">
                  <c:v>6</c:v>
                </c:pt>
                <c:pt idx="72">
                  <c:v>6</c:v>
                </c:pt>
                <c:pt idx="73">
                  <c:v>8</c:v>
                </c:pt>
                <c:pt idx="74">
                  <c:v>9</c:v>
                </c:pt>
                <c:pt idx="75">
                  <c:v>9</c:v>
                </c:pt>
                <c:pt idx="76">
                  <c:v>11</c:v>
                </c:pt>
                <c:pt idx="77">
                  <c:v>11</c:v>
                </c:pt>
                <c:pt idx="78">
                  <c:v>11</c:v>
                </c:pt>
                <c:pt idx="79">
                  <c:v>11</c:v>
                </c:pt>
                <c:pt idx="80">
                  <c:v>11</c:v>
                </c:pt>
                <c:pt idx="81">
                  <c:v>11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9</c:v>
                </c:pt>
                <c:pt idx="86">
                  <c:v>9</c:v>
                </c:pt>
                <c:pt idx="87">
                  <c:v>10</c:v>
                </c:pt>
                <c:pt idx="88">
                  <c:v>11</c:v>
                </c:pt>
                <c:pt idx="89">
                  <c:v>11</c:v>
                </c:pt>
                <c:pt idx="90">
                  <c:v>11</c:v>
                </c:pt>
                <c:pt idx="91">
                  <c:v>12</c:v>
                </c:pt>
                <c:pt idx="92">
                  <c:v>12</c:v>
                </c:pt>
                <c:pt idx="93">
                  <c:v>12</c:v>
                </c:pt>
                <c:pt idx="94">
                  <c:v>12</c:v>
                </c:pt>
                <c:pt idx="95">
                  <c:v>12</c:v>
                </c:pt>
                <c:pt idx="96">
                  <c:v>12</c:v>
                </c:pt>
                <c:pt idx="97">
                  <c:v>12</c:v>
                </c:pt>
                <c:pt idx="98">
                  <c:v>12</c:v>
                </c:pt>
                <c:pt idx="99">
                  <c:v>12</c:v>
                </c:pt>
                <c:pt idx="100">
                  <c:v>13</c:v>
                </c:pt>
                <c:pt idx="101">
                  <c:v>12</c:v>
                </c:pt>
                <c:pt idx="102">
                  <c:v>12</c:v>
                </c:pt>
                <c:pt idx="103">
                  <c:v>12</c:v>
                </c:pt>
                <c:pt idx="104">
                  <c:v>12</c:v>
                </c:pt>
                <c:pt idx="105">
                  <c:v>12</c:v>
                </c:pt>
                <c:pt idx="106">
                  <c:v>11</c:v>
                </c:pt>
                <c:pt idx="107">
                  <c:v>11</c:v>
                </c:pt>
                <c:pt idx="108">
                  <c:v>12</c:v>
                </c:pt>
                <c:pt idx="109">
                  <c:v>12</c:v>
                </c:pt>
                <c:pt idx="110">
                  <c:v>12</c:v>
                </c:pt>
                <c:pt idx="111">
                  <c:v>12</c:v>
                </c:pt>
                <c:pt idx="112">
                  <c:v>11</c:v>
                </c:pt>
                <c:pt idx="113">
                  <c:v>11</c:v>
                </c:pt>
                <c:pt idx="114">
                  <c:v>11</c:v>
                </c:pt>
                <c:pt idx="115">
                  <c:v>11</c:v>
                </c:pt>
                <c:pt idx="116">
                  <c:v>11</c:v>
                </c:pt>
                <c:pt idx="117">
                  <c:v>11</c:v>
                </c:pt>
                <c:pt idx="118">
                  <c:v>10</c:v>
                </c:pt>
                <c:pt idx="119">
                  <c:v>11</c:v>
                </c:pt>
                <c:pt idx="120">
                  <c:v>10</c:v>
                </c:pt>
                <c:pt idx="121">
                  <c:v>10</c:v>
                </c:pt>
                <c:pt idx="122">
                  <c:v>10</c:v>
                </c:pt>
                <c:pt idx="123">
                  <c:v>10</c:v>
                </c:pt>
                <c:pt idx="124">
                  <c:v>10</c:v>
                </c:pt>
                <c:pt idx="125">
                  <c:v>10</c:v>
                </c:pt>
                <c:pt idx="126">
                  <c:v>11</c:v>
                </c:pt>
                <c:pt idx="127">
                  <c:v>11</c:v>
                </c:pt>
                <c:pt idx="128">
                  <c:v>11</c:v>
                </c:pt>
                <c:pt idx="129">
                  <c:v>11</c:v>
                </c:pt>
                <c:pt idx="130">
                  <c:v>11</c:v>
                </c:pt>
                <c:pt idx="131">
                  <c:v>11</c:v>
                </c:pt>
                <c:pt idx="132">
                  <c:v>11</c:v>
                </c:pt>
                <c:pt idx="133">
                  <c:v>12</c:v>
                </c:pt>
                <c:pt idx="134">
                  <c:v>12</c:v>
                </c:pt>
                <c:pt idx="135">
                  <c:v>13</c:v>
                </c:pt>
                <c:pt idx="136">
                  <c:v>13</c:v>
                </c:pt>
                <c:pt idx="137">
                  <c:v>13</c:v>
                </c:pt>
                <c:pt idx="138">
                  <c:v>14</c:v>
                </c:pt>
                <c:pt idx="139">
                  <c:v>13</c:v>
                </c:pt>
                <c:pt idx="140">
                  <c:v>13</c:v>
                </c:pt>
                <c:pt idx="141">
                  <c:v>13</c:v>
                </c:pt>
                <c:pt idx="142">
                  <c:v>13</c:v>
                </c:pt>
                <c:pt idx="143">
                  <c:v>13</c:v>
                </c:pt>
                <c:pt idx="144">
                  <c:v>13</c:v>
                </c:pt>
                <c:pt idx="145">
                  <c:v>13</c:v>
                </c:pt>
                <c:pt idx="146">
                  <c:v>12</c:v>
                </c:pt>
                <c:pt idx="147">
                  <c:v>12</c:v>
                </c:pt>
                <c:pt idx="148">
                  <c:v>12</c:v>
                </c:pt>
                <c:pt idx="149">
                  <c:v>12</c:v>
                </c:pt>
                <c:pt idx="150">
                  <c:v>12</c:v>
                </c:pt>
                <c:pt idx="151">
                  <c:v>12</c:v>
                </c:pt>
                <c:pt idx="152">
                  <c:v>12</c:v>
                </c:pt>
                <c:pt idx="153">
                  <c:v>13</c:v>
                </c:pt>
                <c:pt idx="154">
                  <c:v>13</c:v>
                </c:pt>
                <c:pt idx="155">
                  <c:v>13</c:v>
                </c:pt>
                <c:pt idx="156">
                  <c:v>13</c:v>
                </c:pt>
                <c:pt idx="157">
                  <c:v>13</c:v>
                </c:pt>
                <c:pt idx="158">
                  <c:v>13</c:v>
                </c:pt>
                <c:pt idx="159">
                  <c:v>13</c:v>
                </c:pt>
                <c:pt idx="160">
                  <c:v>12</c:v>
                </c:pt>
                <c:pt idx="161">
                  <c:v>12</c:v>
                </c:pt>
                <c:pt idx="162">
                  <c:v>12</c:v>
                </c:pt>
                <c:pt idx="163">
                  <c:v>12</c:v>
                </c:pt>
                <c:pt idx="164">
                  <c:v>11</c:v>
                </c:pt>
                <c:pt idx="165">
                  <c:v>11</c:v>
                </c:pt>
                <c:pt idx="166">
                  <c:v>11</c:v>
                </c:pt>
                <c:pt idx="167">
                  <c:v>12</c:v>
                </c:pt>
                <c:pt idx="168">
                  <c:v>12</c:v>
                </c:pt>
                <c:pt idx="169">
                  <c:v>13</c:v>
                </c:pt>
                <c:pt idx="170">
                  <c:v>13</c:v>
                </c:pt>
                <c:pt idx="171">
                  <c:v>14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16</c:v>
                </c:pt>
                <c:pt idx="177">
                  <c:v>16</c:v>
                </c:pt>
                <c:pt idx="178">
                  <c:v>16</c:v>
                </c:pt>
                <c:pt idx="179">
                  <c:v>15</c:v>
                </c:pt>
                <c:pt idx="180">
                  <c:v>16</c:v>
                </c:pt>
                <c:pt idx="181">
                  <c:v>16</c:v>
                </c:pt>
                <c:pt idx="182">
                  <c:v>16</c:v>
                </c:pt>
                <c:pt idx="183">
                  <c:v>16</c:v>
                </c:pt>
                <c:pt idx="184">
                  <c:v>16</c:v>
                </c:pt>
                <c:pt idx="185">
                  <c:v>16</c:v>
                </c:pt>
                <c:pt idx="186">
                  <c:v>15</c:v>
                </c:pt>
                <c:pt idx="187">
                  <c:v>15</c:v>
                </c:pt>
                <c:pt idx="188">
                  <c:v>15</c:v>
                </c:pt>
                <c:pt idx="189">
                  <c:v>15</c:v>
                </c:pt>
                <c:pt idx="190">
                  <c:v>15</c:v>
                </c:pt>
                <c:pt idx="191">
                  <c:v>15</c:v>
                </c:pt>
                <c:pt idx="192">
                  <c:v>16</c:v>
                </c:pt>
                <c:pt idx="193">
                  <c:v>16</c:v>
                </c:pt>
                <c:pt idx="194">
                  <c:v>16</c:v>
                </c:pt>
                <c:pt idx="195">
                  <c:v>16</c:v>
                </c:pt>
                <c:pt idx="196">
                  <c:v>16</c:v>
                </c:pt>
                <c:pt idx="197">
                  <c:v>16</c:v>
                </c:pt>
                <c:pt idx="198">
                  <c:v>16</c:v>
                </c:pt>
                <c:pt idx="19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91E-4594-9C14-9A08BADB6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Gilded Key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save1!$CQ$1618</c:f>
              <c:strCache>
                <c:ptCount val="1"/>
                <c:pt idx="0">
                  <c:v>Attempt 1</c:v>
                </c:pt>
              </c:strCache>
            </c:strRef>
          </c:tx>
          <c:spPr>
            <a:ln w="28575" cap="rnd">
              <a:solidFill>
                <a:srgbClr val="FF0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save1!$CQ$1619:$CQ$1818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69-449B-A745-DBFCA69F7B47}"/>
            </c:ext>
          </c:extLst>
        </c:ser>
        <c:ser>
          <c:idx val="1"/>
          <c:order val="1"/>
          <c:tx>
            <c:strRef>
              <c:f>save1!$CR$1618</c:f>
              <c:strCache>
                <c:ptCount val="1"/>
                <c:pt idx="0">
                  <c:v>Attempt 2</c:v>
                </c:pt>
              </c:strCache>
            </c:strRef>
          </c:tx>
          <c:spPr>
            <a:ln w="28575" cap="rnd">
              <a:solidFill>
                <a:srgbClr val="FFC00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save1!$CR$1619:$CR$1818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69-449B-A745-DBFCA69F7B47}"/>
            </c:ext>
          </c:extLst>
        </c:ser>
        <c:ser>
          <c:idx val="2"/>
          <c:order val="2"/>
          <c:tx>
            <c:strRef>
              <c:f>save1!$CS$1618</c:f>
              <c:strCache>
                <c:ptCount val="1"/>
                <c:pt idx="0">
                  <c:v>Attempt 3</c:v>
                </c:pt>
              </c:strCache>
            </c:strRef>
          </c:tx>
          <c:spPr>
            <a:ln w="28575" cap="rnd">
              <a:solidFill>
                <a:srgbClr val="00B05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save1!$CS$1619:$CS$1818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2</c:v>
                </c:pt>
                <c:pt idx="18">
                  <c:v>2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5</c:v>
                </c:pt>
                <c:pt idx="38">
                  <c:v>4</c:v>
                </c:pt>
                <c:pt idx="39">
                  <c:v>4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1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69-449B-A745-DBFCA69F7B47}"/>
            </c:ext>
          </c:extLst>
        </c:ser>
        <c:ser>
          <c:idx val="3"/>
          <c:order val="3"/>
          <c:tx>
            <c:strRef>
              <c:f>save1!$CT$1618</c:f>
              <c:strCache>
                <c:ptCount val="1"/>
                <c:pt idx="0">
                  <c:v>Attempt 4</c:v>
                </c:pt>
              </c:strCache>
            </c:strRef>
          </c:tx>
          <c:spPr>
            <a:ln w="28575" cap="rnd">
              <a:solidFill>
                <a:srgbClr val="0070C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save1!$CT$1619:$CT$1818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069-449B-A745-DBFCA69F7B47}"/>
            </c:ext>
          </c:extLst>
        </c:ser>
        <c:ser>
          <c:idx val="4"/>
          <c:order val="4"/>
          <c:tx>
            <c:strRef>
              <c:f>save1!$CU$1618</c:f>
              <c:strCache>
                <c:ptCount val="1"/>
                <c:pt idx="0">
                  <c:v>Attempt 5</c:v>
                </c:pt>
              </c:strCache>
            </c:strRef>
          </c:tx>
          <c:spPr>
            <a:ln w="28575" cap="rnd">
              <a:solidFill>
                <a:srgbClr val="7030A0">
                  <a:alpha val="50000"/>
                </a:srgbClr>
              </a:solidFill>
              <a:round/>
            </a:ln>
            <a:effectLst/>
          </c:spPr>
          <c:marker>
            <c:symbol val="none"/>
          </c:marker>
          <c:val>
            <c:numRef>
              <c:f>save1!$CU$1619:$CU$1818</c:f>
              <c:numCache>
                <c:formatCode>General</c:formatCode>
                <c:ptCount val="200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069-449B-A745-DBFCA69F7B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690384"/>
        <c:axId val="1541692784"/>
      </c:lineChart>
      <c:catAx>
        <c:axId val="1541690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2784"/>
        <c:crosses val="autoZero"/>
        <c:auto val="1"/>
        <c:lblAlgn val="ctr"/>
        <c:lblOffset val="100"/>
        <c:noMultiLvlLbl val="0"/>
      </c:catAx>
      <c:valAx>
        <c:axId val="1541692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16903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BF0188-8B2A-E79D-68C2-86410554C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0FF619-4B18-E883-E7C4-730CC0EC44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F1BDF-ED66-43E3-A717-9DD94E3EAFF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A01EE-623C-13AC-08F6-2B9BF4EB2A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83493-F24C-1672-77D5-50B517B6B0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37FCA-6E5E-43B5-BE82-813654FE0D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2179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0AC1F-116A-4E6D-8A4C-38F0B533475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53D0A-4CA7-4131-8EDF-3F64CB09B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917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AA5E2-2112-FA31-0AFD-0C1EE71A7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48ED1-C5AB-7B24-822A-B1CCE922E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76A96-D707-8627-5C3A-634584A07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6FCE8-E58E-49D7-E2B3-4D1F2757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0453-6379-58D3-59C8-9A1C062A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9F94-4C55-2554-01F3-6CAAB225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F774-7E0E-CA83-2804-A12374C5F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5BFBF-E635-A710-A1C0-96F29144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623A-B9E3-68E6-8945-9943493F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44B45-3C10-2A09-1065-FCF071CA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1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A6E7-DD6B-BB0E-1454-4BC547CD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2B21C-4793-CC22-B69B-CC4A58427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33F37-67B1-187E-7E26-B602F4477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9ACF0-F0D5-F0F4-E91F-07D73748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DBC30-B727-A026-5201-39D259A15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5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A8B5-A5F2-E578-DA4D-5FDF4821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3B67-8019-2CB5-11C4-E85EF3B90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575C0-547B-110D-7DC7-E5970DEA2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7F638-3A92-DB14-FE6B-1DEFFFFD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1207D-00DA-96E9-38E9-DC78F76F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0D847-5DF0-0ACC-B9F7-6E857E2E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63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DC256-DE18-878B-E086-480963F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82627-4EDA-507A-D79A-FE235B48D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8FC0F-AC7A-4B42-5A59-2DE0C3F52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8427E-B287-60BB-3739-636972CA9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246E1F-C1C0-0489-1CFF-656300174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DC4165-5203-E3BC-B48B-E9C73ECB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2E511-7ABB-AA63-BE42-625E9356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4168F7-38FC-07B4-34C5-7E4382BC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7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F41B-723E-C1AC-1033-528904F4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6F9B8-4D25-D528-D65D-C706EA39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127C6-5587-C1B2-6602-CCE3677C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EC949-8C90-06D0-7DEE-AAF3EE10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53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50B17-002C-273F-5967-9D5AFBE1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9FB6F3-F447-C365-4A30-85B2535C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D5099-C684-E0BB-19FF-A6F14385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4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2256-5A9D-8903-7DCD-97C229E7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CEC2-0542-3703-1DCE-C58D439A0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F4E01-B7EE-7879-46CF-441C58BB5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AB497-4A75-18F8-442D-3F89FD5C0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B4D6F-271C-B562-A555-D070F8311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336A3-2968-7BBE-D368-508A2F4A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B018-A906-937C-173F-3E0AE52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7E6835-CFA1-A2B9-F27E-5E0F4F51F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D69FF-2EB8-FFAE-8BDC-4FAD06808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E67EE-0CDD-2966-0C99-0FCC4231F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1B47-C9BB-292F-852A-BA4AAC61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25650-CE7D-EAF8-7067-1F28AE42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8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B9781-13F6-F42B-FC0B-A95D854E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6D96F-C39D-64DE-C537-45F8F149A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A0A68-0F82-1698-B0A2-3ABB093F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91674-D679-E9F6-032A-B5225FA8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C70FB-C2AB-EAF2-1FA3-3B168BC6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3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71B713-CA25-E3E5-6C43-BDD542BF0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D4281A-59D2-700D-1E3D-BA37D64A5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138E6-93A0-244B-841C-45BB0B5D1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0115-F6D1-41C3-737C-0B788996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F99E4-1A40-EA9A-FDBB-5F58B13D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7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FB822-7D0A-8EE4-CB0C-A06D6F431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1F62B-965B-60F3-7F46-0C36730A7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49C35-AAFD-8C09-BA02-1A123C9B2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767289-1698-4026-B734-2EA8107AC7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7AA7B-2B41-6023-CDF3-30091FE1DC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B3F05-EB86-DDAA-67DB-C5A550759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E9D60-93D2-41EC-BA64-30416C1A8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3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5.xml"/><Relationship Id="rId3" Type="http://schemas.openxmlformats.org/officeDocument/2006/relationships/chart" Target="../charts/chart20.xml"/><Relationship Id="rId7" Type="http://schemas.openxmlformats.org/officeDocument/2006/relationships/chart" Target="../charts/chart24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10" Type="http://schemas.openxmlformats.org/officeDocument/2006/relationships/chart" Target="../charts/chart27.xml"/><Relationship Id="rId4" Type="http://schemas.openxmlformats.org/officeDocument/2006/relationships/chart" Target="../charts/chart21.xml"/><Relationship Id="rId9" Type="http://schemas.openxmlformats.org/officeDocument/2006/relationships/chart" Target="../charts/chart2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4.xml"/><Relationship Id="rId3" Type="http://schemas.openxmlformats.org/officeDocument/2006/relationships/chart" Target="../charts/chart29.xml"/><Relationship Id="rId7" Type="http://schemas.openxmlformats.org/officeDocument/2006/relationships/chart" Target="../charts/chart33.xml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2.xml"/><Relationship Id="rId5" Type="http://schemas.openxmlformats.org/officeDocument/2006/relationships/chart" Target="../charts/chart31.xml"/><Relationship Id="rId10" Type="http://schemas.openxmlformats.org/officeDocument/2006/relationships/chart" Target="../charts/chart36.xml"/><Relationship Id="rId4" Type="http://schemas.openxmlformats.org/officeDocument/2006/relationships/chart" Target="../charts/chart30.xml"/><Relationship Id="rId9" Type="http://schemas.openxmlformats.org/officeDocument/2006/relationships/chart" Target="../charts/char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D762084-73CD-4094-60E2-D6A7D65BED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1012398"/>
              </p:ext>
            </p:extLst>
          </p:nvPr>
        </p:nvGraphicFramePr>
        <p:xfrm>
          <a:off x="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203B8D-D48F-B3C1-0EE0-3287FBEC1D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279506"/>
              </p:ext>
            </p:extLst>
          </p:nvPr>
        </p:nvGraphicFramePr>
        <p:xfrm>
          <a:off x="6095999" y="0"/>
          <a:ext cx="6095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0471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6BCDF28-5CEA-AFA2-0240-881A80AD2C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627281"/>
              </p:ext>
            </p:extLst>
          </p:nvPr>
        </p:nvGraphicFramePr>
        <p:xfrm>
          <a:off x="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35A88B8-AB58-469B-374F-1D2CB37978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6824053"/>
              </p:ext>
            </p:extLst>
          </p:nvPr>
        </p:nvGraphicFramePr>
        <p:xfrm>
          <a:off x="609600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22650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7C3990-C08F-4A92-8875-F841BA64D0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6831220"/>
              </p:ext>
            </p:extLst>
          </p:nvPr>
        </p:nvGraphicFramePr>
        <p:xfrm>
          <a:off x="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FF709F5-06B1-4549-BB02-12BFD97AD0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3376384"/>
              </p:ext>
            </p:extLst>
          </p:nvPr>
        </p:nvGraphicFramePr>
        <p:xfrm>
          <a:off x="609600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3880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4A09AC-7244-45F7-E840-F2AC0CB25F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3703260"/>
              </p:ext>
            </p:extLst>
          </p:nvPr>
        </p:nvGraphicFramePr>
        <p:xfrm>
          <a:off x="-1" y="0"/>
          <a:ext cx="6095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2A95237-3B08-2F01-0544-3C2C7A996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2063310"/>
              </p:ext>
            </p:extLst>
          </p:nvPr>
        </p:nvGraphicFramePr>
        <p:xfrm>
          <a:off x="6095998" y="0"/>
          <a:ext cx="6096002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4234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42E3E-3C36-FBA0-EC9D-F49C391D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D34CFB-621E-490C-0AE7-8FEF7EBA2E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98572"/>
              </p:ext>
            </p:extLst>
          </p:nvPr>
        </p:nvGraphicFramePr>
        <p:xfrm>
          <a:off x="-1" y="0"/>
          <a:ext cx="6095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A01D1BB-9E20-A871-4BF2-DB1796D297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028114"/>
              </p:ext>
            </p:extLst>
          </p:nvPr>
        </p:nvGraphicFramePr>
        <p:xfrm>
          <a:off x="6095998" y="0"/>
          <a:ext cx="6096002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1186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B5D6-AC2D-F5F5-ADE6-6F782A9B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03F1E0E-F62B-3615-0076-45DC3F5DCA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160718"/>
              </p:ext>
            </p:extLst>
          </p:nvPr>
        </p:nvGraphicFramePr>
        <p:xfrm>
          <a:off x="-1" y="0"/>
          <a:ext cx="6095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F93BA0D-8286-B614-FDAA-60CFAF30BF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80220"/>
              </p:ext>
            </p:extLst>
          </p:nvPr>
        </p:nvGraphicFramePr>
        <p:xfrm>
          <a:off x="6095998" y="0"/>
          <a:ext cx="6096002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7761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38CBD-04A1-E8C1-B3DB-99322CBB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0FBAB34-BB13-43DC-B15C-14FE617BB1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920292"/>
              </p:ext>
            </p:extLst>
          </p:nvPr>
        </p:nvGraphicFramePr>
        <p:xfrm>
          <a:off x="0" y="-1"/>
          <a:ext cx="6095998" cy="6857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D3CBA9A-03E0-40B4-8F93-D62CB64CE9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2319658"/>
              </p:ext>
            </p:extLst>
          </p:nvPr>
        </p:nvGraphicFramePr>
        <p:xfrm>
          <a:off x="6095998" y="0"/>
          <a:ext cx="6095998" cy="6857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6957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A650-9A11-14E8-7121-9D1202D9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03BD27C-8469-674A-316F-389B9183DD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3706295"/>
              </p:ext>
            </p:extLst>
          </p:nvPr>
        </p:nvGraphicFramePr>
        <p:xfrm>
          <a:off x="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59FECAC-9723-B4BA-E900-B67CA359B3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078648"/>
              </p:ext>
            </p:extLst>
          </p:nvPr>
        </p:nvGraphicFramePr>
        <p:xfrm>
          <a:off x="6096000" y="0"/>
          <a:ext cx="6096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6111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E2B2A-467D-7145-9020-216B41F4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0EDDA3-8AEB-2C8F-ACCA-DF46508E17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9240412"/>
              </p:ext>
            </p:extLst>
          </p:nvPr>
        </p:nvGraphicFramePr>
        <p:xfrm>
          <a:off x="-1" y="0"/>
          <a:ext cx="6095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DEC1CAB-4649-18C8-BF59-852EB4CA44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8566753"/>
              </p:ext>
            </p:extLst>
          </p:nvPr>
        </p:nvGraphicFramePr>
        <p:xfrm>
          <a:off x="6095998" y="0"/>
          <a:ext cx="6096002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421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B576775-5BE5-18DC-FCDF-5CDB4B00A1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5214028"/>
              </p:ext>
            </p:extLst>
          </p:nvPr>
        </p:nvGraphicFramePr>
        <p:xfrm>
          <a:off x="0" y="0"/>
          <a:ext cx="4064000" cy="2286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3EC2B63-B014-387F-38ED-7166F7DDEB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7784911"/>
              </p:ext>
            </p:extLst>
          </p:nvPr>
        </p:nvGraphicFramePr>
        <p:xfrm>
          <a:off x="0" y="2286000"/>
          <a:ext cx="4064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D76156F-F258-99D3-CDB8-95E1A64594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764188"/>
              </p:ext>
            </p:extLst>
          </p:nvPr>
        </p:nvGraphicFramePr>
        <p:xfrm>
          <a:off x="0" y="4572000"/>
          <a:ext cx="4064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D1316C7-14FD-BC2C-E171-33A5F6AD2B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804622"/>
              </p:ext>
            </p:extLst>
          </p:nvPr>
        </p:nvGraphicFramePr>
        <p:xfrm>
          <a:off x="4064000" y="0"/>
          <a:ext cx="4064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518EA0E-A3F8-73B4-87E2-651D4A399C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695560"/>
              </p:ext>
            </p:extLst>
          </p:nvPr>
        </p:nvGraphicFramePr>
        <p:xfrm>
          <a:off x="4064000" y="2286001"/>
          <a:ext cx="4064000" cy="228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0F5CB3A-30E0-7E5A-F803-52363C4D38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771728"/>
              </p:ext>
            </p:extLst>
          </p:nvPr>
        </p:nvGraphicFramePr>
        <p:xfrm>
          <a:off x="4064000" y="4571999"/>
          <a:ext cx="4064000" cy="228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353EB3E-BD33-8692-EADA-A023E88BD1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1982838"/>
              </p:ext>
            </p:extLst>
          </p:nvPr>
        </p:nvGraphicFramePr>
        <p:xfrm>
          <a:off x="8128000" y="1"/>
          <a:ext cx="4064000" cy="2285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4007D270-716A-925C-24A5-F19EE15383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3694534"/>
              </p:ext>
            </p:extLst>
          </p:nvPr>
        </p:nvGraphicFramePr>
        <p:xfrm>
          <a:off x="8128000" y="2285999"/>
          <a:ext cx="4064000" cy="2285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0F5D5DB-6723-9BCE-376D-A329CDA04B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965247"/>
              </p:ext>
            </p:extLst>
          </p:nvPr>
        </p:nvGraphicFramePr>
        <p:xfrm>
          <a:off x="8128000" y="4571997"/>
          <a:ext cx="4064000" cy="228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4846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AD55-193F-5B0C-B737-4C85964E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DB3B63E-9FDE-0359-5658-0F63E53A23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7717591"/>
              </p:ext>
            </p:extLst>
          </p:nvPr>
        </p:nvGraphicFramePr>
        <p:xfrm>
          <a:off x="0" y="-2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2DA38FF-878C-77D0-4B0E-E2317CA03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4047212"/>
              </p:ext>
            </p:extLst>
          </p:nvPr>
        </p:nvGraphicFramePr>
        <p:xfrm>
          <a:off x="0" y="2285993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322BE1A-D8E8-F37A-B691-4CA723F647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315407"/>
              </p:ext>
            </p:extLst>
          </p:nvPr>
        </p:nvGraphicFramePr>
        <p:xfrm>
          <a:off x="0" y="4571988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BF80EB15-AD3A-4DBE-925F-2D9E777EDE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7589602"/>
              </p:ext>
            </p:extLst>
          </p:nvPr>
        </p:nvGraphicFramePr>
        <p:xfrm>
          <a:off x="4064000" y="-2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08F1E0BF-F811-45B6-9941-827DEEFCF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1860690"/>
              </p:ext>
            </p:extLst>
          </p:nvPr>
        </p:nvGraphicFramePr>
        <p:xfrm>
          <a:off x="4064000" y="2285993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4452716F-A573-4FB4-9085-4F733A5D7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3034478"/>
              </p:ext>
            </p:extLst>
          </p:nvPr>
        </p:nvGraphicFramePr>
        <p:xfrm>
          <a:off x="4064000" y="4571987"/>
          <a:ext cx="4064000" cy="2285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BC3EBC09-16FE-47F1-A6D3-BF53206CAB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3226704"/>
              </p:ext>
            </p:extLst>
          </p:nvPr>
        </p:nvGraphicFramePr>
        <p:xfrm>
          <a:off x="8128000" y="0"/>
          <a:ext cx="4064000" cy="2285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B5ABC0B-26D8-44F0-AC21-D074D044A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202452"/>
              </p:ext>
            </p:extLst>
          </p:nvPr>
        </p:nvGraphicFramePr>
        <p:xfrm>
          <a:off x="8128000" y="2285993"/>
          <a:ext cx="4064000" cy="2285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884B7F4-0711-4FC2-A5AE-7D7C7AA587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2501829"/>
              </p:ext>
            </p:extLst>
          </p:nvPr>
        </p:nvGraphicFramePr>
        <p:xfrm>
          <a:off x="8128000" y="4571986"/>
          <a:ext cx="4064000" cy="2285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00562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273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Isaac Freedman</dc:creator>
  <cp:lastModifiedBy>Luke Isaac Freedman</cp:lastModifiedBy>
  <cp:revision>12</cp:revision>
  <cp:lastPrinted>2025-10-30T00:23:07Z</cp:lastPrinted>
  <dcterms:created xsi:type="dcterms:W3CDTF">2025-10-06T18:11:12Z</dcterms:created>
  <dcterms:modified xsi:type="dcterms:W3CDTF">2025-10-30T00:35:44Z</dcterms:modified>
</cp:coreProperties>
</file>